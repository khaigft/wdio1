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1.xml" ContentType="application/vnd.openxmlformats-officedocument.presentationml.notesSlide+xml"/>
  <Override PartName="/ppt/tags/tag51.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526" r:id="rId5"/>
    <p:sldId id="541" r:id="rId6"/>
    <p:sldId id="550" r:id="rId7"/>
    <p:sldId id="553" r:id="rId8"/>
    <p:sldId id="555" r:id="rId9"/>
    <p:sldId id="556" r:id="rId10"/>
    <p:sldId id="557" r:id="rId11"/>
    <p:sldId id="559" r:id="rId12"/>
    <p:sldId id="560" r:id="rId13"/>
    <p:sldId id="562" r:id="rId14"/>
    <p:sldId id="561" r:id="rId15"/>
    <p:sldId id="563" r:id="rId16"/>
    <p:sldId id="539" r:id="rId17"/>
  </p:sldIdLst>
  <p:sldSz cx="9144000" cy="5143500" type="screen16x9"/>
  <p:notesSz cx="6858000" cy="9144000"/>
  <p:custDataLst>
    <p:tags r:id="rId20"/>
  </p:custDataLst>
  <p:defaultTex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796">
          <p15:clr>
            <a:srgbClr val="A4A3A4"/>
          </p15:clr>
        </p15:guide>
        <p15:guide id="2" orient="horz" pos="1531">
          <p15:clr>
            <a:srgbClr val="A4A3A4"/>
          </p15:clr>
        </p15:guide>
        <p15:guide id="3" orient="horz" pos="2267">
          <p15:clr>
            <a:srgbClr val="A4A3A4"/>
          </p15:clr>
        </p15:guide>
        <p15:guide id="4" orient="horz" pos="3003">
          <p15:clr>
            <a:srgbClr val="A4A3A4"/>
          </p15:clr>
        </p15:guide>
        <p15:guide id="5" orient="horz" pos="395">
          <p15:clr>
            <a:srgbClr val="A4A3A4"/>
          </p15:clr>
        </p15:guide>
        <p15:guide id="6" orient="horz" pos="276">
          <p15:clr>
            <a:srgbClr val="A4A3A4"/>
          </p15:clr>
        </p15:guide>
        <p15:guide id="7" orient="horz" pos="3124">
          <p15:clr>
            <a:srgbClr val="A4A3A4"/>
          </p15:clr>
        </p15:guide>
        <p15:guide id="8" pos="117">
          <p15:clr>
            <a:srgbClr val="A4A3A4"/>
          </p15:clr>
        </p15:guide>
        <p15:guide id="9" pos="1119">
          <p15:clr>
            <a:srgbClr val="A4A3A4"/>
          </p15:clr>
        </p15:guide>
        <p15:guide id="10" pos="1622">
          <p15:clr>
            <a:srgbClr val="A4A3A4"/>
          </p15:clr>
        </p15:guide>
        <p15:guide id="11" pos="2124">
          <p15:clr>
            <a:srgbClr val="A4A3A4"/>
          </p15:clr>
        </p15:guide>
        <p15:guide id="12" pos="2628">
          <p15:clr>
            <a:srgbClr val="A4A3A4"/>
          </p15:clr>
        </p15:guide>
        <p15:guide id="13" pos="3132">
          <p15:clr>
            <a:srgbClr val="A4A3A4"/>
          </p15:clr>
        </p15:guide>
        <p15:guide id="14" pos="3635">
          <p15:clr>
            <a:srgbClr val="A4A3A4"/>
          </p15:clr>
        </p15:guide>
        <p15:guide id="15" pos="413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27102A9-8310-4765-A935-A1911B00CA55}">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4855" autoAdjust="0"/>
    <p:restoredTop sz="86414" autoAdjust="0"/>
  </p:normalViewPr>
  <p:slideViewPr>
    <p:cSldViewPr snapToGrid="0" snapToObjects="1">
      <p:cViewPr>
        <p:scale>
          <a:sx n="243" d="100"/>
          <a:sy n="243" d="100"/>
        </p:scale>
        <p:origin x="2760" y="-856"/>
      </p:cViewPr>
      <p:guideLst>
        <p:guide orient="horz" pos="796"/>
        <p:guide orient="horz" pos="1531"/>
        <p:guide orient="horz" pos="2267"/>
        <p:guide orient="horz" pos="3003"/>
        <p:guide orient="horz" pos="395"/>
        <p:guide orient="horz" pos="276"/>
        <p:guide orient="horz" pos="3124"/>
        <p:guide pos="117"/>
        <p:guide pos="1119"/>
        <p:guide pos="1622"/>
        <p:guide pos="2124"/>
        <p:guide pos="2628"/>
        <p:guide pos="3132"/>
        <p:guide pos="3635"/>
        <p:guide pos="4137"/>
      </p:guideLst>
    </p:cSldViewPr>
  </p:slideViewPr>
  <p:outlineViewPr>
    <p:cViewPr>
      <p:scale>
        <a:sx n="33" d="100"/>
        <a:sy n="33" d="100"/>
      </p:scale>
      <p:origin x="0" y="0"/>
    </p:cViewPr>
  </p:outlineViewPr>
  <p:notesTextViewPr>
    <p:cViewPr>
      <p:scale>
        <a:sx n="125" d="100"/>
        <a:sy n="125" d="100"/>
      </p:scale>
      <p:origin x="0" y="0"/>
    </p:cViewPr>
  </p:notesTextViewPr>
  <p:sorterViewPr>
    <p:cViewPr varScale="1">
      <p:scale>
        <a:sx n="1" d="1"/>
        <a:sy n="1" d="1"/>
      </p:scale>
      <p:origin x="0" y="0"/>
    </p:cViewPr>
  </p:sorterViewPr>
  <p:notesViewPr>
    <p:cSldViewPr snapToGrid="0" snapToObjects="1">
      <p:cViewPr varScale="1">
        <p:scale>
          <a:sx n="87" d="100"/>
          <a:sy n="87" d="100"/>
        </p:scale>
        <p:origin x="3840" y="6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2" Type="http://schemas.openxmlformats.org/officeDocument/2006/relationships/tags" Target="../tags/tag47.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9D770AB1-5ADB-21C0-EE5D-95FEF2E4E970}"/>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r>
              <a:rPr lang="de-DE"/>
              <a:t>Header</a:t>
            </a:r>
          </a:p>
        </p:txBody>
      </p:sp>
      <p:sp>
        <p:nvSpPr>
          <p:cNvPr id="3" name="Datumsplatzhalter 2">
            <a:extLst>
              <a:ext uri="{FF2B5EF4-FFF2-40B4-BE49-F238E27FC236}">
                <a16:creationId xmlns:a16="http://schemas.microsoft.com/office/drawing/2014/main" id="{48A3C8F6-0548-7C0E-F1FD-FAAF7727B2E8}"/>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r>
              <a:rPr lang="en-GB"/>
              <a:t>06/12/2016</a:t>
            </a:r>
            <a:endParaRPr lang="de-DE"/>
          </a:p>
        </p:txBody>
      </p:sp>
      <p:sp>
        <p:nvSpPr>
          <p:cNvPr id="4" name="Fußzeilenplatzhalter 3">
            <a:extLst>
              <a:ext uri="{FF2B5EF4-FFF2-40B4-BE49-F238E27FC236}">
                <a16:creationId xmlns:a16="http://schemas.microsoft.com/office/drawing/2014/main" id="{45243EEE-3E66-5252-7B86-0F1B7E26BB70}"/>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r>
              <a:rPr lang="de-DE"/>
              <a:t>Footer</a:t>
            </a:r>
          </a:p>
        </p:txBody>
      </p:sp>
      <p:sp>
        <p:nvSpPr>
          <p:cNvPr id="5" name="Foliennummernplatzhalter 4">
            <a:extLst>
              <a:ext uri="{FF2B5EF4-FFF2-40B4-BE49-F238E27FC236}">
                <a16:creationId xmlns:a16="http://schemas.microsoft.com/office/drawing/2014/main" id="{440504E3-CB54-D31B-8287-647FD2BCCF60}"/>
              </a:ext>
            </a:extLst>
          </p:cNvPr>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4EB7DAFD-1658-794D-8C08-6AFD8E647279}" type="slidenum">
              <a:rPr lang="de-DE"/>
              <a:pPr>
                <a:defRPr/>
              </a:pPr>
              <a:t>‹#›</a:t>
            </a:fld>
            <a:endParaRPr lang="de-DE" dirty="0"/>
          </a:p>
        </p:txBody>
      </p:sp>
    </p:spTree>
    <p:custDataLst>
      <p:tags r:id="rId2"/>
    </p:custDataLst>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CDB9D1FA-5AB9-4C83-AA60-38A18399EAAE}"/>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rtl="0" eaLnBrk="1" fontAlgn="auto" hangingPunct="1">
              <a:spcBef>
                <a:spcPts val="0"/>
              </a:spcBef>
              <a:spcAft>
                <a:spcPts val="0"/>
              </a:spcAft>
              <a:defRPr sz="1200">
                <a:latin typeface="+mn-lt"/>
              </a:defRPr>
            </a:lvl1pPr>
          </a:lstStyle>
          <a:p>
            <a:pPr>
              <a:defRPr/>
            </a:pPr>
            <a:r>
              <a:rPr lang="en-GB"/>
              <a:t>Header</a:t>
            </a:r>
          </a:p>
        </p:txBody>
      </p:sp>
      <p:sp>
        <p:nvSpPr>
          <p:cNvPr id="3" name="Datumsplatzhalter 2">
            <a:extLst>
              <a:ext uri="{FF2B5EF4-FFF2-40B4-BE49-F238E27FC236}">
                <a16:creationId xmlns:a16="http://schemas.microsoft.com/office/drawing/2014/main" id="{738DF1AB-B5A1-0F69-D5C5-65F1129C9A30}"/>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rtl="0" eaLnBrk="1" fontAlgn="auto" hangingPunct="1">
              <a:spcBef>
                <a:spcPts val="0"/>
              </a:spcBef>
              <a:spcAft>
                <a:spcPts val="0"/>
              </a:spcAft>
              <a:defRPr sz="1200">
                <a:latin typeface="+mn-lt"/>
              </a:defRPr>
            </a:lvl1pPr>
          </a:lstStyle>
          <a:p>
            <a:pPr>
              <a:defRPr/>
            </a:pPr>
            <a:fld id="{4924F911-AC05-1343-B195-8AE4C10EA067}" type="datetimeFigureOut">
              <a:rPr lang="en-GB"/>
              <a:pPr>
                <a:defRPr/>
              </a:pPr>
              <a:t>25/11/2025</a:t>
            </a:fld>
            <a:endParaRPr lang="en-GB" dirty="0"/>
          </a:p>
        </p:txBody>
      </p:sp>
      <p:sp>
        <p:nvSpPr>
          <p:cNvPr id="4" name="Folienbildplatzhalter 3">
            <a:extLst>
              <a:ext uri="{FF2B5EF4-FFF2-40B4-BE49-F238E27FC236}">
                <a16:creationId xmlns:a16="http://schemas.microsoft.com/office/drawing/2014/main" id="{D0D81497-46D1-1996-082E-56F925327211}"/>
              </a:ext>
            </a:extLst>
          </p:cNvPr>
          <p:cNvSpPr>
            <a:spLocks noGrp="1" noRot="1" noChangeAspect="1"/>
          </p:cNvSpPr>
          <p:nvPr>
            <p:ph type="sldImg" idx="2"/>
          </p:nvPr>
        </p:nvSpPr>
        <p:spPr>
          <a:xfrm>
            <a:off x="381000" y="685800"/>
            <a:ext cx="6096000" cy="3429000"/>
          </a:xfrm>
          <a:prstGeom prst="rect">
            <a:avLst/>
          </a:prstGeom>
          <a:noFill/>
          <a:ln w="12700">
            <a:solidFill>
              <a:schemeClr val="accent5"/>
            </a:solidFill>
          </a:ln>
        </p:spPr>
        <p:txBody>
          <a:bodyPr vert="horz" lIns="91440" tIns="45720" rIns="91440" bIns="45720" rtlCol="0" anchor="ctr"/>
          <a:lstStyle/>
          <a:p>
            <a:pPr lvl="0"/>
            <a:endParaRPr lang="de-DE" noProof="0" dirty="0"/>
          </a:p>
        </p:txBody>
      </p:sp>
      <p:sp>
        <p:nvSpPr>
          <p:cNvPr id="5" name="Notizenplatzhalter 4">
            <a:extLst>
              <a:ext uri="{FF2B5EF4-FFF2-40B4-BE49-F238E27FC236}">
                <a16:creationId xmlns:a16="http://schemas.microsoft.com/office/drawing/2014/main" id="{BDE93D31-2A85-5740-C7C8-25036CE22B1F}"/>
              </a:ext>
            </a:extLst>
          </p:cNvPr>
          <p:cNvSpPr>
            <a:spLocks noGrp="1"/>
          </p:cNvSpPr>
          <p:nvPr>
            <p:ph type="body" sz="quarter" idx="3"/>
          </p:nvPr>
        </p:nvSpPr>
        <p:spPr>
          <a:xfrm>
            <a:off x="381000" y="4343400"/>
            <a:ext cx="6096000" cy="4103688"/>
          </a:xfrm>
          <a:prstGeom prst="rect">
            <a:avLst/>
          </a:prstGeom>
        </p:spPr>
        <p:txBody>
          <a:bodyPr vert="horz" lIns="0" tIns="0" rIns="0" bIns="0" rtlCol="0">
            <a:noAutofit/>
          </a:bodyPr>
          <a:lstStyle/>
          <a:p>
            <a:pPr lvl="0"/>
            <a:r>
              <a:rPr lang="en-GB" noProof="0" dirty="0" err="1"/>
              <a:t>Textmasterformat</a:t>
            </a:r>
            <a:r>
              <a:rPr lang="en-GB" noProof="0" dirty="0"/>
              <a:t> </a:t>
            </a:r>
            <a:r>
              <a:rPr lang="en-GB" noProof="0" dirty="0" err="1"/>
              <a:t>bearbeiten</a:t>
            </a:r>
            <a:endParaRPr lang="en-GB" noProof="0" dirty="0"/>
          </a:p>
          <a:p>
            <a:pPr lvl="1"/>
            <a:r>
              <a:rPr lang="en-GB" noProof="0" dirty="0" err="1"/>
              <a:t>Zweite</a:t>
            </a:r>
            <a:r>
              <a:rPr lang="en-GB" noProof="0" dirty="0"/>
              <a:t> </a:t>
            </a:r>
            <a:r>
              <a:rPr lang="en-GB" noProof="0" dirty="0" err="1"/>
              <a:t>Ebene</a:t>
            </a:r>
            <a:endParaRPr lang="en-GB" noProof="0" dirty="0"/>
          </a:p>
          <a:p>
            <a:pPr lvl="2"/>
            <a:r>
              <a:rPr lang="en-GB" noProof="0" dirty="0" err="1"/>
              <a:t>Dritte</a:t>
            </a:r>
            <a:r>
              <a:rPr lang="en-GB" noProof="0" dirty="0"/>
              <a:t> </a:t>
            </a:r>
            <a:r>
              <a:rPr lang="en-GB" noProof="0" dirty="0" err="1"/>
              <a:t>Ebene</a:t>
            </a:r>
            <a:endParaRPr lang="en-GB" noProof="0" dirty="0"/>
          </a:p>
          <a:p>
            <a:pPr lvl="3"/>
            <a:r>
              <a:rPr lang="en-GB" noProof="0" dirty="0" err="1"/>
              <a:t>Vierte</a:t>
            </a:r>
            <a:r>
              <a:rPr lang="en-GB" noProof="0" dirty="0"/>
              <a:t> </a:t>
            </a:r>
            <a:r>
              <a:rPr lang="en-GB" noProof="0" dirty="0" err="1"/>
              <a:t>Ebene</a:t>
            </a:r>
            <a:endParaRPr lang="en-GB" noProof="0" dirty="0"/>
          </a:p>
          <a:p>
            <a:pPr lvl="4"/>
            <a:r>
              <a:rPr lang="en-GB" noProof="0" dirty="0" err="1"/>
              <a:t>Fünfte</a:t>
            </a:r>
            <a:r>
              <a:rPr lang="en-GB" noProof="0" dirty="0"/>
              <a:t> </a:t>
            </a:r>
            <a:r>
              <a:rPr lang="en-GB" noProof="0" dirty="0" err="1"/>
              <a:t>Ebene</a:t>
            </a:r>
            <a:endParaRPr lang="en-GB" noProof="0" dirty="0"/>
          </a:p>
        </p:txBody>
      </p:sp>
      <p:sp>
        <p:nvSpPr>
          <p:cNvPr id="6" name="Fußzeilenplatzhalter 5">
            <a:extLst>
              <a:ext uri="{FF2B5EF4-FFF2-40B4-BE49-F238E27FC236}">
                <a16:creationId xmlns:a16="http://schemas.microsoft.com/office/drawing/2014/main" id="{6E4B8609-44B5-5670-D4E5-498A58B5DEBE}"/>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rtl="0" eaLnBrk="1" fontAlgn="auto" hangingPunct="1">
              <a:spcBef>
                <a:spcPts val="0"/>
              </a:spcBef>
              <a:spcAft>
                <a:spcPts val="0"/>
              </a:spcAft>
              <a:defRPr sz="1200">
                <a:latin typeface="+mn-lt"/>
              </a:defRPr>
            </a:lvl1pPr>
          </a:lstStyle>
          <a:p>
            <a:pPr>
              <a:defRPr/>
            </a:pPr>
            <a:r>
              <a:rPr lang="en-GB"/>
              <a:t>Footer</a:t>
            </a:r>
          </a:p>
        </p:txBody>
      </p:sp>
      <p:sp>
        <p:nvSpPr>
          <p:cNvPr id="7" name="Foliennummernplatzhalter 6">
            <a:extLst>
              <a:ext uri="{FF2B5EF4-FFF2-40B4-BE49-F238E27FC236}">
                <a16:creationId xmlns:a16="http://schemas.microsoft.com/office/drawing/2014/main" id="{852471DE-E2D8-4D51-1019-87AF59622C01}"/>
              </a:ext>
            </a:extLst>
          </p:cNvPr>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rtl="0" eaLnBrk="1" fontAlgn="auto" hangingPunct="1">
              <a:spcBef>
                <a:spcPts val="0"/>
              </a:spcBef>
              <a:spcAft>
                <a:spcPts val="0"/>
              </a:spcAft>
              <a:defRPr sz="1200">
                <a:latin typeface="+mn-lt"/>
              </a:defRPr>
            </a:lvl1pPr>
          </a:lstStyle>
          <a:p>
            <a:pPr>
              <a:defRPr/>
            </a:pPr>
            <a:fld id="{1445A426-4487-D040-90C9-CE72245D2288}" type="slidenum">
              <a:rPr lang="en-GB"/>
              <a:pPr>
                <a:defRPr/>
              </a:pPr>
              <a:t>‹#›</a:t>
            </a:fld>
            <a:endParaRPr lang="en-GB" dirty="0"/>
          </a:p>
        </p:txBody>
      </p:sp>
    </p:spTree>
  </p:cSld>
  <p:clrMap bg1="lt1" tx1="dk1" bg2="lt2" tx2="dk2" accent1="accent1" accent2="accent2" accent3="accent3" accent4="accent4" accent5="accent5" accent6="accent6" hlink="hlink" folHlink="folHlink"/>
  <p:notesStyle>
    <a:lvl1pPr marL="171450" indent="-171450" algn="l" rtl="0" eaLnBrk="0" fontAlgn="base" hangingPunct="0">
      <a:spcBef>
        <a:spcPct val="30000"/>
      </a:spcBef>
      <a:spcAft>
        <a:spcPct val="0"/>
      </a:spcAft>
      <a:buFont typeface="Wingdings" pitchFamily="2" charset="2"/>
      <a:buChar char="§"/>
      <a:defRPr sz="1200" kern="1200">
        <a:solidFill>
          <a:schemeClr val="tx1"/>
        </a:solidFill>
        <a:latin typeface="+mn-lt"/>
        <a:ea typeface="+mn-ea"/>
        <a:cs typeface="+mn-cs"/>
      </a:defRPr>
    </a:lvl1pPr>
    <a:lvl2pPr marL="358775" indent="-176213" algn="l" rtl="0" eaLnBrk="0" fontAlgn="base" hangingPunct="0">
      <a:spcBef>
        <a:spcPct val="30000"/>
      </a:spcBef>
      <a:spcAft>
        <a:spcPct val="0"/>
      </a:spcAft>
      <a:buFont typeface="Wingdings" pitchFamily="2" charset="2"/>
      <a:buChar char="§"/>
      <a:defRPr sz="1200" kern="1200">
        <a:solidFill>
          <a:schemeClr val="tx1"/>
        </a:solidFill>
        <a:latin typeface="+mn-lt"/>
        <a:ea typeface="+mn-ea"/>
        <a:cs typeface="+mn-cs"/>
      </a:defRPr>
    </a:lvl2pPr>
    <a:lvl3pPr marL="541338" indent="-182563" algn="l" rtl="0" eaLnBrk="0" fontAlgn="base" hangingPunct="0">
      <a:spcBef>
        <a:spcPct val="30000"/>
      </a:spcBef>
      <a:spcAft>
        <a:spcPct val="0"/>
      </a:spcAft>
      <a:buFont typeface="Wingdings" pitchFamily="2" charset="2"/>
      <a:buChar char="§"/>
      <a:defRPr sz="1200" kern="1200">
        <a:solidFill>
          <a:schemeClr val="tx1"/>
        </a:solidFill>
        <a:latin typeface="+mn-lt"/>
        <a:ea typeface="+mn-ea"/>
        <a:cs typeface="+mn-cs"/>
      </a:defRPr>
    </a:lvl3pPr>
    <a:lvl4pPr marL="715963" indent="-174625" algn="l" rtl="0" eaLnBrk="0" fontAlgn="base" hangingPunct="0">
      <a:spcBef>
        <a:spcPct val="30000"/>
      </a:spcBef>
      <a:spcAft>
        <a:spcPct val="0"/>
      </a:spcAft>
      <a:buFont typeface="Wingdings" pitchFamily="2" charset="2"/>
      <a:buChar char="§"/>
      <a:defRPr sz="1200" kern="1200">
        <a:solidFill>
          <a:schemeClr val="tx1"/>
        </a:solidFill>
        <a:latin typeface="+mn-lt"/>
        <a:ea typeface="+mn-ea"/>
        <a:cs typeface="+mn-cs"/>
      </a:defRPr>
    </a:lvl4pPr>
    <a:lvl5pPr marL="898525" indent="-182563" algn="l" rtl="0" eaLnBrk="0" fontAlgn="base" hangingPunct="0">
      <a:spcBef>
        <a:spcPct val="30000"/>
      </a:spcBef>
      <a:spcAft>
        <a:spcPct val="0"/>
      </a:spcAft>
      <a:buFont typeface="Wingdings" pitchFamily="2" charset="2"/>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Folienbildplatzhalter 1">
            <a:extLst>
              <a:ext uri="{FF2B5EF4-FFF2-40B4-BE49-F238E27FC236}">
                <a16:creationId xmlns:a16="http://schemas.microsoft.com/office/drawing/2014/main" id="{401288AF-60FD-7DE6-A31F-276BE94852AF}"/>
              </a:ext>
            </a:extLst>
          </p:cNvPr>
          <p:cNvSpPr>
            <a:spLocks noGrp="1" noRot="1" noChangeAspect="1" noChangeArrowheads="1" noTextEdit="1"/>
          </p:cNvSpPr>
          <p:nvPr>
            <p:ph type="sldImg"/>
          </p:nvPr>
        </p:nvSpPr>
        <p:spPr bwMode="auto">
          <a:noFill/>
          <a:ln>
            <a:miter lim="800000"/>
            <a:headEnd/>
            <a:tailEnd/>
          </a:ln>
          <a:extLst>
            <a:ext uri="{909E8E84-426E-40DD-AFC4-6F175D3DCCD1}">
              <a14:hiddenFill xmlns:a14="http://schemas.microsoft.com/office/drawing/2010/main">
                <a:solidFill>
                  <a:srgbClr val="FFFFFF"/>
                </a:solidFill>
              </a14:hiddenFill>
            </a:ext>
          </a:extLst>
        </p:spPr>
      </p:sp>
      <p:sp>
        <p:nvSpPr>
          <p:cNvPr id="49154" name="Notizenplatzhalter 2">
            <a:extLst>
              <a:ext uri="{FF2B5EF4-FFF2-40B4-BE49-F238E27FC236}">
                <a16:creationId xmlns:a16="http://schemas.microsoft.com/office/drawing/2014/main" id="{D4EEA987-D63C-5F81-95BD-896A7CD6CBE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VN"/>
          </a:p>
        </p:txBody>
      </p:sp>
      <p:sp>
        <p:nvSpPr>
          <p:cNvPr id="49155" name="Foliennummernplatzhalter 3">
            <a:extLst>
              <a:ext uri="{FF2B5EF4-FFF2-40B4-BE49-F238E27FC236}">
                <a16:creationId xmlns:a16="http://schemas.microsoft.com/office/drawing/2014/main" id="{251A8689-21B6-8B9A-A0F4-255529580F7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49501624-D11C-F841-8794-C4FAC6EB2985}" type="slidenum">
              <a:rPr lang="en-GB" altLang="en-VN" smtClean="0"/>
              <a:pPr fontAlgn="base">
                <a:spcBef>
                  <a:spcPct val="0"/>
                </a:spcBef>
                <a:spcAft>
                  <a:spcPct val="0"/>
                </a:spcAft>
              </a:pPr>
              <a:t>1</a:t>
            </a:fld>
            <a:endParaRPr lang="en-GB" altLang="en-V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Folienbildplatzhalter 1">
            <a:extLst>
              <a:ext uri="{FF2B5EF4-FFF2-40B4-BE49-F238E27FC236}">
                <a16:creationId xmlns:a16="http://schemas.microsoft.com/office/drawing/2014/main" id="{DA60C6CA-A61A-E552-694B-9883965B4B28}"/>
              </a:ext>
            </a:extLst>
          </p:cNvPr>
          <p:cNvSpPr>
            <a:spLocks noGrp="1" noRot="1" noChangeAspect="1" noChangeArrowheads="1" noTextEdit="1"/>
          </p:cNvSpPr>
          <p:nvPr>
            <p:ph type="sldImg"/>
          </p:nvPr>
        </p:nvSpPr>
        <p:spPr bwMode="auto">
          <a:noFill/>
          <a:ln>
            <a:miter lim="800000"/>
            <a:headEnd/>
            <a:tailEnd/>
          </a:ln>
          <a:extLst>
            <a:ext uri="{909E8E84-426E-40DD-AFC4-6F175D3DCCD1}">
              <a14:hiddenFill xmlns:a14="http://schemas.microsoft.com/office/drawing/2010/main">
                <a:solidFill>
                  <a:srgbClr val="FFFFFF"/>
                </a:solidFill>
              </a14:hiddenFill>
            </a:ext>
          </a:extLst>
        </p:spPr>
      </p:sp>
      <p:sp>
        <p:nvSpPr>
          <p:cNvPr id="54274" name="Notizenplatzhalter 2">
            <a:extLst>
              <a:ext uri="{FF2B5EF4-FFF2-40B4-BE49-F238E27FC236}">
                <a16:creationId xmlns:a16="http://schemas.microsoft.com/office/drawing/2014/main" id="{5A2F9C20-605A-7FEA-1FC4-DC9E4ADFE7D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VN"/>
          </a:p>
        </p:txBody>
      </p:sp>
      <p:sp>
        <p:nvSpPr>
          <p:cNvPr id="54275" name="Foliennummernplatzhalter 3">
            <a:extLst>
              <a:ext uri="{FF2B5EF4-FFF2-40B4-BE49-F238E27FC236}">
                <a16:creationId xmlns:a16="http://schemas.microsoft.com/office/drawing/2014/main" id="{D9210E74-5C6A-F667-895C-AA2492A8542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391FC78D-8525-5C4D-A71D-9AB3F367903C}" type="slidenum">
              <a:rPr lang="en-GB" altLang="en-VN" smtClean="0"/>
              <a:pPr fontAlgn="base">
                <a:spcBef>
                  <a:spcPct val="0"/>
                </a:spcBef>
                <a:spcAft>
                  <a:spcPct val="0"/>
                </a:spcAft>
              </a:pPr>
              <a:t>13</a:t>
            </a:fld>
            <a:endParaRPr lang="en-GB" altLang="en-V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3.emf"/><Relationship Id="rId4"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3.emf"/><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3.emf"/><Relationship Id="rId4"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3.emf"/><Relationship Id="rId4"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3.emf"/><Relationship Id="rId5" Type="http://schemas.openxmlformats.org/officeDocument/2006/relationships/image" Target="../media/image4.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9.xml"/><Relationship Id="rId5" Type="http://schemas.openxmlformats.org/officeDocument/2006/relationships/image" Target="../media/image3.emf"/><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3.emf"/><Relationship Id="rId5" Type="http://schemas.openxmlformats.org/officeDocument/2006/relationships/image" Target="../media/image4.png"/><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3.emf"/><Relationship Id="rId5" Type="http://schemas.openxmlformats.org/officeDocument/2006/relationships/image" Target="../media/image4.png"/><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2.xml"/><Relationship Id="rId6" Type="http://schemas.openxmlformats.org/officeDocument/2006/relationships/image" Target="../media/image3.emf"/><Relationship Id="rId5" Type="http://schemas.openxmlformats.org/officeDocument/2006/relationships/image" Target="../media/image4.png"/><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3.xml"/><Relationship Id="rId5" Type="http://schemas.openxmlformats.org/officeDocument/2006/relationships/image" Target="../media/image3.emf"/><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4.xml"/><Relationship Id="rId5" Type="http://schemas.openxmlformats.org/officeDocument/2006/relationships/image" Target="../media/image3.emf"/><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5.xml"/><Relationship Id="rId6" Type="http://schemas.openxmlformats.org/officeDocument/2006/relationships/image" Target="../media/image3.emf"/><Relationship Id="rId5" Type="http://schemas.openxmlformats.org/officeDocument/2006/relationships/image" Target="../media/image4.png"/><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6.xml"/><Relationship Id="rId6" Type="http://schemas.openxmlformats.org/officeDocument/2006/relationships/image" Target="../media/image3.emf"/><Relationship Id="rId5" Type="http://schemas.openxmlformats.org/officeDocument/2006/relationships/image" Target="../media/image4.png"/><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7.xml"/><Relationship Id="rId5" Type="http://schemas.openxmlformats.org/officeDocument/2006/relationships/image" Target="../media/image3.emf"/><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8.xml"/><Relationship Id="rId5" Type="http://schemas.openxmlformats.org/officeDocument/2006/relationships/image" Target="../media/image3.emf"/><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9.xml"/><Relationship Id="rId5" Type="http://schemas.openxmlformats.org/officeDocument/2006/relationships/image" Target="../media/image3.emf"/><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20.xml"/><Relationship Id="rId6" Type="http://schemas.openxmlformats.org/officeDocument/2006/relationships/image" Target="../media/image3.emf"/><Relationship Id="rId5" Type="http://schemas.openxmlformats.org/officeDocument/2006/relationships/image" Target="../media/image4.png"/><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21.xml"/><Relationship Id="rId6" Type="http://schemas.openxmlformats.org/officeDocument/2006/relationships/image" Target="../media/image3.emf"/><Relationship Id="rId5" Type="http://schemas.openxmlformats.org/officeDocument/2006/relationships/image" Target="../media/image4.png"/><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xml"/><Relationship Id="rId1" Type="http://schemas.openxmlformats.org/officeDocument/2006/relationships/tags" Target="../tags/tag22.xml"/><Relationship Id="rId6" Type="http://schemas.openxmlformats.org/officeDocument/2006/relationships/image" Target="../media/image3.emf"/><Relationship Id="rId5" Type="http://schemas.openxmlformats.org/officeDocument/2006/relationships/image" Target="../media/image4.png"/><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1.xml"/><Relationship Id="rId1" Type="http://schemas.openxmlformats.org/officeDocument/2006/relationships/tags" Target="../tags/tag23.xml"/><Relationship Id="rId5" Type="http://schemas.openxmlformats.org/officeDocument/2006/relationships/image" Target="../media/image3.emf"/><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1.xml"/><Relationship Id="rId1" Type="http://schemas.openxmlformats.org/officeDocument/2006/relationships/tags" Target="../tags/tag24.xml"/><Relationship Id="rId5" Type="http://schemas.openxmlformats.org/officeDocument/2006/relationships/image" Target="../media/image3.emf"/><Relationship Id="rId4" Type="http://schemas.openxmlformats.org/officeDocument/2006/relationships/image" Target="../media/image2.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xml"/><Relationship Id="rId1" Type="http://schemas.openxmlformats.org/officeDocument/2006/relationships/tags" Target="../tags/tag25.xml"/><Relationship Id="rId5" Type="http://schemas.openxmlformats.org/officeDocument/2006/relationships/image" Target="../media/image3.emf"/><Relationship Id="rId4" Type="http://schemas.openxmlformats.org/officeDocument/2006/relationships/image" Target="../media/image2.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1.xml"/><Relationship Id="rId1" Type="http://schemas.openxmlformats.org/officeDocument/2006/relationships/tags" Target="../tags/tag26.xml"/><Relationship Id="rId5" Type="http://schemas.openxmlformats.org/officeDocument/2006/relationships/image" Target="../media/image3.emf"/><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1.xml"/><Relationship Id="rId1" Type="http://schemas.openxmlformats.org/officeDocument/2006/relationships/tags" Target="../tags/tag27.xml"/><Relationship Id="rId5" Type="http://schemas.openxmlformats.org/officeDocument/2006/relationships/image" Target="../media/image3.emf"/><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1.xml"/><Relationship Id="rId1" Type="http://schemas.openxmlformats.org/officeDocument/2006/relationships/tags" Target="../tags/tag28.xml"/><Relationship Id="rId5" Type="http://schemas.openxmlformats.org/officeDocument/2006/relationships/image" Target="../media/image3.emf"/><Relationship Id="rId4" Type="http://schemas.openxmlformats.org/officeDocument/2006/relationships/image" Target="../media/image1.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1.xml"/><Relationship Id="rId1" Type="http://schemas.openxmlformats.org/officeDocument/2006/relationships/tags" Target="../tags/tag29.xml"/><Relationship Id="rId5" Type="http://schemas.openxmlformats.org/officeDocument/2006/relationships/image" Target="../media/image3.emf"/><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1.xml"/><Relationship Id="rId1" Type="http://schemas.openxmlformats.org/officeDocument/2006/relationships/tags" Target="../tags/tag30.xml"/><Relationship Id="rId5" Type="http://schemas.openxmlformats.org/officeDocument/2006/relationships/image" Target="../media/image3.emf"/><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1.xml"/><Relationship Id="rId1" Type="http://schemas.openxmlformats.org/officeDocument/2006/relationships/tags" Target="../tags/tag31.xml"/><Relationship Id="rId5" Type="http://schemas.openxmlformats.org/officeDocument/2006/relationships/image" Target="../media/image3.emf"/><Relationship Id="rId4" Type="http://schemas.openxmlformats.org/officeDocument/2006/relationships/image" Target="../media/image1.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1.xml"/><Relationship Id="rId1" Type="http://schemas.openxmlformats.org/officeDocument/2006/relationships/tags" Target="../tags/tag32.xml"/><Relationship Id="rId5" Type="http://schemas.openxmlformats.org/officeDocument/2006/relationships/image" Target="../media/image3.emf"/><Relationship Id="rId4" Type="http://schemas.openxmlformats.org/officeDocument/2006/relationships/image" Target="../media/image1.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1.xml"/><Relationship Id="rId1" Type="http://schemas.openxmlformats.org/officeDocument/2006/relationships/tags" Target="../tags/tag33.xml"/><Relationship Id="rId5" Type="http://schemas.openxmlformats.org/officeDocument/2006/relationships/image" Target="../media/image3.emf"/><Relationship Id="rId4"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1.xml"/><Relationship Id="rId1" Type="http://schemas.openxmlformats.org/officeDocument/2006/relationships/tags" Target="../tags/tag34.xml"/><Relationship Id="rId5" Type="http://schemas.openxmlformats.org/officeDocument/2006/relationships/image" Target="../media/image3.emf"/><Relationship Id="rId4" Type="http://schemas.openxmlformats.org/officeDocument/2006/relationships/image" Target="../media/image1.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1.xml"/><Relationship Id="rId1" Type="http://schemas.openxmlformats.org/officeDocument/2006/relationships/tags" Target="../tags/tag35.xml"/><Relationship Id="rId5" Type="http://schemas.openxmlformats.org/officeDocument/2006/relationships/image" Target="../media/image3.emf"/><Relationship Id="rId4"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1.xml"/><Relationship Id="rId1" Type="http://schemas.openxmlformats.org/officeDocument/2006/relationships/tags" Target="../tags/tag36.xml"/><Relationship Id="rId5" Type="http://schemas.openxmlformats.org/officeDocument/2006/relationships/image" Target="../media/image3.emf"/><Relationship Id="rId4"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Master" Target="../slideMasters/slideMaster1.xml"/><Relationship Id="rId1" Type="http://schemas.openxmlformats.org/officeDocument/2006/relationships/tags" Target="../tags/tag37.xml"/><Relationship Id="rId6" Type="http://schemas.openxmlformats.org/officeDocument/2006/relationships/image" Target="../media/image3.emf"/><Relationship Id="rId5" Type="http://schemas.openxmlformats.org/officeDocument/2006/relationships/image" Target="../media/image5.png"/><Relationship Id="rId4" Type="http://schemas.openxmlformats.org/officeDocument/2006/relationships/image" Target="../media/image1.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Master" Target="../slideMasters/slideMaster1.xml"/><Relationship Id="rId1" Type="http://schemas.openxmlformats.org/officeDocument/2006/relationships/tags" Target="../tags/tag38.xml"/><Relationship Id="rId6" Type="http://schemas.openxmlformats.org/officeDocument/2006/relationships/image" Target="../media/image3.emf"/><Relationship Id="rId5" Type="http://schemas.openxmlformats.org/officeDocument/2006/relationships/image" Target="../media/image5.png"/><Relationship Id="rId4" Type="http://schemas.openxmlformats.org/officeDocument/2006/relationships/image" Target="../media/image1.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1.xml"/><Relationship Id="rId1" Type="http://schemas.openxmlformats.org/officeDocument/2006/relationships/tags" Target="../tags/tag39.xml"/><Relationship Id="rId6" Type="http://schemas.openxmlformats.org/officeDocument/2006/relationships/image" Target="../media/image3.emf"/><Relationship Id="rId5" Type="http://schemas.openxmlformats.org/officeDocument/2006/relationships/image" Target="../media/image5.png"/><Relationship Id="rId4" Type="http://schemas.openxmlformats.org/officeDocument/2006/relationships/image" Target="../media/image1.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Master" Target="../slideMasters/slideMaster1.xml"/><Relationship Id="rId1" Type="http://schemas.openxmlformats.org/officeDocument/2006/relationships/tags" Target="../tags/tag40.xml"/><Relationship Id="rId6" Type="http://schemas.openxmlformats.org/officeDocument/2006/relationships/image" Target="../media/image3.emf"/><Relationship Id="rId5" Type="http://schemas.openxmlformats.org/officeDocument/2006/relationships/image" Target="../media/image5.png"/><Relationship Id="rId4" Type="http://schemas.openxmlformats.org/officeDocument/2006/relationships/image" Target="../media/image1.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Master" Target="../slideMasters/slideMaster1.xml"/><Relationship Id="rId1" Type="http://schemas.openxmlformats.org/officeDocument/2006/relationships/tags" Target="../tags/tag41.xml"/><Relationship Id="rId5" Type="http://schemas.openxmlformats.org/officeDocument/2006/relationships/image" Target="../media/image3.emf"/><Relationship Id="rId4" Type="http://schemas.openxmlformats.org/officeDocument/2006/relationships/image" Target="../media/image1.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Master" Target="../slideMasters/slideMaster1.xml"/><Relationship Id="rId1" Type="http://schemas.openxmlformats.org/officeDocument/2006/relationships/tags" Target="../tags/tag42.xml"/><Relationship Id="rId5" Type="http://schemas.openxmlformats.org/officeDocument/2006/relationships/image" Target="../media/image3.emf"/><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Master" Target="../slideMasters/slideMaster1.xml"/><Relationship Id="rId1" Type="http://schemas.openxmlformats.org/officeDocument/2006/relationships/tags" Target="../tags/tag43.xml"/><Relationship Id="rId5" Type="http://schemas.openxmlformats.org/officeDocument/2006/relationships/image" Target="../media/image3.emf"/><Relationship Id="rId4" Type="http://schemas.openxmlformats.org/officeDocument/2006/relationships/image" Target="../media/image1.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Master" Target="../slideMasters/slideMaster1.xml"/><Relationship Id="rId1" Type="http://schemas.openxmlformats.org/officeDocument/2006/relationships/tags" Target="../tags/tag44.xml"/><Relationship Id="rId5" Type="http://schemas.openxmlformats.org/officeDocument/2006/relationships/image" Target="../media/image3.emf"/><Relationship Id="rId4" Type="http://schemas.openxmlformats.org/officeDocument/2006/relationships/image" Target="../media/image1.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Master" Target="../slideMasters/slideMaster1.xml"/><Relationship Id="rId1" Type="http://schemas.openxmlformats.org/officeDocument/2006/relationships/tags" Target="../tags/tag45.xml"/><Relationship Id="rId5" Type="http://schemas.openxmlformats.org/officeDocument/2006/relationships/image" Target="../media/image3.emf"/><Relationship Id="rId4" Type="http://schemas.openxmlformats.org/officeDocument/2006/relationships/image" Target="../media/image1.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Master" Target="../slideMasters/slideMaster1.xml"/><Relationship Id="rId1" Type="http://schemas.openxmlformats.org/officeDocument/2006/relationships/tags" Target="../tags/tag46.xml"/><Relationship Id="rId5" Type="http://schemas.openxmlformats.org/officeDocument/2006/relationships/image" Target="../media/image3.emf"/><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hite box">
    <p:spTree>
      <p:nvGrpSpPr>
        <p:cNvPr id="1" name=""/>
        <p:cNvGrpSpPr/>
        <p:nvPr/>
      </p:nvGrpSpPr>
      <p:grpSpPr>
        <a:xfrm>
          <a:off x="0" y="0"/>
          <a:ext cx="0" cy="0"/>
          <a:chOff x="0" y="0"/>
          <a:chExt cx="0" cy="0"/>
        </a:xfrm>
      </p:grpSpPr>
      <p:graphicFrame>
        <p:nvGraphicFramePr>
          <p:cNvPr id="4" name="Objekt 9" hidden="1">
            <a:extLst>
              <a:ext uri="{FF2B5EF4-FFF2-40B4-BE49-F238E27FC236}">
                <a16:creationId xmlns:a16="http://schemas.microsoft.com/office/drawing/2014/main" id="{61999DE7-822E-19C1-EEBC-7EC2E7CBB7D1}"/>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55298" name="Objekt 9" hidden="1">
                        <a:extLst>
                          <a:ext uri="{FF2B5EF4-FFF2-40B4-BE49-F238E27FC236}">
                            <a16:creationId xmlns:a16="http://schemas.microsoft.com/office/drawing/2014/main" id="{77E8DA39-5E87-B307-206F-EE2D7B3A0C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 name="Gruppieren 10">
            <a:extLst>
              <a:ext uri="{FF2B5EF4-FFF2-40B4-BE49-F238E27FC236}">
                <a16:creationId xmlns:a16="http://schemas.microsoft.com/office/drawing/2014/main" id="{3F9DB4F2-9C22-D6FD-66CD-F58D5C56F9AF}"/>
              </a:ext>
            </a:extLst>
          </p:cNvPr>
          <p:cNvGrpSpPr>
            <a:grpSpLocks/>
          </p:cNvGrpSpPr>
          <p:nvPr userDrawn="1"/>
        </p:nvGrpSpPr>
        <p:grpSpPr bwMode="auto">
          <a:xfrm>
            <a:off x="7767638" y="106363"/>
            <a:ext cx="1193800" cy="222250"/>
            <a:chOff x="8174038" y="147638"/>
            <a:chExt cx="787400" cy="146050"/>
          </a:xfrm>
        </p:grpSpPr>
        <p:sp>
          <p:nvSpPr>
            <p:cNvPr id="6" name="AutoShape 89">
              <a:extLst>
                <a:ext uri="{FF2B5EF4-FFF2-40B4-BE49-F238E27FC236}">
                  <a16:creationId xmlns:a16="http://schemas.microsoft.com/office/drawing/2014/main" id="{DB6A93BC-6EF5-E174-3648-6DEFBB5895E1}"/>
                </a:ext>
              </a:extLst>
            </p:cNvPr>
            <p:cNvSpPr>
              <a:spLocks noChangeAspect="1" noChangeArrowheads="1" noTextEdit="1"/>
            </p:cNvSpPr>
            <p:nvPr userDrawn="1"/>
          </p:nvSpPr>
          <p:spPr bwMode="auto">
            <a:xfrm>
              <a:off x="8174038" y="147638"/>
              <a:ext cx="787400"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VN"/>
            </a:p>
          </p:txBody>
        </p:sp>
        <p:sp>
          <p:nvSpPr>
            <p:cNvPr id="7" name="Rectangle 91">
              <a:extLst>
                <a:ext uri="{FF2B5EF4-FFF2-40B4-BE49-F238E27FC236}">
                  <a16:creationId xmlns:a16="http://schemas.microsoft.com/office/drawing/2014/main" id="{A550A4B9-6FC1-A99C-864E-B269BDD0B4EE}"/>
                </a:ext>
              </a:extLst>
            </p:cNvPr>
            <p:cNvSpPr>
              <a:spLocks noChangeArrowheads="1"/>
            </p:cNvSpPr>
            <p:nvPr userDrawn="1"/>
          </p:nvSpPr>
          <p:spPr bwMode="auto">
            <a:xfrm>
              <a:off x="8174038" y="147638"/>
              <a:ext cx="787400" cy="146050"/>
            </a:xfrm>
            <a:prstGeom prst="rect">
              <a:avLst/>
            </a:prstGeom>
            <a:solidFill>
              <a:schemeClr val="accent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9" name="Rectangle 92">
              <a:extLst>
                <a:ext uri="{FF2B5EF4-FFF2-40B4-BE49-F238E27FC236}">
                  <a16:creationId xmlns:a16="http://schemas.microsoft.com/office/drawing/2014/main" id="{BC8ABFEA-038A-8E50-ABF1-0BD5344AF723}"/>
                </a:ext>
              </a:extLst>
            </p:cNvPr>
            <p:cNvSpPr>
              <a:spLocks noChangeArrowheads="1"/>
            </p:cNvSpPr>
            <p:nvPr userDrawn="1"/>
          </p:nvSpPr>
          <p:spPr bwMode="auto">
            <a:xfrm>
              <a:off x="8854636" y="187280"/>
              <a:ext cx="69107" cy="66766"/>
            </a:xfrm>
            <a:prstGeom prst="rect">
              <a:avLst/>
            </a:prstGeom>
            <a:solidFill>
              <a:schemeClr val="bg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10" name="Freeform 93">
              <a:extLst>
                <a:ext uri="{FF2B5EF4-FFF2-40B4-BE49-F238E27FC236}">
                  <a16:creationId xmlns:a16="http://schemas.microsoft.com/office/drawing/2014/main" id="{6510CC5C-CFF0-D969-7BCA-489D9129258D}"/>
                </a:ext>
              </a:extLst>
            </p:cNvPr>
            <p:cNvSpPr>
              <a:spLocks/>
            </p:cNvSpPr>
            <p:nvPr userDrawn="1"/>
          </p:nvSpPr>
          <p:spPr bwMode="auto">
            <a:xfrm>
              <a:off x="8621713" y="185738"/>
              <a:ext cx="65088" cy="69850"/>
            </a:xfrm>
            <a:custGeom>
              <a:avLst/>
              <a:gdLst>
                <a:gd name="T0" fmla="*/ 2147483646 w 40"/>
                <a:gd name="T1" fmla="*/ 2147483646 h 44"/>
                <a:gd name="T2" fmla="*/ 2147483646 w 40"/>
                <a:gd name="T3" fmla="*/ 2147483646 h 44"/>
                <a:gd name="T4" fmla="*/ 2147483646 w 40"/>
                <a:gd name="T5" fmla="*/ 2147483646 h 44"/>
                <a:gd name="T6" fmla="*/ 2147483646 w 40"/>
                <a:gd name="T7" fmla="*/ 2147483646 h 44"/>
                <a:gd name="T8" fmla="*/ 2147483646 w 40"/>
                <a:gd name="T9" fmla="*/ 2147483646 h 44"/>
                <a:gd name="T10" fmla="*/ 2147483646 w 40"/>
                <a:gd name="T11" fmla="*/ 2147483646 h 44"/>
                <a:gd name="T12" fmla="*/ 2147483646 w 40"/>
                <a:gd name="T13" fmla="*/ 2147483646 h 44"/>
                <a:gd name="T14" fmla="*/ 2147483646 w 40"/>
                <a:gd name="T15" fmla="*/ 2147483646 h 44"/>
                <a:gd name="T16" fmla="*/ 2147483646 w 40"/>
                <a:gd name="T17" fmla="*/ 2147483646 h 44"/>
                <a:gd name="T18" fmla="*/ 2147483646 w 40"/>
                <a:gd name="T19" fmla="*/ 2147483646 h 44"/>
                <a:gd name="T20" fmla="*/ 2147483646 w 40"/>
                <a:gd name="T21" fmla="*/ 2147483646 h 44"/>
                <a:gd name="T22" fmla="*/ 2147483646 w 40"/>
                <a:gd name="T23" fmla="*/ 0 h 44"/>
                <a:gd name="T24" fmla="*/ 0 w 40"/>
                <a:gd name="T25" fmla="*/ 2147483646 h 44"/>
                <a:gd name="T26" fmla="*/ 2147483646 w 40"/>
                <a:gd name="T27" fmla="*/ 2147483646 h 44"/>
                <a:gd name="T28" fmla="*/ 2147483646 w 40"/>
                <a:gd name="T29" fmla="*/ 2147483646 h 44"/>
                <a:gd name="T30" fmla="*/ 2147483646 w 40"/>
                <a:gd name="T31" fmla="*/ 2147483646 h 44"/>
                <a:gd name="T32" fmla="*/ 2147483646 w 40"/>
                <a:gd name="T33" fmla="*/ 2147483646 h 44"/>
                <a:gd name="T34" fmla="*/ 2147483646 w 40"/>
                <a:gd name="T35" fmla="*/ 2147483646 h 4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0" h="44">
                  <a:moveTo>
                    <a:pt x="21" y="18"/>
                  </a:moveTo>
                  <a:cubicBezTo>
                    <a:pt x="21" y="26"/>
                    <a:pt x="21" y="26"/>
                    <a:pt x="21" y="26"/>
                  </a:cubicBezTo>
                  <a:cubicBezTo>
                    <a:pt x="31" y="26"/>
                    <a:pt x="31" y="26"/>
                    <a:pt x="31" y="26"/>
                  </a:cubicBezTo>
                  <a:cubicBezTo>
                    <a:pt x="31" y="33"/>
                    <a:pt x="31" y="33"/>
                    <a:pt x="31" y="33"/>
                  </a:cubicBezTo>
                  <a:cubicBezTo>
                    <a:pt x="29" y="35"/>
                    <a:pt x="26" y="36"/>
                    <a:pt x="22" y="36"/>
                  </a:cubicBezTo>
                  <a:cubicBezTo>
                    <a:pt x="14" y="36"/>
                    <a:pt x="8" y="31"/>
                    <a:pt x="8" y="22"/>
                  </a:cubicBezTo>
                  <a:cubicBezTo>
                    <a:pt x="8" y="13"/>
                    <a:pt x="14" y="8"/>
                    <a:pt x="22" y="8"/>
                  </a:cubicBezTo>
                  <a:cubicBezTo>
                    <a:pt x="26" y="8"/>
                    <a:pt x="30" y="9"/>
                    <a:pt x="33" y="12"/>
                  </a:cubicBezTo>
                  <a:cubicBezTo>
                    <a:pt x="33" y="12"/>
                    <a:pt x="33" y="12"/>
                    <a:pt x="33" y="12"/>
                  </a:cubicBezTo>
                  <a:cubicBezTo>
                    <a:pt x="39" y="7"/>
                    <a:pt x="39" y="7"/>
                    <a:pt x="39" y="7"/>
                  </a:cubicBezTo>
                  <a:cubicBezTo>
                    <a:pt x="38" y="7"/>
                    <a:pt x="38" y="7"/>
                    <a:pt x="38" y="7"/>
                  </a:cubicBezTo>
                  <a:cubicBezTo>
                    <a:pt x="34" y="3"/>
                    <a:pt x="29" y="0"/>
                    <a:pt x="22" y="0"/>
                  </a:cubicBezTo>
                  <a:cubicBezTo>
                    <a:pt x="9" y="0"/>
                    <a:pt x="0" y="9"/>
                    <a:pt x="0" y="22"/>
                  </a:cubicBezTo>
                  <a:cubicBezTo>
                    <a:pt x="0" y="35"/>
                    <a:pt x="9" y="44"/>
                    <a:pt x="22" y="44"/>
                  </a:cubicBezTo>
                  <a:cubicBezTo>
                    <a:pt x="29" y="44"/>
                    <a:pt x="36" y="41"/>
                    <a:pt x="40" y="36"/>
                  </a:cubicBezTo>
                  <a:cubicBezTo>
                    <a:pt x="40" y="35"/>
                    <a:pt x="40" y="35"/>
                    <a:pt x="40" y="35"/>
                  </a:cubicBezTo>
                  <a:cubicBezTo>
                    <a:pt x="40" y="18"/>
                    <a:pt x="40" y="18"/>
                    <a:pt x="40" y="18"/>
                  </a:cubicBezTo>
                  <a:lnTo>
                    <a:pt x="21" y="1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1" name="Freeform 94">
              <a:extLst>
                <a:ext uri="{FF2B5EF4-FFF2-40B4-BE49-F238E27FC236}">
                  <a16:creationId xmlns:a16="http://schemas.microsoft.com/office/drawing/2014/main" id="{A203216C-7F58-8063-1C79-3F4821529769}"/>
                </a:ext>
              </a:extLst>
            </p:cNvPr>
            <p:cNvSpPr>
              <a:spLocks/>
            </p:cNvSpPr>
            <p:nvPr userDrawn="1"/>
          </p:nvSpPr>
          <p:spPr bwMode="auto">
            <a:xfrm>
              <a:off x="8702676" y="187326"/>
              <a:ext cx="50800" cy="66675"/>
            </a:xfrm>
            <a:custGeom>
              <a:avLst/>
              <a:gdLst>
                <a:gd name="T0" fmla="*/ 2147483646 w 32"/>
                <a:gd name="T1" fmla="*/ 2147483646 h 42"/>
                <a:gd name="T2" fmla="*/ 2147483646 w 32"/>
                <a:gd name="T3" fmla="*/ 0 h 42"/>
                <a:gd name="T4" fmla="*/ 0 w 32"/>
                <a:gd name="T5" fmla="*/ 0 h 42"/>
                <a:gd name="T6" fmla="*/ 0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2147483646 h 42"/>
                <a:gd name="T16" fmla="*/ 2147483646 w 32"/>
                <a:gd name="T17" fmla="*/ 2147483646 h 42"/>
                <a:gd name="T18" fmla="*/ 2147483646 w 32"/>
                <a:gd name="T19" fmla="*/ 2147483646 h 42"/>
                <a:gd name="T20" fmla="*/ 2147483646 w 32"/>
                <a:gd name="T21" fmla="*/ 2147483646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2" h="42">
                  <a:moveTo>
                    <a:pt x="32" y="8"/>
                  </a:moveTo>
                  <a:lnTo>
                    <a:pt x="32" y="0"/>
                  </a:lnTo>
                  <a:lnTo>
                    <a:pt x="0" y="0"/>
                  </a:lnTo>
                  <a:lnTo>
                    <a:pt x="0" y="42"/>
                  </a:lnTo>
                  <a:lnTo>
                    <a:pt x="9" y="42"/>
                  </a:lnTo>
                  <a:lnTo>
                    <a:pt x="9" y="25"/>
                  </a:lnTo>
                  <a:lnTo>
                    <a:pt x="31" y="25"/>
                  </a:lnTo>
                  <a:lnTo>
                    <a:pt x="31" y="18"/>
                  </a:lnTo>
                  <a:lnTo>
                    <a:pt x="9" y="18"/>
                  </a:lnTo>
                  <a:lnTo>
                    <a:pt x="9" y="8"/>
                  </a:lnTo>
                  <a:lnTo>
                    <a:pt x="32" y="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2" name="Freeform 95">
              <a:extLst>
                <a:ext uri="{FF2B5EF4-FFF2-40B4-BE49-F238E27FC236}">
                  <a16:creationId xmlns:a16="http://schemas.microsoft.com/office/drawing/2014/main" id="{1925EDB2-E529-9AFA-71B7-43651F9F0987}"/>
                </a:ext>
              </a:extLst>
            </p:cNvPr>
            <p:cNvSpPr>
              <a:spLocks/>
            </p:cNvSpPr>
            <p:nvPr userDrawn="1"/>
          </p:nvSpPr>
          <p:spPr bwMode="auto">
            <a:xfrm>
              <a:off x="8761413" y="187326"/>
              <a:ext cx="50800" cy="66675"/>
            </a:xfrm>
            <a:custGeom>
              <a:avLst/>
              <a:gdLst>
                <a:gd name="T0" fmla="*/ 0 w 32"/>
                <a:gd name="T1" fmla="*/ 0 h 42"/>
                <a:gd name="T2" fmla="*/ 0 w 32"/>
                <a:gd name="T3" fmla="*/ 2147483646 h 42"/>
                <a:gd name="T4" fmla="*/ 2147483646 w 32"/>
                <a:gd name="T5" fmla="*/ 2147483646 h 42"/>
                <a:gd name="T6" fmla="*/ 2147483646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0 h 42"/>
                <a:gd name="T16" fmla="*/ 0 w 32"/>
                <a:gd name="T17" fmla="*/ 0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 h="42">
                  <a:moveTo>
                    <a:pt x="0" y="0"/>
                  </a:moveTo>
                  <a:lnTo>
                    <a:pt x="0" y="8"/>
                  </a:lnTo>
                  <a:lnTo>
                    <a:pt x="11" y="8"/>
                  </a:lnTo>
                  <a:lnTo>
                    <a:pt x="11" y="42"/>
                  </a:lnTo>
                  <a:lnTo>
                    <a:pt x="20" y="42"/>
                  </a:lnTo>
                  <a:lnTo>
                    <a:pt x="20" y="8"/>
                  </a:lnTo>
                  <a:lnTo>
                    <a:pt x="32" y="8"/>
                  </a:lnTo>
                  <a:lnTo>
                    <a:pt x="32"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grpSp>
      <p:grpSp>
        <p:nvGrpSpPr>
          <p:cNvPr id="13" name="Gruppieren 17">
            <a:extLst>
              <a:ext uri="{FF2B5EF4-FFF2-40B4-BE49-F238E27FC236}">
                <a16:creationId xmlns:a16="http://schemas.microsoft.com/office/drawing/2014/main" id="{43ED5739-15F5-263E-A3B3-3E07CBC73156}"/>
              </a:ext>
            </a:extLst>
          </p:cNvPr>
          <p:cNvGrpSpPr>
            <a:grpSpLocks/>
          </p:cNvGrpSpPr>
          <p:nvPr userDrawn="1"/>
        </p:nvGrpSpPr>
        <p:grpSpPr bwMode="auto">
          <a:xfrm>
            <a:off x="-274638" y="-292100"/>
            <a:ext cx="9701213" cy="5749925"/>
            <a:chOff x="-275113" y="-292561"/>
            <a:chExt cx="9702165" cy="5750386"/>
          </a:xfrm>
        </p:grpSpPr>
        <p:grpSp>
          <p:nvGrpSpPr>
            <p:cNvPr id="14" name="Gruppieren 18">
              <a:extLst>
                <a:ext uri="{FF2B5EF4-FFF2-40B4-BE49-F238E27FC236}">
                  <a16:creationId xmlns:a16="http://schemas.microsoft.com/office/drawing/2014/main" id="{2DBB306E-73E3-D63D-60DC-26493C06BBBC}"/>
                </a:ext>
              </a:extLst>
            </p:cNvPr>
            <p:cNvGrpSpPr>
              <a:grpSpLocks/>
            </p:cNvGrpSpPr>
            <p:nvPr userDrawn="1"/>
          </p:nvGrpSpPr>
          <p:grpSpPr bwMode="auto">
            <a:xfrm>
              <a:off x="186532" y="5290185"/>
              <a:ext cx="8772525" cy="167640"/>
              <a:chOff x="186532" y="-281940"/>
              <a:chExt cx="8772525" cy="708660"/>
            </a:xfrm>
          </p:grpSpPr>
          <p:cxnSp>
            <p:nvCxnSpPr>
              <p:cNvPr id="42" name="Gerade Verbindung 45">
                <a:extLst>
                  <a:ext uri="{FF2B5EF4-FFF2-40B4-BE49-F238E27FC236}">
                    <a16:creationId xmlns:a16="http://schemas.microsoft.com/office/drawing/2014/main" id="{5C8A41DF-CD17-086C-A157-328C7C29F191}"/>
                  </a:ext>
                </a:extLst>
              </p:cNvPr>
              <p:cNvCxnSpPr/>
              <p:nvPr userDrawn="1"/>
            </p:nvCxnSpPr>
            <p:spPr bwMode="gray">
              <a:xfrm>
                <a:off x="979136"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3" name="Gerade Verbindung 46">
                <a:extLst>
                  <a:ext uri="{FF2B5EF4-FFF2-40B4-BE49-F238E27FC236}">
                    <a16:creationId xmlns:a16="http://schemas.microsoft.com/office/drawing/2014/main" id="{B605F60C-E4C4-A16D-D163-D53993E12219}"/>
                  </a:ext>
                </a:extLst>
              </p:cNvPr>
              <p:cNvCxnSpPr/>
              <p:nvPr userDrawn="1"/>
            </p:nvCxnSpPr>
            <p:spPr bwMode="gray">
              <a:xfrm>
                <a:off x="1777726"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4" name="Gerade Verbindung 47">
                <a:extLst>
                  <a:ext uri="{FF2B5EF4-FFF2-40B4-BE49-F238E27FC236}">
                    <a16:creationId xmlns:a16="http://schemas.microsoft.com/office/drawing/2014/main" id="{7682E0C6-0369-2C18-ACB1-1C3F3DAA9BCC}"/>
                  </a:ext>
                </a:extLst>
              </p:cNvPr>
              <p:cNvCxnSpPr/>
              <p:nvPr userDrawn="1"/>
            </p:nvCxnSpPr>
            <p:spPr bwMode="gray">
              <a:xfrm>
                <a:off x="2576318"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5" name="Gerade Verbindung 48">
                <a:extLst>
                  <a:ext uri="{FF2B5EF4-FFF2-40B4-BE49-F238E27FC236}">
                    <a16:creationId xmlns:a16="http://schemas.microsoft.com/office/drawing/2014/main" id="{F4E35828-C3E2-E1BA-7684-D516581D9A93}"/>
                  </a:ext>
                </a:extLst>
              </p:cNvPr>
              <p:cNvCxnSpPr/>
              <p:nvPr userDrawn="1"/>
            </p:nvCxnSpPr>
            <p:spPr bwMode="gray">
              <a:xfrm>
                <a:off x="3374908"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6" name="Gerade Verbindung 49">
                <a:extLst>
                  <a:ext uri="{FF2B5EF4-FFF2-40B4-BE49-F238E27FC236}">
                    <a16:creationId xmlns:a16="http://schemas.microsoft.com/office/drawing/2014/main" id="{11ACC56C-A994-3D0E-CEF3-AC7631F155EF}"/>
                  </a:ext>
                </a:extLst>
              </p:cNvPr>
              <p:cNvCxnSpPr/>
              <p:nvPr userDrawn="1"/>
            </p:nvCxnSpPr>
            <p:spPr bwMode="gray">
              <a:xfrm>
                <a:off x="4173499"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7" name="Gerade Verbindung 50">
                <a:extLst>
                  <a:ext uri="{FF2B5EF4-FFF2-40B4-BE49-F238E27FC236}">
                    <a16:creationId xmlns:a16="http://schemas.microsoft.com/office/drawing/2014/main" id="{8C215905-9378-F9F6-6480-CB9981BACF7F}"/>
                  </a:ext>
                </a:extLst>
              </p:cNvPr>
              <p:cNvCxnSpPr/>
              <p:nvPr userDrawn="1"/>
            </p:nvCxnSpPr>
            <p:spPr bwMode="gray">
              <a:xfrm>
                <a:off x="4972090"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8" name="Gerade Verbindung 51">
                <a:extLst>
                  <a:ext uri="{FF2B5EF4-FFF2-40B4-BE49-F238E27FC236}">
                    <a16:creationId xmlns:a16="http://schemas.microsoft.com/office/drawing/2014/main" id="{F63183AD-8B21-303C-4929-A859EA3B04C5}"/>
                  </a:ext>
                </a:extLst>
              </p:cNvPr>
              <p:cNvCxnSpPr/>
              <p:nvPr userDrawn="1"/>
            </p:nvCxnSpPr>
            <p:spPr bwMode="gray">
              <a:xfrm>
                <a:off x="5770681"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9" name="Gerade Verbindung 52">
                <a:extLst>
                  <a:ext uri="{FF2B5EF4-FFF2-40B4-BE49-F238E27FC236}">
                    <a16:creationId xmlns:a16="http://schemas.microsoft.com/office/drawing/2014/main" id="{CE155443-AB0D-0109-CEAD-995D4976F01A}"/>
                  </a:ext>
                </a:extLst>
              </p:cNvPr>
              <p:cNvCxnSpPr/>
              <p:nvPr userDrawn="1"/>
            </p:nvCxnSpPr>
            <p:spPr bwMode="gray">
              <a:xfrm>
                <a:off x="6569271"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0" name="Gerade Verbindung 53">
                <a:extLst>
                  <a:ext uri="{FF2B5EF4-FFF2-40B4-BE49-F238E27FC236}">
                    <a16:creationId xmlns:a16="http://schemas.microsoft.com/office/drawing/2014/main" id="{1AAE2B98-2029-D053-46A7-F2C22C0E6CD4}"/>
                  </a:ext>
                </a:extLst>
              </p:cNvPr>
              <p:cNvCxnSpPr/>
              <p:nvPr userDrawn="1"/>
            </p:nvCxnSpPr>
            <p:spPr bwMode="gray">
              <a:xfrm>
                <a:off x="7367863"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1" name="Gerade Verbindung 54">
                <a:extLst>
                  <a:ext uri="{FF2B5EF4-FFF2-40B4-BE49-F238E27FC236}">
                    <a16:creationId xmlns:a16="http://schemas.microsoft.com/office/drawing/2014/main" id="{46349A04-E39C-E28F-3FD4-595999735E25}"/>
                  </a:ext>
                </a:extLst>
              </p:cNvPr>
              <p:cNvCxnSpPr/>
              <p:nvPr userDrawn="1"/>
            </p:nvCxnSpPr>
            <p:spPr bwMode="gray">
              <a:xfrm>
                <a:off x="8166453"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2" name="Gerade Verbindung 55">
                <a:extLst>
                  <a:ext uri="{FF2B5EF4-FFF2-40B4-BE49-F238E27FC236}">
                    <a16:creationId xmlns:a16="http://schemas.microsoft.com/office/drawing/2014/main" id="{E3575BDF-E868-D85E-839E-FA0D3A951333}"/>
                  </a:ext>
                </a:extLst>
              </p:cNvPr>
              <p:cNvCxnSpPr/>
              <p:nvPr userDrawn="1"/>
            </p:nvCxnSpPr>
            <p:spPr bwMode="gray">
              <a:xfrm>
                <a:off x="186895"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3" name="Gerade Verbindung 56">
                <a:extLst>
                  <a:ext uri="{FF2B5EF4-FFF2-40B4-BE49-F238E27FC236}">
                    <a16:creationId xmlns:a16="http://schemas.microsoft.com/office/drawing/2014/main" id="{EC1FE10F-4817-0385-7052-0E4C783D291B}"/>
                  </a:ext>
                </a:extLst>
              </p:cNvPr>
              <p:cNvCxnSpPr/>
              <p:nvPr userDrawn="1"/>
            </p:nvCxnSpPr>
            <p:spPr bwMode="gray">
              <a:xfrm>
                <a:off x="8958694"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15" name="Gerade Verbindung 31">
              <a:extLst>
                <a:ext uri="{FF2B5EF4-FFF2-40B4-BE49-F238E27FC236}">
                  <a16:creationId xmlns:a16="http://schemas.microsoft.com/office/drawing/2014/main" id="{08E69179-24FA-3726-11FA-BBB0F39C503B}"/>
                </a:ext>
              </a:extLst>
            </p:cNvPr>
            <p:cNvCxnSpPr/>
            <p:nvPr userDrawn="1"/>
          </p:nvCxnSpPr>
          <p:spPr bwMode="gray">
            <a:xfrm rot="16200000">
              <a:off x="-190967" y="355189"/>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 name="Gerade Verbindung 32">
              <a:extLst>
                <a:ext uri="{FF2B5EF4-FFF2-40B4-BE49-F238E27FC236}">
                  <a16:creationId xmlns:a16="http://schemas.microsoft.com/office/drawing/2014/main" id="{58DE74FB-8D54-CF72-D7DD-68308813BB65}"/>
                </a:ext>
              </a:extLst>
            </p:cNvPr>
            <p:cNvCxnSpPr/>
            <p:nvPr userDrawn="1"/>
          </p:nvCxnSpPr>
          <p:spPr bwMode="gray">
            <a:xfrm rot="16200000">
              <a:off x="-190967" y="545705"/>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Gerade Verbindung 33">
              <a:extLst>
                <a:ext uri="{FF2B5EF4-FFF2-40B4-BE49-F238E27FC236}">
                  <a16:creationId xmlns:a16="http://schemas.microsoft.com/office/drawing/2014/main" id="{B7258DB3-E52B-02BC-2A53-498DBDE858B2}"/>
                </a:ext>
              </a:extLst>
            </p:cNvPr>
            <p:cNvCxnSpPr/>
            <p:nvPr userDrawn="1"/>
          </p:nvCxnSpPr>
          <p:spPr bwMode="gray">
            <a:xfrm rot="16200000">
              <a:off x="-190967" y="4876752"/>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 name="Gerade Verbindung 34">
              <a:extLst>
                <a:ext uri="{FF2B5EF4-FFF2-40B4-BE49-F238E27FC236}">
                  <a16:creationId xmlns:a16="http://schemas.microsoft.com/office/drawing/2014/main" id="{6A81501B-8CA1-A208-BA60-1F24C69E4286}"/>
                </a:ext>
              </a:extLst>
            </p:cNvPr>
            <p:cNvCxnSpPr/>
            <p:nvPr userDrawn="1"/>
          </p:nvCxnSpPr>
          <p:spPr bwMode="gray">
            <a:xfrm rot="16200000">
              <a:off x="-190967" y="4684649"/>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Gerade Verbindung 35">
              <a:extLst>
                <a:ext uri="{FF2B5EF4-FFF2-40B4-BE49-F238E27FC236}">
                  <a16:creationId xmlns:a16="http://schemas.microsoft.com/office/drawing/2014/main" id="{ADE2BAE6-26E7-3296-6734-21B6E08393E3}"/>
                </a:ext>
              </a:extLst>
            </p:cNvPr>
            <p:cNvCxnSpPr/>
            <p:nvPr userDrawn="1"/>
          </p:nvCxnSpPr>
          <p:spPr bwMode="gray">
            <a:xfrm rot="16200000">
              <a:off x="9342907" y="352014"/>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Gerade Verbindung 36">
              <a:extLst>
                <a:ext uri="{FF2B5EF4-FFF2-40B4-BE49-F238E27FC236}">
                  <a16:creationId xmlns:a16="http://schemas.microsoft.com/office/drawing/2014/main" id="{8E939E2B-DE6F-2171-AFA7-7301F7F67E48}"/>
                </a:ext>
              </a:extLst>
            </p:cNvPr>
            <p:cNvCxnSpPr/>
            <p:nvPr userDrawn="1"/>
          </p:nvCxnSpPr>
          <p:spPr bwMode="gray">
            <a:xfrm rot="16200000">
              <a:off x="9342907" y="545705"/>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 name="Gerade Verbindung 37">
              <a:extLst>
                <a:ext uri="{FF2B5EF4-FFF2-40B4-BE49-F238E27FC236}">
                  <a16:creationId xmlns:a16="http://schemas.microsoft.com/office/drawing/2014/main" id="{392868F0-7E85-2B27-C152-76C94CCFB5CE}"/>
                </a:ext>
              </a:extLst>
            </p:cNvPr>
            <p:cNvCxnSpPr/>
            <p:nvPr userDrawn="1"/>
          </p:nvCxnSpPr>
          <p:spPr bwMode="gray">
            <a:xfrm rot="16200000">
              <a:off x="9342907" y="4876752"/>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Gerade Verbindung 38">
              <a:extLst>
                <a:ext uri="{FF2B5EF4-FFF2-40B4-BE49-F238E27FC236}">
                  <a16:creationId xmlns:a16="http://schemas.microsoft.com/office/drawing/2014/main" id="{C73AFC7C-9140-0211-1188-CCF3423BD7B5}"/>
                </a:ext>
              </a:extLst>
            </p:cNvPr>
            <p:cNvCxnSpPr/>
            <p:nvPr userDrawn="1"/>
          </p:nvCxnSpPr>
          <p:spPr bwMode="gray">
            <a:xfrm rot="16200000">
              <a:off x="9342907" y="4684649"/>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 name="Gerade Verbindung 39">
              <a:extLst>
                <a:ext uri="{FF2B5EF4-FFF2-40B4-BE49-F238E27FC236}">
                  <a16:creationId xmlns:a16="http://schemas.microsoft.com/office/drawing/2014/main" id="{16847A5A-F8AB-B5CD-86EE-05676EB97FE2}"/>
                </a:ext>
              </a:extLst>
            </p:cNvPr>
            <p:cNvCxnSpPr/>
            <p:nvPr userDrawn="1"/>
          </p:nvCxnSpPr>
          <p:spPr bwMode="gray">
            <a:xfrm rot="16200000">
              <a:off x="-190967" y="1179167"/>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Gerade Verbindung 40">
              <a:extLst>
                <a:ext uri="{FF2B5EF4-FFF2-40B4-BE49-F238E27FC236}">
                  <a16:creationId xmlns:a16="http://schemas.microsoft.com/office/drawing/2014/main" id="{D9FFA36C-85AC-1AB3-C175-D5BD3629F286}"/>
                </a:ext>
              </a:extLst>
            </p:cNvPr>
            <p:cNvCxnSpPr/>
            <p:nvPr userDrawn="1"/>
          </p:nvCxnSpPr>
          <p:spPr bwMode="gray">
            <a:xfrm rot="16200000">
              <a:off x="-190967" y="2347661"/>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Gerade Verbindung 41">
              <a:extLst>
                <a:ext uri="{FF2B5EF4-FFF2-40B4-BE49-F238E27FC236}">
                  <a16:creationId xmlns:a16="http://schemas.microsoft.com/office/drawing/2014/main" id="{78524B33-049F-544E-AFC8-4200D55EC9B6}"/>
                </a:ext>
              </a:extLst>
            </p:cNvPr>
            <p:cNvCxnSpPr/>
            <p:nvPr userDrawn="1"/>
          </p:nvCxnSpPr>
          <p:spPr bwMode="gray">
            <a:xfrm rot="16200000">
              <a:off x="-190967" y="3516155"/>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6" name="Gerade Verbindung 42">
              <a:extLst>
                <a:ext uri="{FF2B5EF4-FFF2-40B4-BE49-F238E27FC236}">
                  <a16:creationId xmlns:a16="http://schemas.microsoft.com/office/drawing/2014/main" id="{869BCB0C-253B-94BC-FF49-981D2D753AD0}"/>
                </a:ext>
              </a:extLst>
            </p:cNvPr>
            <p:cNvCxnSpPr/>
            <p:nvPr userDrawn="1"/>
          </p:nvCxnSpPr>
          <p:spPr bwMode="gray">
            <a:xfrm rot="16200000">
              <a:off x="9342907" y="1179167"/>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Gerade Verbindung 43">
              <a:extLst>
                <a:ext uri="{FF2B5EF4-FFF2-40B4-BE49-F238E27FC236}">
                  <a16:creationId xmlns:a16="http://schemas.microsoft.com/office/drawing/2014/main" id="{5D23BC8A-BB58-C89D-41F9-E66EED2B66B1}"/>
                </a:ext>
              </a:extLst>
            </p:cNvPr>
            <p:cNvCxnSpPr/>
            <p:nvPr userDrawn="1"/>
          </p:nvCxnSpPr>
          <p:spPr bwMode="gray">
            <a:xfrm rot="16200000">
              <a:off x="9342907" y="2347661"/>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8" name="Gerade Verbindung 44">
              <a:extLst>
                <a:ext uri="{FF2B5EF4-FFF2-40B4-BE49-F238E27FC236}">
                  <a16:creationId xmlns:a16="http://schemas.microsoft.com/office/drawing/2014/main" id="{30DE79DE-C6D8-AFC7-4133-A1CB04D2B149}"/>
                </a:ext>
              </a:extLst>
            </p:cNvPr>
            <p:cNvCxnSpPr/>
            <p:nvPr userDrawn="1"/>
          </p:nvCxnSpPr>
          <p:spPr bwMode="gray">
            <a:xfrm rot="16200000">
              <a:off x="9342907" y="3516155"/>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29" name="Gruppieren 33">
              <a:extLst>
                <a:ext uri="{FF2B5EF4-FFF2-40B4-BE49-F238E27FC236}">
                  <a16:creationId xmlns:a16="http://schemas.microsoft.com/office/drawing/2014/main" id="{77108B2F-3B74-951A-2595-EA4AB99D160A}"/>
                </a:ext>
              </a:extLst>
            </p:cNvPr>
            <p:cNvGrpSpPr>
              <a:grpSpLocks/>
            </p:cNvGrpSpPr>
            <p:nvPr userDrawn="1"/>
          </p:nvGrpSpPr>
          <p:grpSpPr bwMode="auto">
            <a:xfrm>
              <a:off x="186532" y="-292561"/>
              <a:ext cx="8772525" cy="167640"/>
              <a:chOff x="186532" y="-281940"/>
              <a:chExt cx="8772525" cy="708660"/>
            </a:xfrm>
          </p:grpSpPr>
          <p:cxnSp>
            <p:nvCxnSpPr>
              <p:cNvPr id="30" name="Gerade Verbindung 45">
                <a:extLst>
                  <a:ext uri="{FF2B5EF4-FFF2-40B4-BE49-F238E27FC236}">
                    <a16:creationId xmlns:a16="http://schemas.microsoft.com/office/drawing/2014/main" id="{EDFFEEC6-A2FC-6471-54CE-74A97D232B78}"/>
                  </a:ext>
                </a:extLst>
              </p:cNvPr>
              <p:cNvCxnSpPr/>
              <p:nvPr userDrawn="1"/>
            </p:nvCxnSpPr>
            <p:spPr bwMode="gray">
              <a:xfrm>
                <a:off x="979136"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1" name="Gerade Verbindung 46">
                <a:extLst>
                  <a:ext uri="{FF2B5EF4-FFF2-40B4-BE49-F238E27FC236}">
                    <a16:creationId xmlns:a16="http://schemas.microsoft.com/office/drawing/2014/main" id="{8DBE483E-DDDD-79BD-C215-A7B8725FEA3A}"/>
                  </a:ext>
                </a:extLst>
              </p:cNvPr>
              <p:cNvCxnSpPr/>
              <p:nvPr userDrawn="1"/>
            </p:nvCxnSpPr>
            <p:spPr bwMode="gray">
              <a:xfrm>
                <a:off x="1777726"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2" name="Gerade Verbindung 47">
                <a:extLst>
                  <a:ext uri="{FF2B5EF4-FFF2-40B4-BE49-F238E27FC236}">
                    <a16:creationId xmlns:a16="http://schemas.microsoft.com/office/drawing/2014/main" id="{862B8036-1A5F-AB28-1874-8EE229D40464}"/>
                  </a:ext>
                </a:extLst>
              </p:cNvPr>
              <p:cNvCxnSpPr/>
              <p:nvPr userDrawn="1"/>
            </p:nvCxnSpPr>
            <p:spPr bwMode="gray">
              <a:xfrm>
                <a:off x="2576318"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3" name="Gerade Verbindung 48">
                <a:extLst>
                  <a:ext uri="{FF2B5EF4-FFF2-40B4-BE49-F238E27FC236}">
                    <a16:creationId xmlns:a16="http://schemas.microsoft.com/office/drawing/2014/main" id="{5B586068-FBB4-8710-3768-9BD1F24AAC75}"/>
                  </a:ext>
                </a:extLst>
              </p:cNvPr>
              <p:cNvCxnSpPr/>
              <p:nvPr userDrawn="1"/>
            </p:nvCxnSpPr>
            <p:spPr bwMode="gray">
              <a:xfrm>
                <a:off x="3374908"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4" name="Gerade Verbindung 49">
                <a:extLst>
                  <a:ext uri="{FF2B5EF4-FFF2-40B4-BE49-F238E27FC236}">
                    <a16:creationId xmlns:a16="http://schemas.microsoft.com/office/drawing/2014/main" id="{CC8DE486-8AA6-5067-05A0-32726D61E001}"/>
                  </a:ext>
                </a:extLst>
              </p:cNvPr>
              <p:cNvCxnSpPr/>
              <p:nvPr userDrawn="1"/>
            </p:nvCxnSpPr>
            <p:spPr bwMode="gray">
              <a:xfrm>
                <a:off x="4173499"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5" name="Gerade Verbindung 50">
                <a:extLst>
                  <a:ext uri="{FF2B5EF4-FFF2-40B4-BE49-F238E27FC236}">
                    <a16:creationId xmlns:a16="http://schemas.microsoft.com/office/drawing/2014/main" id="{2E44CD42-5C36-2B8F-942A-631490947E06}"/>
                  </a:ext>
                </a:extLst>
              </p:cNvPr>
              <p:cNvCxnSpPr/>
              <p:nvPr userDrawn="1"/>
            </p:nvCxnSpPr>
            <p:spPr bwMode="gray">
              <a:xfrm>
                <a:off x="4972090"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6" name="Gerade Verbindung 51">
                <a:extLst>
                  <a:ext uri="{FF2B5EF4-FFF2-40B4-BE49-F238E27FC236}">
                    <a16:creationId xmlns:a16="http://schemas.microsoft.com/office/drawing/2014/main" id="{04711332-6AEE-040B-2692-8115C611B8E8}"/>
                  </a:ext>
                </a:extLst>
              </p:cNvPr>
              <p:cNvCxnSpPr/>
              <p:nvPr userDrawn="1"/>
            </p:nvCxnSpPr>
            <p:spPr bwMode="gray">
              <a:xfrm>
                <a:off x="5770681"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7" name="Gerade Verbindung 52">
                <a:extLst>
                  <a:ext uri="{FF2B5EF4-FFF2-40B4-BE49-F238E27FC236}">
                    <a16:creationId xmlns:a16="http://schemas.microsoft.com/office/drawing/2014/main" id="{E628B5A4-C6A5-F5E8-1F53-08D593426ABA}"/>
                  </a:ext>
                </a:extLst>
              </p:cNvPr>
              <p:cNvCxnSpPr/>
              <p:nvPr userDrawn="1"/>
            </p:nvCxnSpPr>
            <p:spPr bwMode="gray">
              <a:xfrm>
                <a:off x="6569271"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 name="Gerade Verbindung 53">
                <a:extLst>
                  <a:ext uri="{FF2B5EF4-FFF2-40B4-BE49-F238E27FC236}">
                    <a16:creationId xmlns:a16="http://schemas.microsoft.com/office/drawing/2014/main" id="{60E94B3C-4F14-4455-A401-637F3DA19CD8}"/>
                  </a:ext>
                </a:extLst>
              </p:cNvPr>
              <p:cNvCxnSpPr/>
              <p:nvPr userDrawn="1"/>
            </p:nvCxnSpPr>
            <p:spPr bwMode="gray">
              <a:xfrm>
                <a:off x="7367863"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 name="Gerade Verbindung 54">
                <a:extLst>
                  <a:ext uri="{FF2B5EF4-FFF2-40B4-BE49-F238E27FC236}">
                    <a16:creationId xmlns:a16="http://schemas.microsoft.com/office/drawing/2014/main" id="{63BC5BEE-CAA5-99A3-9E36-1AC2ECBC0D35}"/>
                  </a:ext>
                </a:extLst>
              </p:cNvPr>
              <p:cNvCxnSpPr/>
              <p:nvPr userDrawn="1"/>
            </p:nvCxnSpPr>
            <p:spPr bwMode="gray">
              <a:xfrm>
                <a:off x="8166453"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0" name="Gerade Verbindung 55">
                <a:extLst>
                  <a:ext uri="{FF2B5EF4-FFF2-40B4-BE49-F238E27FC236}">
                    <a16:creationId xmlns:a16="http://schemas.microsoft.com/office/drawing/2014/main" id="{2BF51F39-0884-9B74-AFEB-24A643053354}"/>
                  </a:ext>
                </a:extLst>
              </p:cNvPr>
              <p:cNvCxnSpPr/>
              <p:nvPr userDrawn="1"/>
            </p:nvCxnSpPr>
            <p:spPr bwMode="gray">
              <a:xfrm>
                <a:off x="186895"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1" name="Gerade Verbindung 56">
                <a:extLst>
                  <a:ext uri="{FF2B5EF4-FFF2-40B4-BE49-F238E27FC236}">
                    <a16:creationId xmlns:a16="http://schemas.microsoft.com/office/drawing/2014/main" id="{2E7EE56D-4217-7BFF-A1B8-4A790FEB077B}"/>
                  </a:ext>
                </a:extLst>
              </p:cNvPr>
              <p:cNvCxnSpPr/>
              <p:nvPr userDrawn="1"/>
            </p:nvCxnSpPr>
            <p:spPr bwMode="gray">
              <a:xfrm>
                <a:off x="8958694"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grpSp>
      </p:grpSp>
      <p:grpSp>
        <p:nvGrpSpPr>
          <p:cNvPr id="54" name="Gruppieren 59">
            <a:extLst>
              <a:ext uri="{FF2B5EF4-FFF2-40B4-BE49-F238E27FC236}">
                <a16:creationId xmlns:a16="http://schemas.microsoft.com/office/drawing/2014/main" id="{F8E24732-5972-C81A-3041-054927A4C0A5}"/>
              </a:ext>
            </a:extLst>
          </p:cNvPr>
          <p:cNvGrpSpPr>
            <a:grpSpLocks/>
          </p:cNvGrpSpPr>
          <p:nvPr userDrawn="1"/>
        </p:nvGrpSpPr>
        <p:grpSpPr bwMode="auto">
          <a:xfrm>
            <a:off x="9542463" y="431800"/>
            <a:ext cx="1614487" cy="1120775"/>
            <a:chOff x="9463668" y="1940312"/>
            <a:chExt cx="1614235" cy="1120234"/>
          </a:xfrm>
        </p:grpSpPr>
        <p:sp>
          <p:nvSpPr>
            <p:cNvPr id="55" name="Textfeld 60">
              <a:extLst>
                <a:ext uri="{FF2B5EF4-FFF2-40B4-BE49-F238E27FC236}">
                  <a16:creationId xmlns:a16="http://schemas.microsoft.com/office/drawing/2014/main" id="{7C4D612F-F738-6690-A409-31022E848F30}"/>
                </a:ext>
              </a:extLst>
            </p:cNvPr>
            <p:cNvSpPr txBox="1">
              <a:spLocks noChangeArrowheads="1"/>
            </p:cNvSpPr>
            <p:nvPr/>
          </p:nvSpPr>
          <p:spPr bwMode="auto">
            <a:xfrm>
              <a:off x="9463668" y="1940312"/>
              <a:ext cx="1614235" cy="1120234"/>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title slide with a white box for black font. Insert an 11 columns picture from the GFT image pack with the image placeholder</a:t>
              </a:r>
              <a:br>
                <a:rPr lang="en-GB" altLang="en-VN" sz="700">
                  <a:solidFill>
                    <a:schemeClr val="bg1"/>
                  </a:solidFill>
                </a:rPr>
              </a:br>
              <a:r>
                <a:rPr lang="en-GB" altLang="en-VN" sz="700">
                  <a:solidFill>
                    <a:schemeClr val="bg1"/>
                  </a:solidFill>
                </a:rPr>
                <a:t>or change image by right click.</a:t>
              </a:r>
            </a:p>
          </p:txBody>
        </p:sp>
        <p:sp>
          <p:nvSpPr>
            <p:cNvPr id="56" name="Freihandform: Form 122">
              <a:extLst>
                <a:ext uri="{FF2B5EF4-FFF2-40B4-BE49-F238E27FC236}">
                  <a16:creationId xmlns:a16="http://schemas.microsoft.com/office/drawing/2014/main" id="{9C825A33-F75F-7D13-AD95-B396D6A1AD40}"/>
                </a:ext>
              </a:extLst>
            </p:cNvPr>
            <p:cNvSpPr/>
            <p:nvPr/>
          </p:nvSpPr>
          <p:spPr>
            <a:xfrm>
              <a:off x="9516047" y="1994261"/>
              <a:ext cx="360307" cy="360189"/>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5"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57" name="Textfeld 62">
            <a:extLst>
              <a:ext uri="{FF2B5EF4-FFF2-40B4-BE49-F238E27FC236}">
                <a16:creationId xmlns:a16="http://schemas.microsoft.com/office/drawing/2014/main" id="{094D383D-2A31-3C52-BFA7-B97F36ED47AD}"/>
              </a:ext>
            </a:extLst>
          </p:cNvPr>
          <p:cNvSpPr txBox="1">
            <a:spLocks noChangeArrowheads="1"/>
          </p:cNvSpPr>
          <p:nvPr userDrawn="1"/>
        </p:nvSpPr>
        <p:spPr bwMode="auto">
          <a:xfrm>
            <a:off x="982663" y="5003800"/>
            <a:ext cx="7186612" cy="92075"/>
          </a:xfrm>
          <a:prstGeom prst="rect">
            <a:avLst/>
          </a:prstGeom>
          <a:noFill/>
          <a:ln>
            <a:noFill/>
          </a:ln>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600" b="1"/>
              <a:t>© 2023 | GFT Technologies SE and its affiliates. All rights reserved.</a:t>
            </a:r>
          </a:p>
        </p:txBody>
      </p:sp>
      <p:sp>
        <p:nvSpPr>
          <p:cNvPr id="8" name="Bildplatzhalter 19"/>
          <p:cNvSpPr>
            <a:spLocks noGrp="1"/>
          </p:cNvSpPr>
          <p:nvPr>
            <p:ph type="pic" sz="quarter" idx="14"/>
          </p:nvPr>
        </p:nvSpPr>
        <p:spPr>
          <a:xfrm>
            <a:off x="188912" y="441325"/>
            <a:ext cx="8772526" cy="4519613"/>
          </a:xfrm>
          <a:custGeom>
            <a:avLst/>
            <a:gdLst>
              <a:gd name="connsiteX0" fmla="*/ 0 w 8772526"/>
              <a:gd name="connsiteY0" fmla="*/ 0 h 4519613"/>
              <a:gd name="connsiteX1" fmla="*/ 8772526 w 8772526"/>
              <a:gd name="connsiteY1" fmla="*/ 0 h 4519613"/>
              <a:gd name="connsiteX2" fmla="*/ 8772526 w 8772526"/>
              <a:gd name="connsiteY2" fmla="*/ 4519613 h 4519613"/>
              <a:gd name="connsiteX3" fmla="*/ 6378576 w 8772526"/>
              <a:gd name="connsiteY3" fmla="*/ 4519613 h 4519613"/>
              <a:gd name="connsiteX4" fmla="*/ 6378576 w 8772526"/>
              <a:gd name="connsiteY4" fmla="*/ 2130425 h 4519613"/>
              <a:gd name="connsiteX5" fmla="*/ 395287 w 8772526"/>
              <a:gd name="connsiteY5" fmla="*/ 2130425 h 4519613"/>
              <a:gd name="connsiteX6" fmla="*/ 395287 w 8772526"/>
              <a:gd name="connsiteY6" fmla="*/ 4519613 h 4519613"/>
              <a:gd name="connsiteX7" fmla="*/ 0 w 8772526"/>
              <a:gd name="connsiteY7" fmla="*/ 4519613 h 4519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72526" h="4519613">
                <a:moveTo>
                  <a:pt x="0" y="0"/>
                </a:moveTo>
                <a:lnTo>
                  <a:pt x="8772526" y="0"/>
                </a:lnTo>
                <a:lnTo>
                  <a:pt x="8772526" y="4519613"/>
                </a:lnTo>
                <a:lnTo>
                  <a:pt x="6378576" y="4519613"/>
                </a:lnTo>
                <a:lnTo>
                  <a:pt x="6378576" y="2130425"/>
                </a:lnTo>
                <a:lnTo>
                  <a:pt x="395287" y="2130425"/>
                </a:lnTo>
                <a:lnTo>
                  <a:pt x="395287" y="4519613"/>
                </a:lnTo>
                <a:lnTo>
                  <a:pt x="0" y="4519613"/>
                </a:lnTo>
                <a:close/>
              </a:path>
            </a:pathLst>
          </a:custGeom>
          <a:solidFill>
            <a:schemeClr val="accent6"/>
          </a:solidFill>
        </p:spPr>
        <p:txBody>
          <a:bodyPr rtlCol="0">
            <a:noAutofit/>
          </a:bodyPr>
          <a:lstStyle>
            <a:lvl1pPr marL="0" indent="0" rtl="0">
              <a:buNone/>
              <a:defRPr sz="1200">
                <a:solidFill>
                  <a:schemeClr val="bg1"/>
                </a:solidFill>
              </a:defRPr>
            </a:lvl1pPr>
          </a:lstStyle>
          <a:p>
            <a:pPr lvl="0"/>
            <a:r>
              <a:rPr lang="en-US" noProof="0"/>
              <a:t>Click icon to add picture</a:t>
            </a:r>
            <a:endParaRPr lang="en-GB" noProof="0" dirty="0"/>
          </a:p>
        </p:txBody>
      </p:sp>
      <p:sp>
        <p:nvSpPr>
          <p:cNvPr id="2" name="Titel 1"/>
          <p:cNvSpPr>
            <a:spLocks noGrp="1"/>
          </p:cNvSpPr>
          <p:nvPr>
            <p:ph type="ctrTitle"/>
          </p:nvPr>
        </p:nvSpPr>
        <p:spPr>
          <a:xfrm>
            <a:off x="978102" y="2944971"/>
            <a:ext cx="4792461" cy="1083374"/>
          </a:xfrm>
        </p:spPr>
        <p:txBody>
          <a:bodyPr anchor="b"/>
          <a:lstStyle>
            <a:lvl1pPr algn="l" rtl="0">
              <a:lnSpc>
                <a:spcPct val="80000"/>
              </a:lnSpc>
              <a:defRPr sz="4400">
                <a:solidFill>
                  <a:schemeClr val="tx1"/>
                </a:solidFill>
              </a:defRPr>
            </a:lvl1pPr>
          </a:lstStyle>
          <a:p>
            <a:r>
              <a:rPr lang="en-US"/>
              <a:t>Click to edit Master title style</a:t>
            </a:r>
            <a:endParaRPr lang="en-GB" dirty="0"/>
          </a:p>
        </p:txBody>
      </p:sp>
      <p:sp>
        <p:nvSpPr>
          <p:cNvPr id="3" name="Untertitel 2"/>
          <p:cNvSpPr>
            <a:spLocks noGrp="1"/>
          </p:cNvSpPr>
          <p:nvPr>
            <p:ph type="subTitle" idx="1"/>
          </p:nvPr>
        </p:nvSpPr>
        <p:spPr>
          <a:xfrm>
            <a:off x="982662" y="4162521"/>
            <a:ext cx="4792461" cy="193899"/>
          </a:xfrm>
        </p:spPr>
        <p:txBody>
          <a:bodyPr/>
          <a:lstStyle>
            <a:lvl1pPr marL="0" indent="0" algn="l" rtl="0">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dirty="0"/>
          </a:p>
        </p:txBody>
      </p:sp>
    </p:spTree>
    <p:extLst>
      <p:ext uri="{BB962C8B-B14F-4D97-AF65-F5344CB8AC3E}">
        <p14:creationId xmlns:p14="http://schemas.microsoft.com/office/powerpoint/2010/main" val="2630803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white text">
    <p:spTree>
      <p:nvGrpSpPr>
        <p:cNvPr id="1" name=""/>
        <p:cNvGrpSpPr/>
        <p:nvPr/>
      </p:nvGrpSpPr>
      <p:grpSpPr>
        <a:xfrm>
          <a:off x="0" y="0"/>
          <a:ext cx="0" cy="0"/>
          <a:chOff x="0" y="0"/>
          <a:chExt cx="0" cy="0"/>
        </a:xfrm>
      </p:grpSpPr>
      <p:graphicFrame>
        <p:nvGraphicFramePr>
          <p:cNvPr id="4" name="Objekt 9" hidden="1">
            <a:extLst>
              <a:ext uri="{FF2B5EF4-FFF2-40B4-BE49-F238E27FC236}">
                <a16:creationId xmlns:a16="http://schemas.microsoft.com/office/drawing/2014/main" id="{4E94AFD4-BD61-56A6-9557-77E03C92519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56322" name="Objekt 9" hidden="1">
                        <a:extLst>
                          <a:ext uri="{FF2B5EF4-FFF2-40B4-BE49-F238E27FC236}">
                            <a16:creationId xmlns:a16="http://schemas.microsoft.com/office/drawing/2014/main" id="{87DD8E19-66E8-6826-78EB-8958EA3510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 name="Gruppieren 10">
            <a:extLst>
              <a:ext uri="{FF2B5EF4-FFF2-40B4-BE49-F238E27FC236}">
                <a16:creationId xmlns:a16="http://schemas.microsoft.com/office/drawing/2014/main" id="{3B2D3F23-9109-62E8-E213-E2F2658B4CE0}"/>
              </a:ext>
            </a:extLst>
          </p:cNvPr>
          <p:cNvGrpSpPr>
            <a:grpSpLocks/>
          </p:cNvGrpSpPr>
          <p:nvPr userDrawn="1"/>
        </p:nvGrpSpPr>
        <p:grpSpPr bwMode="auto">
          <a:xfrm>
            <a:off x="7767638" y="106363"/>
            <a:ext cx="1193800" cy="222250"/>
            <a:chOff x="8174038" y="147638"/>
            <a:chExt cx="787400" cy="146050"/>
          </a:xfrm>
        </p:grpSpPr>
        <p:sp>
          <p:nvSpPr>
            <p:cNvPr id="6" name="AutoShape 89">
              <a:extLst>
                <a:ext uri="{FF2B5EF4-FFF2-40B4-BE49-F238E27FC236}">
                  <a16:creationId xmlns:a16="http://schemas.microsoft.com/office/drawing/2014/main" id="{AB421CE4-DB59-5129-1DAD-EB65C84D1DC0}"/>
                </a:ext>
              </a:extLst>
            </p:cNvPr>
            <p:cNvSpPr>
              <a:spLocks noChangeAspect="1" noChangeArrowheads="1" noTextEdit="1"/>
            </p:cNvSpPr>
            <p:nvPr userDrawn="1"/>
          </p:nvSpPr>
          <p:spPr bwMode="auto">
            <a:xfrm>
              <a:off x="8174038" y="147638"/>
              <a:ext cx="787400"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VN"/>
            </a:p>
          </p:txBody>
        </p:sp>
        <p:sp>
          <p:nvSpPr>
            <p:cNvPr id="7" name="Rectangle 91">
              <a:extLst>
                <a:ext uri="{FF2B5EF4-FFF2-40B4-BE49-F238E27FC236}">
                  <a16:creationId xmlns:a16="http://schemas.microsoft.com/office/drawing/2014/main" id="{3125C40E-1B04-0AB2-C21C-84627A2D155F}"/>
                </a:ext>
              </a:extLst>
            </p:cNvPr>
            <p:cNvSpPr>
              <a:spLocks noChangeArrowheads="1"/>
            </p:cNvSpPr>
            <p:nvPr userDrawn="1"/>
          </p:nvSpPr>
          <p:spPr bwMode="auto">
            <a:xfrm>
              <a:off x="8174038" y="147638"/>
              <a:ext cx="787400" cy="146050"/>
            </a:xfrm>
            <a:prstGeom prst="rect">
              <a:avLst/>
            </a:prstGeom>
            <a:solidFill>
              <a:schemeClr val="accent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8" name="Rectangle 92">
              <a:extLst>
                <a:ext uri="{FF2B5EF4-FFF2-40B4-BE49-F238E27FC236}">
                  <a16:creationId xmlns:a16="http://schemas.microsoft.com/office/drawing/2014/main" id="{E83397E9-3901-08D0-4E18-CAD598455277}"/>
                </a:ext>
              </a:extLst>
            </p:cNvPr>
            <p:cNvSpPr>
              <a:spLocks noChangeArrowheads="1"/>
            </p:cNvSpPr>
            <p:nvPr userDrawn="1"/>
          </p:nvSpPr>
          <p:spPr bwMode="auto">
            <a:xfrm>
              <a:off x="8854636" y="187280"/>
              <a:ext cx="69107" cy="66766"/>
            </a:xfrm>
            <a:prstGeom prst="rect">
              <a:avLst/>
            </a:prstGeom>
            <a:solidFill>
              <a:schemeClr val="bg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9" name="Freeform 93">
              <a:extLst>
                <a:ext uri="{FF2B5EF4-FFF2-40B4-BE49-F238E27FC236}">
                  <a16:creationId xmlns:a16="http://schemas.microsoft.com/office/drawing/2014/main" id="{A3D5A4B4-B1C4-6FD3-76CF-1E535AE613F4}"/>
                </a:ext>
              </a:extLst>
            </p:cNvPr>
            <p:cNvSpPr>
              <a:spLocks/>
            </p:cNvSpPr>
            <p:nvPr userDrawn="1"/>
          </p:nvSpPr>
          <p:spPr bwMode="auto">
            <a:xfrm>
              <a:off x="8621713" y="185738"/>
              <a:ext cx="65088" cy="69850"/>
            </a:xfrm>
            <a:custGeom>
              <a:avLst/>
              <a:gdLst>
                <a:gd name="T0" fmla="*/ 2147483646 w 40"/>
                <a:gd name="T1" fmla="*/ 2147483646 h 44"/>
                <a:gd name="T2" fmla="*/ 2147483646 w 40"/>
                <a:gd name="T3" fmla="*/ 2147483646 h 44"/>
                <a:gd name="T4" fmla="*/ 2147483646 w 40"/>
                <a:gd name="T5" fmla="*/ 2147483646 h 44"/>
                <a:gd name="T6" fmla="*/ 2147483646 w 40"/>
                <a:gd name="T7" fmla="*/ 2147483646 h 44"/>
                <a:gd name="T8" fmla="*/ 2147483646 w 40"/>
                <a:gd name="T9" fmla="*/ 2147483646 h 44"/>
                <a:gd name="T10" fmla="*/ 2147483646 w 40"/>
                <a:gd name="T11" fmla="*/ 2147483646 h 44"/>
                <a:gd name="T12" fmla="*/ 2147483646 w 40"/>
                <a:gd name="T13" fmla="*/ 2147483646 h 44"/>
                <a:gd name="T14" fmla="*/ 2147483646 w 40"/>
                <a:gd name="T15" fmla="*/ 2147483646 h 44"/>
                <a:gd name="T16" fmla="*/ 2147483646 w 40"/>
                <a:gd name="T17" fmla="*/ 2147483646 h 44"/>
                <a:gd name="T18" fmla="*/ 2147483646 w 40"/>
                <a:gd name="T19" fmla="*/ 2147483646 h 44"/>
                <a:gd name="T20" fmla="*/ 2147483646 w 40"/>
                <a:gd name="T21" fmla="*/ 2147483646 h 44"/>
                <a:gd name="T22" fmla="*/ 2147483646 w 40"/>
                <a:gd name="T23" fmla="*/ 0 h 44"/>
                <a:gd name="T24" fmla="*/ 0 w 40"/>
                <a:gd name="T25" fmla="*/ 2147483646 h 44"/>
                <a:gd name="T26" fmla="*/ 2147483646 w 40"/>
                <a:gd name="T27" fmla="*/ 2147483646 h 44"/>
                <a:gd name="T28" fmla="*/ 2147483646 w 40"/>
                <a:gd name="T29" fmla="*/ 2147483646 h 44"/>
                <a:gd name="T30" fmla="*/ 2147483646 w 40"/>
                <a:gd name="T31" fmla="*/ 2147483646 h 44"/>
                <a:gd name="T32" fmla="*/ 2147483646 w 40"/>
                <a:gd name="T33" fmla="*/ 2147483646 h 44"/>
                <a:gd name="T34" fmla="*/ 2147483646 w 40"/>
                <a:gd name="T35" fmla="*/ 2147483646 h 4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0" h="44">
                  <a:moveTo>
                    <a:pt x="21" y="18"/>
                  </a:moveTo>
                  <a:cubicBezTo>
                    <a:pt x="21" y="26"/>
                    <a:pt x="21" y="26"/>
                    <a:pt x="21" y="26"/>
                  </a:cubicBezTo>
                  <a:cubicBezTo>
                    <a:pt x="31" y="26"/>
                    <a:pt x="31" y="26"/>
                    <a:pt x="31" y="26"/>
                  </a:cubicBezTo>
                  <a:cubicBezTo>
                    <a:pt x="31" y="33"/>
                    <a:pt x="31" y="33"/>
                    <a:pt x="31" y="33"/>
                  </a:cubicBezTo>
                  <a:cubicBezTo>
                    <a:pt x="29" y="35"/>
                    <a:pt x="26" y="36"/>
                    <a:pt x="22" y="36"/>
                  </a:cubicBezTo>
                  <a:cubicBezTo>
                    <a:pt x="14" y="36"/>
                    <a:pt x="8" y="31"/>
                    <a:pt x="8" y="22"/>
                  </a:cubicBezTo>
                  <a:cubicBezTo>
                    <a:pt x="8" y="13"/>
                    <a:pt x="14" y="8"/>
                    <a:pt x="22" y="8"/>
                  </a:cubicBezTo>
                  <a:cubicBezTo>
                    <a:pt x="26" y="8"/>
                    <a:pt x="30" y="9"/>
                    <a:pt x="33" y="12"/>
                  </a:cubicBezTo>
                  <a:cubicBezTo>
                    <a:pt x="33" y="12"/>
                    <a:pt x="33" y="12"/>
                    <a:pt x="33" y="12"/>
                  </a:cubicBezTo>
                  <a:cubicBezTo>
                    <a:pt x="39" y="7"/>
                    <a:pt x="39" y="7"/>
                    <a:pt x="39" y="7"/>
                  </a:cubicBezTo>
                  <a:cubicBezTo>
                    <a:pt x="38" y="7"/>
                    <a:pt x="38" y="7"/>
                    <a:pt x="38" y="7"/>
                  </a:cubicBezTo>
                  <a:cubicBezTo>
                    <a:pt x="34" y="3"/>
                    <a:pt x="29" y="0"/>
                    <a:pt x="22" y="0"/>
                  </a:cubicBezTo>
                  <a:cubicBezTo>
                    <a:pt x="9" y="0"/>
                    <a:pt x="0" y="9"/>
                    <a:pt x="0" y="22"/>
                  </a:cubicBezTo>
                  <a:cubicBezTo>
                    <a:pt x="0" y="35"/>
                    <a:pt x="9" y="44"/>
                    <a:pt x="22" y="44"/>
                  </a:cubicBezTo>
                  <a:cubicBezTo>
                    <a:pt x="29" y="44"/>
                    <a:pt x="36" y="41"/>
                    <a:pt x="40" y="36"/>
                  </a:cubicBezTo>
                  <a:cubicBezTo>
                    <a:pt x="40" y="35"/>
                    <a:pt x="40" y="35"/>
                    <a:pt x="40" y="35"/>
                  </a:cubicBezTo>
                  <a:cubicBezTo>
                    <a:pt x="40" y="18"/>
                    <a:pt x="40" y="18"/>
                    <a:pt x="40" y="18"/>
                  </a:cubicBezTo>
                  <a:lnTo>
                    <a:pt x="21" y="1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0" name="Freeform 94">
              <a:extLst>
                <a:ext uri="{FF2B5EF4-FFF2-40B4-BE49-F238E27FC236}">
                  <a16:creationId xmlns:a16="http://schemas.microsoft.com/office/drawing/2014/main" id="{97B90115-2390-43FA-07EC-058F7EA6845B}"/>
                </a:ext>
              </a:extLst>
            </p:cNvPr>
            <p:cNvSpPr>
              <a:spLocks/>
            </p:cNvSpPr>
            <p:nvPr userDrawn="1"/>
          </p:nvSpPr>
          <p:spPr bwMode="auto">
            <a:xfrm>
              <a:off x="8702676" y="187326"/>
              <a:ext cx="50800" cy="66675"/>
            </a:xfrm>
            <a:custGeom>
              <a:avLst/>
              <a:gdLst>
                <a:gd name="T0" fmla="*/ 2147483646 w 32"/>
                <a:gd name="T1" fmla="*/ 2147483646 h 42"/>
                <a:gd name="T2" fmla="*/ 2147483646 w 32"/>
                <a:gd name="T3" fmla="*/ 0 h 42"/>
                <a:gd name="T4" fmla="*/ 0 w 32"/>
                <a:gd name="T5" fmla="*/ 0 h 42"/>
                <a:gd name="T6" fmla="*/ 0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2147483646 h 42"/>
                <a:gd name="T16" fmla="*/ 2147483646 w 32"/>
                <a:gd name="T17" fmla="*/ 2147483646 h 42"/>
                <a:gd name="T18" fmla="*/ 2147483646 w 32"/>
                <a:gd name="T19" fmla="*/ 2147483646 h 42"/>
                <a:gd name="T20" fmla="*/ 2147483646 w 32"/>
                <a:gd name="T21" fmla="*/ 2147483646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2" h="42">
                  <a:moveTo>
                    <a:pt x="32" y="8"/>
                  </a:moveTo>
                  <a:lnTo>
                    <a:pt x="32" y="0"/>
                  </a:lnTo>
                  <a:lnTo>
                    <a:pt x="0" y="0"/>
                  </a:lnTo>
                  <a:lnTo>
                    <a:pt x="0" y="42"/>
                  </a:lnTo>
                  <a:lnTo>
                    <a:pt x="9" y="42"/>
                  </a:lnTo>
                  <a:lnTo>
                    <a:pt x="9" y="25"/>
                  </a:lnTo>
                  <a:lnTo>
                    <a:pt x="31" y="25"/>
                  </a:lnTo>
                  <a:lnTo>
                    <a:pt x="31" y="18"/>
                  </a:lnTo>
                  <a:lnTo>
                    <a:pt x="9" y="18"/>
                  </a:lnTo>
                  <a:lnTo>
                    <a:pt x="9" y="8"/>
                  </a:lnTo>
                  <a:lnTo>
                    <a:pt x="32" y="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1" name="Freeform 95">
              <a:extLst>
                <a:ext uri="{FF2B5EF4-FFF2-40B4-BE49-F238E27FC236}">
                  <a16:creationId xmlns:a16="http://schemas.microsoft.com/office/drawing/2014/main" id="{8FBD50FF-E02C-9B98-AECF-2EFA3429E3A7}"/>
                </a:ext>
              </a:extLst>
            </p:cNvPr>
            <p:cNvSpPr>
              <a:spLocks/>
            </p:cNvSpPr>
            <p:nvPr userDrawn="1"/>
          </p:nvSpPr>
          <p:spPr bwMode="auto">
            <a:xfrm>
              <a:off x="8761413" y="187326"/>
              <a:ext cx="50800" cy="66675"/>
            </a:xfrm>
            <a:custGeom>
              <a:avLst/>
              <a:gdLst>
                <a:gd name="T0" fmla="*/ 0 w 32"/>
                <a:gd name="T1" fmla="*/ 0 h 42"/>
                <a:gd name="T2" fmla="*/ 0 w 32"/>
                <a:gd name="T3" fmla="*/ 2147483646 h 42"/>
                <a:gd name="T4" fmla="*/ 2147483646 w 32"/>
                <a:gd name="T5" fmla="*/ 2147483646 h 42"/>
                <a:gd name="T6" fmla="*/ 2147483646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0 h 42"/>
                <a:gd name="T16" fmla="*/ 0 w 32"/>
                <a:gd name="T17" fmla="*/ 0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 h="42">
                  <a:moveTo>
                    <a:pt x="0" y="0"/>
                  </a:moveTo>
                  <a:lnTo>
                    <a:pt x="0" y="8"/>
                  </a:lnTo>
                  <a:lnTo>
                    <a:pt x="11" y="8"/>
                  </a:lnTo>
                  <a:lnTo>
                    <a:pt x="11" y="42"/>
                  </a:lnTo>
                  <a:lnTo>
                    <a:pt x="20" y="42"/>
                  </a:lnTo>
                  <a:lnTo>
                    <a:pt x="20" y="8"/>
                  </a:lnTo>
                  <a:lnTo>
                    <a:pt x="32" y="8"/>
                  </a:lnTo>
                  <a:lnTo>
                    <a:pt x="32"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grpSp>
      <p:grpSp>
        <p:nvGrpSpPr>
          <p:cNvPr id="12" name="Gruppieren 17">
            <a:extLst>
              <a:ext uri="{FF2B5EF4-FFF2-40B4-BE49-F238E27FC236}">
                <a16:creationId xmlns:a16="http://schemas.microsoft.com/office/drawing/2014/main" id="{DE66E0C3-B0ED-2C99-E8BE-9C9F81C11796}"/>
              </a:ext>
            </a:extLst>
          </p:cNvPr>
          <p:cNvGrpSpPr>
            <a:grpSpLocks/>
          </p:cNvGrpSpPr>
          <p:nvPr userDrawn="1"/>
        </p:nvGrpSpPr>
        <p:grpSpPr bwMode="auto">
          <a:xfrm>
            <a:off x="-274638" y="-292100"/>
            <a:ext cx="9701213" cy="5749925"/>
            <a:chOff x="-275113" y="-292561"/>
            <a:chExt cx="9702165" cy="5750386"/>
          </a:xfrm>
        </p:grpSpPr>
        <p:grpSp>
          <p:nvGrpSpPr>
            <p:cNvPr id="13" name="Gruppieren 18">
              <a:extLst>
                <a:ext uri="{FF2B5EF4-FFF2-40B4-BE49-F238E27FC236}">
                  <a16:creationId xmlns:a16="http://schemas.microsoft.com/office/drawing/2014/main" id="{25D37932-ACEA-27E6-E86B-5A4C8B974F84}"/>
                </a:ext>
              </a:extLst>
            </p:cNvPr>
            <p:cNvGrpSpPr>
              <a:grpSpLocks/>
            </p:cNvGrpSpPr>
            <p:nvPr userDrawn="1"/>
          </p:nvGrpSpPr>
          <p:grpSpPr bwMode="auto">
            <a:xfrm>
              <a:off x="186532" y="5290185"/>
              <a:ext cx="8772525" cy="167640"/>
              <a:chOff x="186532" y="-281940"/>
              <a:chExt cx="8772525" cy="708660"/>
            </a:xfrm>
          </p:grpSpPr>
          <p:cxnSp>
            <p:nvCxnSpPr>
              <p:cNvPr id="41" name="Gerade Verbindung 45">
                <a:extLst>
                  <a:ext uri="{FF2B5EF4-FFF2-40B4-BE49-F238E27FC236}">
                    <a16:creationId xmlns:a16="http://schemas.microsoft.com/office/drawing/2014/main" id="{8A0F273A-A4A5-F9B2-F655-437400EA03B4}"/>
                  </a:ext>
                </a:extLst>
              </p:cNvPr>
              <p:cNvCxnSpPr/>
              <p:nvPr userDrawn="1"/>
            </p:nvCxnSpPr>
            <p:spPr bwMode="gray">
              <a:xfrm>
                <a:off x="979136"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2" name="Gerade Verbindung 46">
                <a:extLst>
                  <a:ext uri="{FF2B5EF4-FFF2-40B4-BE49-F238E27FC236}">
                    <a16:creationId xmlns:a16="http://schemas.microsoft.com/office/drawing/2014/main" id="{39F3DC1D-B6EA-7770-A7B8-CD888FCB9E77}"/>
                  </a:ext>
                </a:extLst>
              </p:cNvPr>
              <p:cNvCxnSpPr/>
              <p:nvPr userDrawn="1"/>
            </p:nvCxnSpPr>
            <p:spPr bwMode="gray">
              <a:xfrm>
                <a:off x="1777726"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3" name="Gerade Verbindung 47">
                <a:extLst>
                  <a:ext uri="{FF2B5EF4-FFF2-40B4-BE49-F238E27FC236}">
                    <a16:creationId xmlns:a16="http://schemas.microsoft.com/office/drawing/2014/main" id="{AE882BFA-8409-0848-D744-7A7EA96DBE38}"/>
                  </a:ext>
                </a:extLst>
              </p:cNvPr>
              <p:cNvCxnSpPr/>
              <p:nvPr userDrawn="1"/>
            </p:nvCxnSpPr>
            <p:spPr bwMode="gray">
              <a:xfrm>
                <a:off x="2576318"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4" name="Gerade Verbindung 48">
                <a:extLst>
                  <a:ext uri="{FF2B5EF4-FFF2-40B4-BE49-F238E27FC236}">
                    <a16:creationId xmlns:a16="http://schemas.microsoft.com/office/drawing/2014/main" id="{2CF623FD-6382-CB29-C2D9-4C7E9E43AF38}"/>
                  </a:ext>
                </a:extLst>
              </p:cNvPr>
              <p:cNvCxnSpPr/>
              <p:nvPr userDrawn="1"/>
            </p:nvCxnSpPr>
            <p:spPr bwMode="gray">
              <a:xfrm>
                <a:off x="3374908"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5" name="Gerade Verbindung 49">
                <a:extLst>
                  <a:ext uri="{FF2B5EF4-FFF2-40B4-BE49-F238E27FC236}">
                    <a16:creationId xmlns:a16="http://schemas.microsoft.com/office/drawing/2014/main" id="{4A586E7D-9A5B-46E4-B91C-350B3E4D32F2}"/>
                  </a:ext>
                </a:extLst>
              </p:cNvPr>
              <p:cNvCxnSpPr/>
              <p:nvPr userDrawn="1"/>
            </p:nvCxnSpPr>
            <p:spPr bwMode="gray">
              <a:xfrm>
                <a:off x="4173499"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6" name="Gerade Verbindung 50">
                <a:extLst>
                  <a:ext uri="{FF2B5EF4-FFF2-40B4-BE49-F238E27FC236}">
                    <a16:creationId xmlns:a16="http://schemas.microsoft.com/office/drawing/2014/main" id="{8A210323-92C7-A46E-2C07-7DBEE7ED75FA}"/>
                  </a:ext>
                </a:extLst>
              </p:cNvPr>
              <p:cNvCxnSpPr/>
              <p:nvPr userDrawn="1"/>
            </p:nvCxnSpPr>
            <p:spPr bwMode="gray">
              <a:xfrm>
                <a:off x="4972090"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7" name="Gerade Verbindung 51">
                <a:extLst>
                  <a:ext uri="{FF2B5EF4-FFF2-40B4-BE49-F238E27FC236}">
                    <a16:creationId xmlns:a16="http://schemas.microsoft.com/office/drawing/2014/main" id="{ECC00B44-A40C-56E6-A58C-8DA4D226237A}"/>
                  </a:ext>
                </a:extLst>
              </p:cNvPr>
              <p:cNvCxnSpPr/>
              <p:nvPr userDrawn="1"/>
            </p:nvCxnSpPr>
            <p:spPr bwMode="gray">
              <a:xfrm>
                <a:off x="5770681"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8" name="Gerade Verbindung 52">
                <a:extLst>
                  <a:ext uri="{FF2B5EF4-FFF2-40B4-BE49-F238E27FC236}">
                    <a16:creationId xmlns:a16="http://schemas.microsoft.com/office/drawing/2014/main" id="{6741FE44-7CC0-F606-1B06-817BD8313EDE}"/>
                  </a:ext>
                </a:extLst>
              </p:cNvPr>
              <p:cNvCxnSpPr/>
              <p:nvPr userDrawn="1"/>
            </p:nvCxnSpPr>
            <p:spPr bwMode="gray">
              <a:xfrm>
                <a:off x="6569271"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9" name="Gerade Verbindung 53">
                <a:extLst>
                  <a:ext uri="{FF2B5EF4-FFF2-40B4-BE49-F238E27FC236}">
                    <a16:creationId xmlns:a16="http://schemas.microsoft.com/office/drawing/2014/main" id="{D4AA22BA-B0BF-7C20-0997-7DA7881AE903}"/>
                  </a:ext>
                </a:extLst>
              </p:cNvPr>
              <p:cNvCxnSpPr/>
              <p:nvPr userDrawn="1"/>
            </p:nvCxnSpPr>
            <p:spPr bwMode="gray">
              <a:xfrm>
                <a:off x="7367863"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0" name="Gerade Verbindung 54">
                <a:extLst>
                  <a:ext uri="{FF2B5EF4-FFF2-40B4-BE49-F238E27FC236}">
                    <a16:creationId xmlns:a16="http://schemas.microsoft.com/office/drawing/2014/main" id="{E0AA168C-0E16-9DCF-4F18-4778416FBB1F}"/>
                  </a:ext>
                </a:extLst>
              </p:cNvPr>
              <p:cNvCxnSpPr/>
              <p:nvPr userDrawn="1"/>
            </p:nvCxnSpPr>
            <p:spPr bwMode="gray">
              <a:xfrm>
                <a:off x="8166453"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1" name="Gerade Verbindung 55">
                <a:extLst>
                  <a:ext uri="{FF2B5EF4-FFF2-40B4-BE49-F238E27FC236}">
                    <a16:creationId xmlns:a16="http://schemas.microsoft.com/office/drawing/2014/main" id="{D2FBAE91-22FD-7CF3-40E5-3DB7B65A74F5}"/>
                  </a:ext>
                </a:extLst>
              </p:cNvPr>
              <p:cNvCxnSpPr/>
              <p:nvPr userDrawn="1"/>
            </p:nvCxnSpPr>
            <p:spPr bwMode="gray">
              <a:xfrm>
                <a:off x="186895"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2" name="Gerade Verbindung 56">
                <a:extLst>
                  <a:ext uri="{FF2B5EF4-FFF2-40B4-BE49-F238E27FC236}">
                    <a16:creationId xmlns:a16="http://schemas.microsoft.com/office/drawing/2014/main" id="{24215AD8-8714-13DA-3635-C83D6E58E9B2}"/>
                  </a:ext>
                </a:extLst>
              </p:cNvPr>
              <p:cNvCxnSpPr/>
              <p:nvPr userDrawn="1"/>
            </p:nvCxnSpPr>
            <p:spPr bwMode="gray">
              <a:xfrm>
                <a:off x="8958694"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14" name="Gerade Verbindung 31">
              <a:extLst>
                <a:ext uri="{FF2B5EF4-FFF2-40B4-BE49-F238E27FC236}">
                  <a16:creationId xmlns:a16="http://schemas.microsoft.com/office/drawing/2014/main" id="{BFB7AFED-1D5D-B0D5-99AA-81000FC2313B}"/>
                </a:ext>
              </a:extLst>
            </p:cNvPr>
            <p:cNvCxnSpPr/>
            <p:nvPr userDrawn="1"/>
          </p:nvCxnSpPr>
          <p:spPr bwMode="gray">
            <a:xfrm rot="16200000">
              <a:off x="-190967" y="355189"/>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 name="Gerade Verbindung 32">
              <a:extLst>
                <a:ext uri="{FF2B5EF4-FFF2-40B4-BE49-F238E27FC236}">
                  <a16:creationId xmlns:a16="http://schemas.microsoft.com/office/drawing/2014/main" id="{1B1DE927-3550-7D54-F0D3-3617DF18B54D}"/>
                </a:ext>
              </a:extLst>
            </p:cNvPr>
            <p:cNvCxnSpPr/>
            <p:nvPr userDrawn="1"/>
          </p:nvCxnSpPr>
          <p:spPr bwMode="gray">
            <a:xfrm rot="16200000">
              <a:off x="-190967" y="545705"/>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 name="Gerade Verbindung 33">
              <a:extLst>
                <a:ext uri="{FF2B5EF4-FFF2-40B4-BE49-F238E27FC236}">
                  <a16:creationId xmlns:a16="http://schemas.microsoft.com/office/drawing/2014/main" id="{A790530F-7700-6A00-7E9D-DFA44853F2D6}"/>
                </a:ext>
              </a:extLst>
            </p:cNvPr>
            <p:cNvCxnSpPr/>
            <p:nvPr userDrawn="1"/>
          </p:nvCxnSpPr>
          <p:spPr bwMode="gray">
            <a:xfrm rot="16200000">
              <a:off x="-190967" y="4876752"/>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Gerade Verbindung 34">
              <a:extLst>
                <a:ext uri="{FF2B5EF4-FFF2-40B4-BE49-F238E27FC236}">
                  <a16:creationId xmlns:a16="http://schemas.microsoft.com/office/drawing/2014/main" id="{1A0CE202-16DE-989E-FC9C-C0F5E0BC76A8}"/>
                </a:ext>
              </a:extLst>
            </p:cNvPr>
            <p:cNvCxnSpPr/>
            <p:nvPr userDrawn="1"/>
          </p:nvCxnSpPr>
          <p:spPr bwMode="gray">
            <a:xfrm rot="16200000">
              <a:off x="-190967" y="4684649"/>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 name="Gerade Verbindung 35">
              <a:extLst>
                <a:ext uri="{FF2B5EF4-FFF2-40B4-BE49-F238E27FC236}">
                  <a16:creationId xmlns:a16="http://schemas.microsoft.com/office/drawing/2014/main" id="{D4229929-D7CB-C794-6D83-669512FE001B}"/>
                </a:ext>
              </a:extLst>
            </p:cNvPr>
            <p:cNvCxnSpPr/>
            <p:nvPr userDrawn="1"/>
          </p:nvCxnSpPr>
          <p:spPr bwMode="gray">
            <a:xfrm rot="16200000">
              <a:off x="9342907" y="352014"/>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Gerade Verbindung 36">
              <a:extLst>
                <a:ext uri="{FF2B5EF4-FFF2-40B4-BE49-F238E27FC236}">
                  <a16:creationId xmlns:a16="http://schemas.microsoft.com/office/drawing/2014/main" id="{244AD733-7162-7A50-A6D5-03AFC33D36D5}"/>
                </a:ext>
              </a:extLst>
            </p:cNvPr>
            <p:cNvCxnSpPr/>
            <p:nvPr userDrawn="1"/>
          </p:nvCxnSpPr>
          <p:spPr bwMode="gray">
            <a:xfrm rot="16200000">
              <a:off x="9342907" y="545705"/>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Gerade Verbindung 37">
              <a:extLst>
                <a:ext uri="{FF2B5EF4-FFF2-40B4-BE49-F238E27FC236}">
                  <a16:creationId xmlns:a16="http://schemas.microsoft.com/office/drawing/2014/main" id="{F63B8D7B-B0E1-FC3E-B96D-04D0B4E6991B}"/>
                </a:ext>
              </a:extLst>
            </p:cNvPr>
            <p:cNvCxnSpPr/>
            <p:nvPr userDrawn="1"/>
          </p:nvCxnSpPr>
          <p:spPr bwMode="gray">
            <a:xfrm rot="16200000">
              <a:off x="9342907" y="4876752"/>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 name="Gerade Verbindung 38">
              <a:extLst>
                <a:ext uri="{FF2B5EF4-FFF2-40B4-BE49-F238E27FC236}">
                  <a16:creationId xmlns:a16="http://schemas.microsoft.com/office/drawing/2014/main" id="{7C0AF912-2212-492D-C2E8-3E9C290EEB4F}"/>
                </a:ext>
              </a:extLst>
            </p:cNvPr>
            <p:cNvCxnSpPr/>
            <p:nvPr userDrawn="1"/>
          </p:nvCxnSpPr>
          <p:spPr bwMode="gray">
            <a:xfrm rot="16200000">
              <a:off x="9342907" y="4684649"/>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Gerade Verbindung 39">
              <a:extLst>
                <a:ext uri="{FF2B5EF4-FFF2-40B4-BE49-F238E27FC236}">
                  <a16:creationId xmlns:a16="http://schemas.microsoft.com/office/drawing/2014/main" id="{94589EF7-9D7C-734F-BC6F-53F9BF78BB5C}"/>
                </a:ext>
              </a:extLst>
            </p:cNvPr>
            <p:cNvCxnSpPr/>
            <p:nvPr userDrawn="1"/>
          </p:nvCxnSpPr>
          <p:spPr bwMode="gray">
            <a:xfrm rot="16200000">
              <a:off x="-190967" y="1179167"/>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 name="Gerade Verbindung 40">
              <a:extLst>
                <a:ext uri="{FF2B5EF4-FFF2-40B4-BE49-F238E27FC236}">
                  <a16:creationId xmlns:a16="http://schemas.microsoft.com/office/drawing/2014/main" id="{63AC3C7F-BB00-833E-5B89-71DDF27B41EB}"/>
                </a:ext>
              </a:extLst>
            </p:cNvPr>
            <p:cNvCxnSpPr/>
            <p:nvPr userDrawn="1"/>
          </p:nvCxnSpPr>
          <p:spPr bwMode="gray">
            <a:xfrm rot="16200000">
              <a:off x="-190967" y="2347661"/>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Gerade Verbindung 41">
              <a:extLst>
                <a:ext uri="{FF2B5EF4-FFF2-40B4-BE49-F238E27FC236}">
                  <a16:creationId xmlns:a16="http://schemas.microsoft.com/office/drawing/2014/main" id="{BFD845EF-6DB0-381D-52CD-981E1924A2BF}"/>
                </a:ext>
              </a:extLst>
            </p:cNvPr>
            <p:cNvCxnSpPr/>
            <p:nvPr userDrawn="1"/>
          </p:nvCxnSpPr>
          <p:spPr bwMode="gray">
            <a:xfrm rot="16200000">
              <a:off x="-190967" y="3516155"/>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Gerade Verbindung 42">
              <a:extLst>
                <a:ext uri="{FF2B5EF4-FFF2-40B4-BE49-F238E27FC236}">
                  <a16:creationId xmlns:a16="http://schemas.microsoft.com/office/drawing/2014/main" id="{E0B95A75-D3F2-11DC-DF00-08304667FE4C}"/>
                </a:ext>
              </a:extLst>
            </p:cNvPr>
            <p:cNvCxnSpPr/>
            <p:nvPr userDrawn="1"/>
          </p:nvCxnSpPr>
          <p:spPr bwMode="gray">
            <a:xfrm rot="16200000">
              <a:off x="9342907" y="1179167"/>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6" name="Gerade Verbindung 43">
              <a:extLst>
                <a:ext uri="{FF2B5EF4-FFF2-40B4-BE49-F238E27FC236}">
                  <a16:creationId xmlns:a16="http://schemas.microsoft.com/office/drawing/2014/main" id="{F9D22DCE-A899-79CD-08BC-2FF3C7FA7863}"/>
                </a:ext>
              </a:extLst>
            </p:cNvPr>
            <p:cNvCxnSpPr/>
            <p:nvPr userDrawn="1"/>
          </p:nvCxnSpPr>
          <p:spPr bwMode="gray">
            <a:xfrm rot="16200000">
              <a:off x="9342907" y="2347661"/>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Gerade Verbindung 44">
              <a:extLst>
                <a:ext uri="{FF2B5EF4-FFF2-40B4-BE49-F238E27FC236}">
                  <a16:creationId xmlns:a16="http://schemas.microsoft.com/office/drawing/2014/main" id="{89E7FA61-F6A3-2E5D-731A-0276BCD63282}"/>
                </a:ext>
              </a:extLst>
            </p:cNvPr>
            <p:cNvCxnSpPr/>
            <p:nvPr userDrawn="1"/>
          </p:nvCxnSpPr>
          <p:spPr bwMode="gray">
            <a:xfrm rot="16200000">
              <a:off x="9342907" y="3516155"/>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28" name="Gruppieren 33">
              <a:extLst>
                <a:ext uri="{FF2B5EF4-FFF2-40B4-BE49-F238E27FC236}">
                  <a16:creationId xmlns:a16="http://schemas.microsoft.com/office/drawing/2014/main" id="{8ABC1372-0522-64F2-7E2B-9E818607651A}"/>
                </a:ext>
              </a:extLst>
            </p:cNvPr>
            <p:cNvGrpSpPr>
              <a:grpSpLocks/>
            </p:cNvGrpSpPr>
            <p:nvPr userDrawn="1"/>
          </p:nvGrpSpPr>
          <p:grpSpPr bwMode="auto">
            <a:xfrm>
              <a:off x="186532" y="-292561"/>
              <a:ext cx="8772525" cy="167640"/>
              <a:chOff x="186532" y="-281940"/>
              <a:chExt cx="8772525" cy="708660"/>
            </a:xfrm>
          </p:grpSpPr>
          <p:cxnSp>
            <p:nvCxnSpPr>
              <p:cNvPr id="29" name="Gerade Verbindung 45">
                <a:extLst>
                  <a:ext uri="{FF2B5EF4-FFF2-40B4-BE49-F238E27FC236}">
                    <a16:creationId xmlns:a16="http://schemas.microsoft.com/office/drawing/2014/main" id="{C2E4DF69-3907-ACA6-FA1E-DB6CDEB4246E}"/>
                  </a:ext>
                </a:extLst>
              </p:cNvPr>
              <p:cNvCxnSpPr/>
              <p:nvPr userDrawn="1"/>
            </p:nvCxnSpPr>
            <p:spPr bwMode="gray">
              <a:xfrm>
                <a:off x="979136"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0" name="Gerade Verbindung 46">
                <a:extLst>
                  <a:ext uri="{FF2B5EF4-FFF2-40B4-BE49-F238E27FC236}">
                    <a16:creationId xmlns:a16="http://schemas.microsoft.com/office/drawing/2014/main" id="{37E65BD7-53C9-8F6A-B245-3476BF35DC26}"/>
                  </a:ext>
                </a:extLst>
              </p:cNvPr>
              <p:cNvCxnSpPr/>
              <p:nvPr userDrawn="1"/>
            </p:nvCxnSpPr>
            <p:spPr bwMode="gray">
              <a:xfrm>
                <a:off x="1777726"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1" name="Gerade Verbindung 47">
                <a:extLst>
                  <a:ext uri="{FF2B5EF4-FFF2-40B4-BE49-F238E27FC236}">
                    <a16:creationId xmlns:a16="http://schemas.microsoft.com/office/drawing/2014/main" id="{373C94E6-F9F4-15A8-783F-A84606E341C1}"/>
                  </a:ext>
                </a:extLst>
              </p:cNvPr>
              <p:cNvCxnSpPr/>
              <p:nvPr userDrawn="1"/>
            </p:nvCxnSpPr>
            <p:spPr bwMode="gray">
              <a:xfrm>
                <a:off x="2576318"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2" name="Gerade Verbindung 48">
                <a:extLst>
                  <a:ext uri="{FF2B5EF4-FFF2-40B4-BE49-F238E27FC236}">
                    <a16:creationId xmlns:a16="http://schemas.microsoft.com/office/drawing/2014/main" id="{3507ADA3-FDA9-CFBA-B51C-C3AB0C4F57DE}"/>
                  </a:ext>
                </a:extLst>
              </p:cNvPr>
              <p:cNvCxnSpPr/>
              <p:nvPr userDrawn="1"/>
            </p:nvCxnSpPr>
            <p:spPr bwMode="gray">
              <a:xfrm>
                <a:off x="3374908"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3" name="Gerade Verbindung 49">
                <a:extLst>
                  <a:ext uri="{FF2B5EF4-FFF2-40B4-BE49-F238E27FC236}">
                    <a16:creationId xmlns:a16="http://schemas.microsoft.com/office/drawing/2014/main" id="{EDBAA743-4278-EE47-F117-D614BC619AD1}"/>
                  </a:ext>
                </a:extLst>
              </p:cNvPr>
              <p:cNvCxnSpPr/>
              <p:nvPr userDrawn="1"/>
            </p:nvCxnSpPr>
            <p:spPr bwMode="gray">
              <a:xfrm>
                <a:off x="4173499"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4" name="Gerade Verbindung 50">
                <a:extLst>
                  <a:ext uri="{FF2B5EF4-FFF2-40B4-BE49-F238E27FC236}">
                    <a16:creationId xmlns:a16="http://schemas.microsoft.com/office/drawing/2014/main" id="{DA100703-DDD5-944E-156A-887044C0838A}"/>
                  </a:ext>
                </a:extLst>
              </p:cNvPr>
              <p:cNvCxnSpPr/>
              <p:nvPr userDrawn="1"/>
            </p:nvCxnSpPr>
            <p:spPr bwMode="gray">
              <a:xfrm>
                <a:off x="4972090"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5" name="Gerade Verbindung 51">
                <a:extLst>
                  <a:ext uri="{FF2B5EF4-FFF2-40B4-BE49-F238E27FC236}">
                    <a16:creationId xmlns:a16="http://schemas.microsoft.com/office/drawing/2014/main" id="{AA938B8F-C943-A8E2-4AC4-9A392704536E}"/>
                  </a:ext>
                </a:extLst>
              </p:cNvPr>
              <p:cNvCxnSpPr/>
              <p:nvPr userDrawn="1"/>
            </p:nvCxnSpPr>
            <p:spPr bwMode="gray">
              <a:xfrm>
                <a:off x="5770681"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6" name="Gerade Verbindung 52">
                <a:extLst>
                  <a:ext uri="{FF2B5EF4-FFF2-40B4-BE49-F238E27FC236}">
                    <a16:creationId xmlns:a16="http://schemas.microsoft.com/office/drawing/2014/main" id="{2B6A68F7-9A3D-6F32-6788-2DAEB4F37D02}"/>
                  </a:ext>
                </a:extLst>
              </p:cNvPr>
              <p:cNvCxnSpPr/>
              <p:nvPr userDrawn="1"/>
            </p:nvCxnSpPr>
            <p:spPr bwMode="gray">
              <a:xfrm>
                <a:off x="6569271"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7" name="Gerade Verbindung 53">
                <a:extLst>
                  <a:ext uri="{FF2B5EF4-FFF2-40B4-BE49-F238E27FC236}">
                    <a16:creationId xmlns:a16="http://schemas.microsoft.com/office/drawing/2014/main" id="{F8CDDD8E-8134-CA98-D7BB-24C90442B92A}"/>
                  </a:ext>
                </a:extLst>
              </p:cNvPr>
              <p:cNvCxnSpPr/>
              <p:nvPr userDrawn="1"/>
            </p:nvCxnSpPr>
            <p:spPr bwMode="gray">
              <a:xfrm>
                <a:off x="7367863"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 name="Gerade Verbindung 54">
                <a:extLst>
                  <a:ext uri="{FF2B5EF4-FFF2-40B4-BE49-F238E27FC236}">
                    <a16:creationId xmlns:a16="http://schemas.microsoft.com/office/drawing/2014/main" id="{2C3A8A8A-F36D-B303-89E2-2F1A4579E65B}"/>
                  </a:ext>
                </a:extLst>
              </p:cNvPr>
              <p:cNvCxnSpPr/>
              <p:nvPr userDrawn="1"/>
            </p:nvCxnSpPr>
            <p:spPr bwMode="gray">
              <a:xfrm>
                <a:off x="8166453"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 name="Gerade Verbindung 55">
                <a:extLst>
                  <a:ext uri="{FF2B5EF4-FFF2-40B4-BE49-F238E27FC236}">
                    <a16:creationId xmlns:a16="http://schemas.microsoft.com/office/drawing/2014/main" id="{8CE62D38-7B18-AEE4-6E99-0F621539E70B}"/>
                  </a:ext>
                </a:extLst>
              </p:cNvPr>
              <p:cNvCxnSpPr/>
              <p:nvPr userDrawn="1"/>
            </p:nvCxnSpPr>
            <p:spPr bwMode="gray">
              <a:xfrm>
                <a:off x="186895"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0" name="Gerade Verbindung 56">
                <a:extLst>
                  <a:ext uri="{FF2B5EF4-FFF2-40B4-BE49-F238E27FC236}">
                    <a16:creationId xmlns:a16="http://schemas.microsoft.com/office/drawing/2014/main" id="{2793392A-7224-0ABB-CCB8-B71AED2287F8}"/>
                  </a:ext>
                </a:extLst>
              </p:cNvPr>
              <p:cNvCxnSpPr/>
              <p:nvPr userDrawn="1"/>
            </p:nvCxnSpPr>
            <p:spPr bwMode="gray">
              <a:xfrm>
                <a:off x="8958694"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grpSp>
      </p:grpSp>
      <p:grpSp>
        <p:nvGrpSpPr>
          <p:cNvPr id="53" name="Gruppieren 60">
            <a:extLst>
              <a:ext uri="{FF2B5EF4-FFF2-40B4-BE49-F238E27FC236}">
                <a16:creationId xmlns:a16="http://schemas.microsoft.com/office/drawing/2014/main" id="{E8267D9D-53B6-1DDC-FB39-697A0FA74FAA}"/>
              </a:ext>
            </a:extLst>
          </p:cNvPr>
          <p:cNvGrpSpPr>
            <a:grpSpLocks/>
          </p:cNvGrpSpPr>
          <p:nvPr userDrawn="1"/>
        </p:nvGrpSpPr>
        <p:grpSpPr bwMode="auto">
          <a:xfrm>
            <a:off x="9542463" y="431800"/>
            <a:ext cx="1614487" cy="1120775"/>
            <a:chOff x="9463668" y="1940312"/>
            <a:chExt cx="1614235" cy="1120234"/>
          </a:xfrm>
        </p:grpSpPr>
        <p:sp>
          <p:nvSpPr>
            <p:cNvPr id="54" name="Textfeld 61">
              <a:extLst>
                <a:ext uri="{FF2B5EF4-FFF2-40B4-BE49-F238E27FC236}">
                  <a16:creationId xmlns:a16="http://schemas.microsoft.com/office/drawing/2014/main" id="{0A9BFEB9-E5A6-59DB-BD48-281CB1B0B4BC}"/>
                </a:ext>
              </a:extLst>
            </p:cNvPr>
            <p:cNvSpPr txBox="1">
              <a:spLocks noChangeArrowheads="1"/>
            </p:cNvSpPr>
            <p:nvPr/>
          </p:nvSpPr>
          <p:spPr bwMode="auto">
            <a:xfrm>
              <a:off x="9463668" y="1940312"/>
              <a:ext cx="1614235" cy="1120234"/>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title slide for dark images. Insert an 11 columns picture from the GFT image pack with the image placeholder or change image by right click. </a:t>
              </a:r>
            </a:p>
          </p:txBody>
        </p:sp>
        <p:sp>
          <p:nvSpPr>
            <p:cNvPr id="55" name="Freihandform: Form 122">
              <a:extLst>
                <a:ext uri="{FF2B5EF4-FFF2-40B4-BE49-F238E27FC236}">
                  <a16:creationId xmlns:a16="http://schemas.microsoft.com/office/drawing/2014/main" id="{F8C71121-BA12-8191-5AC6-09E676B636A2}"/>
                </a:ext>
              </a:extLst>
            </p:cNvPr>
            <p:cNvSpPr/>
            <p:nvPr/>
          </p:nvSpPr>
          <p:spPr>
            <a:xfrm>
              <a:off x="9516047" y="1994261"/>
              <a:ext cx="360307" cy="360189"/>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5"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56" name="Textfeld 63">
            <a:extLst>
              <a:ext uri="{FF2B5EF4-FFF2-40B4-BE49-F238E27FC236}">
                <a16:creationId xmlns:a16="http://schemas.microsoft.com/office/drawing/2014/main" id="{CBF4CB45-F493-507F-2F6B-0684A0ED808D}"/>
              </a:ext>
            </a:extLst>
          </p:cNvPr>
          <p:cNvSpPr txBox="1">
            <a:spLocks noChangeArrowheads="1"/>
          </p:cNvSpPr>
          <p:nvPr userDrawn="1"/>
        </p:nvSpPr>
        <p:spPr bwMode="auto">
          <a:xfrm>
            <a:off x="982663" y="5003800"/>
            <a:ext cx="7186612" cy="92075"/>
          </a:xfrm>
          <a:prstGeom prst="rect">
            <a:avLst/>
          </a:prstGeom>
          <a:noFill/>
          <a:ln>
            <a:noFill/>
          </a:ln>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600" b="1"/>
              <a:t>© 2023 | GFT Technologies SE and its affiliates. All rights reserved.</a:t>
            </a:r>
          </a:p>
        </p:txBody>
      </p:sp>
      <p:sp>
        <p:nvSpPr>
          <p:cNvPr id="60" name="Bildplatzhalter 2"/>
          <p:cNvSpPr>
            <a:spLocks noGrp="1"/>
          </p:cNvSpPr>
          <p:nvPr>
            <p:ph type="pic" sz="quarter" idx="14"/>
          </p:nvPr>
        </p:nvSpPr>
        <p:spPr>
          <a:xfrm>
            <a:off x="188912" y="441325"/>
            <a:ext cx="8772526" cy="4519613"/>
          </a:xfrm>
          <a:solidFill>
            <a:schemeClr val="accent6"/>
          </a:solidFill>
        </p:spPr>
        <p:txBody>
          <a:bodyPr rtlCol="0">
            <a:noAutofit/>
          </a:bodyPr>
          <a:lstStyle>
            <a:lvl1pPr marL="0" indent="0" rtl="0">
              <a:buNone/>
              <a:defRPr sz="1200">
                <a:solidFill>
                  <a:schemeClr val="bg1"/>
                </a:solidFill>
              </a:defRPr>
            </a:lvl1pPr>
          </a:lstStyle>
          <a:p>
            <a:pPr lvl="0"/>
            <a:r>
              <a:rPr lang="en-US" noProof="0"/>
              <a:t>Click icon to add picture</a:t>
            </a:r>
            <a:endParaRPr lang="en-GB" noProof="0" dirty="0"/>
          </a:p>
        </p:txBody>
      </p:sp>
      <p:sp>
        <p:nvSpPr>
          <p:cNvPr id="2" name="Titel 1"/>
          <p:cNvSpPr>
            <a:spLocks noGrp="1"/>
          </p:cNvSpPr>
          <p:nvPr>
            <p:ph type="ctrTitle"/>
          </p:nvPr>
        </p:nvSpPr>
        <p:spPr>
          <a:xfrm>
            <a:off x="978102" y="3486658"/>
            <a:ext cx="7191172" cy="541687"/>
          </a:xfrm>
        </p:spPr>
        <p:txBody>
          <a:bodyPr anchor="b"/>
          <a:lstStyle>
            <a:lvl1pPr algn="l" rtl="0">
              <a:lnSpc>
                <a:spcPct val="80000"/>
              </a:lnSpc>
              <a:defRPr sz="4400">
                <a:solidFill>
                  <a:schemeClr val="bg1"/>
                </a:solidFill>
              </a:defRPr>
            </a:lvl1pPr>
          </a:lstStyle>
          <a:p>
            <a:r>
              <a:rPr lang="en-US"/>
              <a:t>Click to edit Master title style</a:t>
            </a:r>
            <a:endParaRPr lang="en-GB" dirty="0"/>
          </a:p>
        </p:txBody>
      </p:sp>
      <p:sp>
        <p:nvSpPr>
          <p:cNvPr id="3" name="Untertitel 2"/>
          <p:cNvSpPr>
            <a:spLocks noGrp="1"/>
          </p:cNvSpPr>
          <p:nvPr>
            <p:ph type="subTitle" idx="1"/>
          </p:nvPr>
        </p:nvSpPr>
        <p:spPr>
          <a:xfrm>
            <a:off x="982662" y="4162521"/>
            <a:ext cx="7191172" cy="193899"/>
          </a:xfrm>
        </p:spPr>
        <p:txBody>
          <a:bodyPr/>
          <a:lstStyle>
            <a:lvl1pPr marL="0" indent="0" algn="l" rtl="0">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dirty="0"/>
          </a:p>
        </p:txBody>
      </p:sp>
    </p:spTree>
    <p:extLst>
      <p:ext uri="{BB962C8B-B14F-4D97-AF65-F5344CB8AC3E}">
        <p14:creationId xmlns:p14="http://schemas.microsoft.com/office/powerpoint/2010/main" val="3349086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black text">
    <p:spTree>
      <p:nvGrpSpPr>
        <p:cNvPr id="1" name=""/>
        <p:cNvGrpSpPr/>
        <p:nvPr/>
      </p:nvGrpSpPr>
      <p:grpSpPr>
        <a:xfrm>
          <a:off x="0" y="0"/>
          <a:ext cx="0" cy="0"/>
          <a:chOff x="0" y="0"/>
          <a:chExt cx="0" cy="0"/>
        </a:xfrm>
      </p:grpSpPr>
      <p:graphicFrame>
        <p:nvGraphicFramePr>
          <p:cNvPr id="4" name="Objekt 9" hidden="1">
            <a:extLst>
              <a:ext uri="{FF2B5EF4-FFF2-40B4-BE49-F238E27FC236}">
                <a16:creationId xmlns:a16="http://schemas.microsoft.com/office/drawing/2014/main" id="{95361F4B-6210-CED1-86A8-0F9138CCE46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57346" name="Objekt 9" hidden="1">
                        <a:extLst>
                          <a:ext uri="{FF2B5EF4-FFF2-40B4-BE49-F238E27FC236}">
                            <a16:creationId xmlns:a16="http://schemas.microsoft.com/office/drawing/2014/main" id="{F71BCEFD-4F67-D817-6F59-A61A525D86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 name="Gruppieren 10">
            <a:extLst>
              <a:ext uri="{FF2B5EF4-FFF2-40B4-BE49-F238E27FC236}">
                <a16:creationId xmlns:a16="http://schemas.microsoft.com/office/drawing/2014/main" id="{A4FDDF39-1D46-2656-6A7E-46C9D471867C}"/>
              </a:ext>
            </a:extLst>
          </p:cNvPr>
          <p:cNvGrpSpPr>
            <a:grpSpLocks/>
          </p:cNvGrpSpPr>
          <p:nvPr userDrawn="1"/>
        </p:nvGrpSpPr>
        <p:grpSpPr bwMode="auto">
          <a:xfrm>
            <a:off x="7767638" y="106363"/>
            <a:ext cx="1193800" cy="222250"/>
            <a:chOff x="8174038" y="147638"/>
            <a:chExt cx="787400" cy="146050"/>
          </a:xfrm>
        </p:grpSpPr>
        <p:sp>
          <p:nvSpPr>
            <p:cNvPr id="6" name="AutoShape 89">
              <a:extLst>
                <a:ext uri="{FF2B5EF4-FFF2-40B4-BE49-F238E27FC236}">
                  <a16:creationId xmlns:a16="http://schemas.microsoft.com/office/drawing/2014/main" id="{A5084D90-0B3C-A597-C6B9-72206EBD8773}"/>
                </a:ext>
              </a:extLst>
            </p:cNvPr>
            <p:cNvSpPr>
              <a:spLocks noChangeAspect="1" noChangeArrowheads="1" noTextEdit="1"/>
            </p:cNvSpPr>
            <p:nvPr userDrawn="1"/>
          </p:nvSpPr>
          <p:spPr bwMode="auto">
            <a:xfrm>
              <a:off x="8174038" y="147638"/>
              <a:ext cx="787400"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VN"/>
            </a:p>
          </p:txBody>
        </p:sp>
        <p:sp>
          <p:nvSpPr>
            <p:cNvPr id="7" name="Rectangle 91">
              <a:extLst>
                <a:ext uri="{FF2B5EF4-FFF2-40B4-BE49-F238E27FC236}">
                  <a16:creationId xmlns:a16="http://schemas.microsoft.com/office/drawing/2014/main" id="{88BD6F49-A55A-DF13-9EEC-F4F6E54F34A1}"/>
                </a:ext>
              </a:extLst>
            </p:cNvPr>
            <p:cNvSpPr>
              <a:spLocks noChangeArrowheads="1"/>
            </p:cNvSpPr>
            <p:nvPr userDrawn="1"/>
          </p:nvSpPr>
          <p:spPr bwMode="auto">
            <a:xfrm>
              <a:off x="8174038" y="147638"/>
              <a:ext cx="787400" cy="146050"/>
            </a:xfrm>
            <a:prstGeom prst="rect">
              <a:avLst/>
            </a:prstGeom>
            <a:solidFill>
              <a:schemeClr val="accent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8" name="Rectangle 92">
              <a:extLst>
                <a:ext uri="{FF2B5EF4-FFF2-40B4-BE49-F238E27FC236}">
                  <a16:creationId xmlns:a16="http://schemas.microsoft.com/office/drawing/2014/main" id="{16CD2320-8D21-712E-15B9-CE3AEAEEE5B3}"/>
                </a:ext>
              </a:extLst>
            </p:cNvPr>
            <p:cNvSpPr>
              <a:spLocks noChangeArrowheads="1"/>
            </p:cNvSpPr>
            <p:nvPr userDrawn="1"/>
          </p:nvSpPr>
          <p:spPr bwMode="auto">
            <a:xfrm>
              <a:off x="8854636" y="187280"/>
              <a:ext cx="69107" cy="66766"/>
            </a:xfrm>
            <a:prstGeom prst="rect">
              <a:avLst/>
            </a:prstGeom>
            <a:solidFill>
              <a:schemeClr val="bg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9" name="Freeform 93">
              <a:extLst>
                <a:ext uri="{FF2B5EF4-FFF2-40B4-BE49-F238E27FC236}">
                  <a16:creationId xmlns:a16="http://schemas.microsoft.com/office/drawing/2014/main" id="{8F83E7C9-1C14-A2F7-FD12-847FB96AFD93}"/>
                </a:ext>
              </a:extLst>
            </p:cNvPr>
            <p:cNvSpPr>
              <a:spLocks/>
            </p:cNvSpPr>
            <p:nvPr userDrawn="1"/>
          </p:nvSpPr>
          <p:spPr bwMode="auto">
            <a:xfrm>
              <a:off x="8621713" y="185738"/>
              <a:ext cx="65088" cy="69850"/>
            </a:xfrm>
            <a:custGeom>
              <a:avLst/>
              <a:gdLst>
                <a:gd name="T0" fmla="*/ 2147483646 w 40"/>
                <a:gd name="T1" fmla="*/ 2147483646 h 44"/>
                <a:gd name="T2" fmla="*/ 2147483646 w 40"/>
                <a:gd name="T3" fmla="*/ 2147483646 h 44"/>
                <a:gd name="T4" fmla="*/ 2147483646 w 40"/>
                <a:gd name="T5" fmla="*/ 2147483646 h 44"/>
                <a:gd name="T6" fmla="*/ 2147483646 w 40"/>
                <a:gd name="T7" fmla="*/ 2147483646 h 44"/>
                <a:gd name="T8" fmla="*/ 2147483646 w 40"/>
                <a:gd name="T9" fmla="*/ 2147483646 h 44"/>
                <a:gd name="T10" fmla="*/ 2147483646 w 40"/>
                <a:gd name="T11" fmla="*/ 2147483646 h 44"/>
                <a:gd name="T12" fmla="*/ 2147483646 w 40"/>
                <a:gd name="T13" fmla="*/ 2147483646 h 44"/>
                <a:gd name="T14" fmla="*/ 2147483646 w 40"/>
                <a:gd name="T15" fmla="*/ 2147483646 h 44"/>
                <a:gd name="T16" fmla="*/ 2147483646 w 40"/>
                <a:gd name="T17" fmla="*/ 2147483646 h 44"/>
                <a:gd name="T18" fmla="*/ 2147483646 w 40"/>
                <a:gd name="T19" fmla="*/ 2147483646 h 44"/>
                <a:gd name="T20" fmla="*/ 2147483646 w 40"/>
                <a:gd name="T21" fmla="*/ 2147483646 h 44"/>
                <a:gd name="T22" fmla="*/ 2147483646 w 40"/>
                <a:gd name="T23" fmla="*/ 0 h 44"/>
                <a:gd name="T24" fmla="*/ 0 w 40"/>
                <a:gd name="T25" fmla="*/ 2147483646 h 44"/>
                <a:gd name="T26" fmla="*/ 2147483646 w 40"/>
                <a:gd name="T27" fmla="*/ 2147483646 h 44"/>
                <a:gd name="T28" fmla="*/ 2147483646 w 40"/>
                <a:gd name="T29" fmla="*/ 2147483646 h 44"/>
                <a:gd name="T30" fmla="*/ 2147483646 w 40"/>
                <a:gd name="T31" fmla="*/ 2147483646 h 44"/>
                <a:gd name="T32" fmla="*/ 2147483646 w 40"/>
                <a:gd name="T33" fmla="*/ 2147483646 h 44"/>
                <a:gd name="T34" fmla="*/ 2147483646 w 40"/>
                <a:gd name="T35" fmla="*/ 2147483646 h 4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0" h="44">
                  <a:moveTo>
                    <a:pt x="21" y="18"/>
                  </a:moveTo>
                  <a:cubicBezTo>
                    <a:pt x="21" y="26"/>
                    <a:pt x="21" y="26"/>
                    <a:pt x="21" y="26"/>
                  </a:cubicBezTo>
                  <a:cubicBezTo>
                    <a:pt x="31" y="26"/>
                    <a:pt x="31" y="26"/>
                    <a:pt x="31" y="26"/>
                  </a:cubicBezTo>
                  <a:cubicBezTo>
                    <a:pt x="31" y="33"/>
                    <a:pt x="31" y="33"/>
                    <a:pt x="31" y="33"/>
                  </a:cubicBezTo>
                  <a:cubicBezTo>
                    <a:pt x="29" y="35"/>
                    <a:pt x="26" y="36"/>
                    <a:pt x="22" y="36"/>
                  </a:cubicBezTo>
                  <a:cubicBezTo>
                    <a:pt x="14" y="36"/>
                    <a:pt x="8" y="31"/>
                    <a:pt x="8" y="22"/>
                  </a:cubicBezTo>
                  <a:cubicBezTo>
                    <a:pt x="8" y="13"/>
                    <a:pt x="14" y="8"/>
                    <a:pt x="22" y="8"/>
                  </a:cubicBezTo>
                  <a:cubicBezTo>
                    <a:pt x="26" y="8"/>
                    <a:pt x="30" y="9"/>
                    <a:pt x="33" y="12"/>
                  </a:cubicBezTo>
                  <a:cubicBezTo>
                    <a:pt x="33" y="12"/>
                    <a:pt x="33" y="12"/>
                    <a:pt x="33" y="12"/>
                  </a:cubicBezTo>
                  <a:cubicBezTo>
                    <a:pt x="39" y="7"/>
                    <a:pt x="39" y="7"/>
                    <a:pt x="39" y="7"/>
                  </a:cubicBezTo>
                  <a:cubicBezTo>
                    <a:pt x="38" y="7"/>
                    <a:pt x="38" y="7"/>
                    <a:pt x="38" y="7"/>
                  </a:cubicBezTo>
                  <a:cubicBezTo>
                    <a:pt x="34" y="3"/>
                    <a:pt x="29" y="0"/>
                    <a:pt x="22" y="0"/>
                  </a:cubicBezTo>
                  <a:cubicBezTo>
                    <a:pt x="9" y="0"/>
                    <a:pt x="0" y="9"/>
                    <a:pt x="0" y="22"/>
                  </a:cubicBezTo>
                  <a:cubicBezTo>
                    <a:pt x="0" y="35"/>
                    <a:pt x="9" y="44"/>
                    <a:pt x="22" y="44"/>
                  </a:cubicBezTo>
                  <a:cubicBezTo>
                    <a:pt x="29" y="44"/>
                    <a:pt x="36" y="41"/>
                    <a:pt x="40" y="36"/>
                  </a:cubicBezTo>
                  <a:cubicBezTo>
                    <a:pt x="40" y="35"/>
                    <a:pt x="40" y="35"/>
                    <a:pt x="40" y="35"/>
                  </a:cubicBezTo>
                  <a:cubicBezTo>
                    <a:pt x="40" y="18"/>
                    <a:pt x="40" y="18"/>
                    <a:pt x="40" y="18"/>
                  </a:cubicBezTo>
                  <a:lnTo>
                    <a:pt x="21" y="1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0" name="Freeform 94">
              <a:extLst>
                <a:ext uri="{FF2B5EF4-FFF2-40B4-BE49-F238E27FC236}">
                  <a16:creationId xmlns:a16="http://schemas.microsoft.com/office/drawing/2014/main" id="{EE607DBA-A321-B380-66D1-87CA15815C25}"/>
                </a:ext>
              </a:extLst>
            </p:cNvPr>
            <p:cNvSpPr>
              <a:spLocks/>
            </p:cNvSpPr>
            <p:nvPr userDrawn="1"/>
          </p:nvSpPr>
          <p:spPr bwMode="auto">
            <a:xfrm>
              <a:off x="8702676" y="187326"/>
              <a:ext cx="50800" cy="66675"/>
            </a:xfrm>
            <a:custGeom>
              <a:avLst/>
              <a:gdLst>
                <a:gd name="T0" fmla="*/ 2147483646 w 32"/>
                <a:gd name="T1" fmla="*/ 2147483646 h 42"/>
                <a:gd name="T2" fmla="*/ 2147483646 w 32"/>
                <a:gd name="T3" fmla="*/ 0 h 42"/>
                <a:gd name="T4" fmla="*/ 0 w 32"/>
                <a:gd name="T5" fmla="*/ 0 h 42"/>
                <a:gd name="T6" fmla="*/ 0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2147483646 h 42"/>
                <a:gd name="T16" fmla="*/ 2147483646 w 32"/>
                <a:gd name="T17" fmla="*/ 2147483646 h 42"/>
                <a:gd name="T18" fmla="*/ 2147483646 w 32"/>
                <a:gd name="T19" fmla="*/ 2147483646 h 42"/>
                <a:gd name="T20" fmla="*/ 2147483646 w 32"/>
                <a:gd name="T21" fmla="*/ 2147483646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2" h="42">
                  <a:moveTo>
                    <a:pt x="32" y="8"/>
                  </a:moveTo>
                  <a:lnTo>
                    <a:pt x="32" y="0"/>
                  </a:lnTo>
                  <a:lnTo>
                    <a:pt x="0" y="0"/>
                  </a:lnTo>
                  <a:lnTo>
                    <a:pt x="0" y="42"/>
                  </a:lnTo>
                  <a:lnTo>
                    <a:pt x="9" y="42"/>
                  </a:lnTo>
                  <a:lnTo>
                    <a:pt x="9" y="25"/>
                  </a:lnTo>
                  <a:lnTo>
                    <a:pt x="31" y="25"/>
                  </a:lnTo>
                  <a:lnTo>
                    <a:pt x="31" y="18"/>
                  </a:lnTo>
                  <a:lnTo>
                    <a:pt x="9" y="18"/>
                  </a:lnTo>
                  <a:lnTo>
                    <a:pt x="9" y="8"/>
                  </a:lnTo>
                  <a:lnTo>
                    <a:pt x="32" y="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1" name="Freeform 95">
              <a:extLst>
                <a:ext uri="{FF2B5EF4-FFF2-40B4-BE49-F238E27FC236}">
                  <a16:creationId xmlns:a16="http://schemas.microsoft.com/office/drawing/2014/main" id="{55C78F92-AE5D-3417-AB50-CE9FB1734E55}"/>
                </a:ext>
              </a:extLst>
            </p:cNvPr>
            <p:cNvSpPr>
              <a:spLocks/>
            </p:cNvSpPr>
            <p:nvPr userDrawn="1"/>
          </p:nvSpPr>
          <p:spPr bwMode="auto">
            <a:xfrm>
              <a:off x="8761413" y="187326"/>
              <a:ext cx="50800" cy="66675"/>
            </a:xfrm>
            <a:custGeom>
              <a:avLst/>
              <a:gdLst>
                <a:gd name="T0" fmla="*/ 0 w 32"/>
                <a:gd name="T1" fmla="*/ 0 h 42"/>
                <a:gd name="T2" fmla="*/ 0 w 32"/>
                <a:gd name="T3" fmla="*/ 2147483646 h 42"/>
                <a:gd name="T4" fmla="*/ 2147483646 w 32"/>
                <a:gd name="T5" fmla="*/ 2147483646 h 42"/>
                <a:gd name="T6" fmla="*/ 2147483646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0 h 42"/>
                <a:gd name="T16" fmla="*/ 0 w 32"/>
                <a:gd name="T17" fmla="*/ 0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 h="42">
                  <a:moveTo>
                    <a:pt x="0" y="0"/>
                  </a:moveTo>
                  <a:lnTo>
                    <a:pt x="0" y="8"/>
                  </a:lnTo>
                  <a:lnTo>
                    <a:pt x="11" y="8"/>
                  </a:lnTo>
                  <a:lnTo>
                    <a:pt x="11" y="42"/>
                  </a:lnTo>
                  <a:lnTo>
                    <a:pt x="20" y="42"/>
                  </a:lnTo>
                  <a:lnTo>
                    <a:pt x="20" y="8"/>
                  </a:lnTo>
                  <a:lnTo>
                    <a:pt x="32" y="8"/>
                  </a:lnTo>
                  <a:lnTo>
                    <a:pt x="32"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grpSp>
      <p:grpSp>
        <p:nvGrpSpPr>
          <p:cNvPr id="12" name="Gruppieren 17">
            <a:extLst>
              <a:ext uri="{FF2B5EF4-FFF2-40B4-BE49-F238E27FC236}">
                <a16:creationId xmlns:a16="http://schemas.microsoft.com/office/drawing/2014/main" id="{C645AFF5-5EC7-786E-86FC-FE1C7838E701}"/>
              </a:ext>
            </a:extLst>
          </p:cNvPr>
          <p:cNvGrpSpPr>
            <a:grpSpLocks/>
          </p:cNvGrpSpPr>
          <p:nvPr userDrawn="1"/>
        </p:nvGrpSpPr>
        <p:grpSpPr bwMode="auto">
          <a:xfrm>
            <a:off x="-274638" y="-292100"/>
            <a:ext cx="9701213" cy="5749925"/>
            <a:chOff x="-275113" y="-292561"/>
            <a:chExt cx="9702165" cy="5750386"/>
          </a:xfrm>
        </p:grpSpPr>
        <p:grpSp>
          <p:nvGrpSpPr>
            <p:cNvPr id="13" name="Gruppieren 18">
              <a:extLst>
                <a:ext uri="{FF2B5EF4-FFF2-40B4-BE49-F238E27FC236}">
                  <a16:creationId xmlns:a16="http://schemas.microsoft.com/office/drawing/2014/main" id="{B42F883C-5A99-83D7-4F9E-3B5A79FBF69C}"/>
                </a:ext>
              </a:extLst>
            </p:cNvPr>
            <p:cNvGrpSpPr>
              <a:grpSpLocks/>
            </p:cNvGrpSpPr>
            <p:nvPr userDrawn="1"/>
          </p:nvGrpSpPr>
          <p:grpSpPr bwMode="auto">
            <a:xfrm>
              <a:off x="186532" y="5290185"/>
              <a:ext cx="8772525" cy="167640"/>
              <a:chOff x="186532" y="-281940"/>
              <a:chExt cx="8772525" cy="708660"/>
            </a:xfrm>
          </p:grpSpPr>
          <p:cxnSp>
            <p:nvCxnSpPr>
              <p:cNvPr id="41" name="Gerade Verbindung 45">
                <a:extLst>
                  <a:ext uri="{FF2B5EF4-FFF2-40B4-BE49-F238E27FC236}">
                    <a16:creationId xmlns:a16="http://schemas.microsoft.com/office/drawing/2014/main" id="{DCEBCB7E-86E0-A821-167D-ACD8E28D73F9}"/>
                  </a:ext>
                </a:extLst>
              </p:cNvPr>
              <p:cNvCxnSpPr/>
              <p:nvPr userDrawn="1"/>
            </p:nvCxnSpPr>
            <p:spPr bwMode="gray">
              <a:xfrm>
                <a:off x="979136"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2" name="Gerade Verbindung 46">
                <a:extLst>
                  <a:ext uri="{FF2B5EF4-FFF2-40B4-BE49-F238E27FC236}">
                    <a16:creationId xmlns:a16="http://schemas.microsoft.com/office/drawing/2014/main" id="{0EDEF0FE-8622-034B-DF6C-5FFC4E3E6502}"/>
                  </a:ext>
                </a:extLst>
              </p:cNvPr>
              <p:cNvCxnSpPr/>
              <p:nvPr userDrawn="1"/>
            </p:nvCxnSpPr>
            <p:spPr bwMode="gray">
              <a:xfrm>
                <a:off x="1777726"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3" name="Gerade Verbindung 47">
                <a:extLst>
                  <a:ext uri="{FF2B5EF4-FFF2-40B4-BE49-F238E27FC236}">
                    <a16:creationId xmlns:a16="http://schemas.microsoft.com/office/drawing/2014/main" id="{52FF3ED8-BA7A-658A-6BF0-C8B75B2D8E41}"/>
                  </a:ext>
                </a:extLst>
              </p:cNvPr>
              <p:cNvCxnSpPr/>
              <p:nvPr userDrawn="1"/>
            </p:nvCxnSpPr>
            <p:spPr bwMode="gray">
              <a:xfrm>
                <a:off x="2576318"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4" name="Gerade Verbindung 48">
                <a:extLst>
                  <a:ext uri="{FF2B5EF4-FFF2-40B4-BE49-F238E27FC236}">
                    <a16:creationId xmlns:a16="http://schemas.microsoft.com/office/drawing/2014/main" id="{51E1AF3D-B915-E876-3D40-C4321AD0EDA4}"/>
                  </a:ext>
                </a:extLst>
              </p:cNvPr>
              <p:cNvCxnSpPr/>
              <p:nvPr userDrawn="1"/>
            </p:nvCxnSpPr>
            <p:spPr bwMode="gray">
              <a:xfrm>
                <a:off x="3374908"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5" name="Gerade Verbindung 49">
                <a:extLst>
                  <a:ext uri="{FF2B5EF4-FFF2-40B4-BE49-F238E27FC236}">
                    <a16:creationId xmlns:a16="http://schemas.microsoft.com/office/drawing/2014/main" id="{602E817B-8F93-192B-2848-0B0023A6B9AB}"/>
                  </a:ext>
                </a:extLst>
              </p:cNvPr>
              <p:cNvCxnSpPr/>
              <p:nvPr userDrawn="1"/>
            </p:nvCxnSpPr>
            <p:spPr bwMode="gray">
              <a:xfrm>
                <a:off x="4173499"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6" name="Gerade Verbindung 50">
                <a:extLst>
                  <a:ext uri="{FF2B5EF4-FFF2-40B4-BE49-F238E27FC236}">
                    <a16:creationId xmlns:a16="http://schemas.microsoft.com/office/drawing/2014/main" id="{FA3F986E-FA5E-C69E-5180-9AFE5EFB1970}"/>
                  </a:ext>
                </a:extLst>
              </p:cNvPr>
              <p:cNvCxnSpPr/>
              <p:nvPr userDrawn="1"/>
            </p:nvCxnSpPr>
            <p:spPr bwMode="gray">
              <a:xfrm>
                <a:off x="4972090"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7" name="Gerade Verbindung 51">
                <a:extLst>
                  <a:ext uri="{FF2B5EF4-FFF2-40B4-BE49-F238E27FC236}">
                    <a16:creationId xmlns:a16="http://schemas.microsoft.com/office/drawing/2014/main" id="{AED38147-48CD-93D6-4017-015FDE1B9E9A}"/>
                  </a:ext>
                </a:extLst>
              </p:cNvPr>
              <p:cNvCxnSpPr/>
              <p:nvPr userDrawn="1"/>
            </p:nvCxnSpPr>
            <p:spPr bwMode="gray">
              <a:xfrm>
                <a:off x="5770681"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8" name="Gerade Verbindung 52">
                <a:extLst>
                  <a:ext uri="{FF2B5EF4-FFF2-40B4-BE49-F238E27FC236}">
                    <a16:creationId xmlns:a16="http://schemas.microsoft.com/office/drawing/2014/main" id="{217454EC-BD7D-DEA1-EB46-126D13912910}"/>
                  </a:ext>
                </a:extLst>
              </p:cNvPr>
              <p:cNvCxnSpPr/>
              <p:nvPr userDrawn="1"/>
            </p:nvCxnSpPr>
            <p:spPr bwMode="gray">
              <a:xfrm>
                <a:off x="6569271"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9" name="Gerade Verbindung 53">
                <a:extLst>
                  <a:ext uri="{FF2B5EF4-FFF2-40B4-BE49-F238E27FC236}">
                    <a16:creationId xmlns:a16="http://schemas.microsoft.com/office/drawing/2014/main" id="{93A6E6AE-62F9-B50F-F46F-54E5D0B32D58}"/>
                  </a:ext>
                </a:extLst>
              </p:cNvPr>
              <p:cNvCxnSpPr/>
              <p:nvPr userDrawn="1"/>
            </p:nvCxnSpPr>
            <p:spPr bwMode="gray">
              <a:xfrm>
                <a:off x="7367863"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0" name="Gerade Verbindung 54">
                <a:extLst>
                  <a:ext uri="{FF2B5EF4-FFF2-40B4-BE49-F238E27FC236}">
                    <a16:creationId xmlns:a16="http://schemas.microsoft.com/office/drawing/2014/main" id="{94F689CA-98D2-9534-B1A7-ED3AD49DC29B}"/>
                  </a:ext>
                </a:extLst>
              </p:cNvPr>
              <p:cNvCxnSpPr/>
              <p:nvPr userDrawn="1"/>
            </p:nvCxnSpPr>
            <p:spPr bwMode="gray">
              <a:xfrm>
                <a:off x="8166453"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1" name="Gerade Verbindung 55">
                <a:extLst>
                  <a:ext uri="{FF2B5EF4-FFF2-40B4-BE49-F238E27FC236}">
                    <a16:creationId xmlns:a16="http://schemas.microsoft.com/office/drawing/2014/main" id="{5FA93BE9-A8E5-A76A-02AD-0C9527CAB977}"/>
                  </a:ext>
                </a:extLst>
              </p:cNvPr>
              <p:cNvCxnSpPr/>
              <p:nvPr userDrawn="1"/>
            </p:nvCxnSpPr>
            <p:spPr bwMode="gray">
              <a:xfrm>
                <a:off x="186895"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2" name="Gerade Verbindung 56">
                <a:extLst>
                  <a:ext uri="{FF2B5EF4-FFF2-40B4-BE49-F238E27FC236}">
                    <a16:creationId xmlns:a16="http://schemas.microsoft.com/office/drawing/2014/main" id="{BC969ABD-F99F-41A6-4982-D14EFF9DA38A}"/>
                  </a:ext>
                </a:extLst>
              </p:cNvPr>
              <p:cNvCxnSpPr/>
              <p:nvPr userDrawn="1"/>
            </p:nvCxnSpPr>
            <p:spPr bwMode="gray">
              <a:xfrm>
                <a:off x="8958694"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14" name="Gerade Verbindung 31">
              <a:extLst>
                <a:ext uri="{FF2B5EF4-FFF2-40B4-BE49-F238E27FC236}">
                  <a16:creationId xmlns:a16="http://schemas.microsoft.com/office/drawing/2014/main" id="{14A13E46-D254-DD3A-179A-F8BBB128DEB4}"/>
                </a:ext>
              </a:extLst>
            </p:cNvPr>
            <p:cNvCxnSpPr/>
            <p:nvPr userDrawn="1"/>
          </p:nvCxnSpPr>
          <p:spPr bwMode="gray">
            <a:xfrm rot="16200000">
              <a:off x="-190967" y="355189"/>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 name="Gerade Verbindung 32">
              <a:extLst>
                <a:ext uri="{FF2B5EF4-FFF2-40B4-BE49-F238E27FC236}">
                  <a16:creationId xmlns:a16="http://schemas.microsoft.com/office/drawing/2014/main" id="{BC639333-2AF2-187C-B520-5ABFAFAED11A}"/>
                </a:ext>
              </a:extLst>
            </p:cNvPr>
            <p:cNvCxnSpPr/>
            <p:nvPr userDrawn="1"/>
          </p:nvCxnSpPr>
          <p:spPr bwMode="gray">
            <a:xfrm rot="16200000">
              <a:off x="-190967" y="545705"/>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 name="Gerade Verbindung 33">
              <a:extLst>
                <a:ext uri="{FF2B5EF4-FFF2-40B4-BE49-F238E27FC236}">
                  <a16:creationId xmlns:a16="http://schemas.microsoft.com/office/drawing/2014/main" id="{AB005AC2-8322-126C-84EA-C8C343860970}"/>
                </a:ext>
              </a:extLst>
            </p:cNvPr>
            <p:cNvCxnSpPr/>
            <p:nvPr userDrawn="1"/>
          </p:nvCxnSpPr>
          <p:spPr bwMode="gray">
            <a:xfrm rot="16200000">
              <a:off x="-190967" y="4876752"/>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Gerade Verbindung 34">
              <a:extLst>
                <a:ext uri="{FF2B5EF4-FFF2-40B4-BE49-F238E27FC236}">
                  <a16:creationId xmlns:a16="http://schemas.microsoft.com/office/drawing/2014/main" id="{E03D1A7C-8539-1F4D-E8BC-E926BBDAC82A}"/>
                </a:ext>
              </a:extLst>
            </p:cNvPr>
            <p:cNvCxnSpPr/>
            <p:nvPr userDrawn="1"/>
          </p:nvCxnSpPr>
          <p:spPr bwMode="gray">
            <a:xfrm rot="16200000">
              <a:off x="-190967" y="4684649"/>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 name="Gerade Verbindung 35">
              <a:extLst>
                <a:ext uri="{FF2B5EF4-FFF2-40B4-BE49-F238E27FC236}">
                  <a16:creationId xmlns:a16="http://schemas.microsoft.com/office/drawing/2014/main" id="{3E741190-DAAC-F22D-6E8F-3F1B7B14F019}"/>
                </a:ext>
              </a:extLst>
            </p:cNvPr>
            <p:cNvCxnSpPr/>
            <p:nvPr userDrawn="1"/>
          </p:nvCxnSpPr>
          <p:spPr bwMode="gray">
            <a:xfrm rot="16200000">
              <a:off x="9342907" y="352014"/>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Gerade Verbindung 36">
              <a:extLst>
                <a:ext uri="{FF2B5EF4-FFF2-40B4-BE49-F238E27FC236}">
                  <a16:creationId xmlns:a16="http://schemas.microsoft.com/office/drawing/2014/main" id="{18FBCEE2-8883-595E-84B3-E09C908AAE4C}"/>
                </a:ext>
              </a:extLst>
            </p:cNvPr>
            <p:cNvCxnSpPr/>
            <p:nvPr userDrawn="1"/>
          </p:nvCxnSpPr>
          <p:spPr bwMode="gray">
            <a:xfrm rot="16200000">
              <a:off x="9342907" y="545705"/>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Gerade Verbindung 37">
              <a:extLst>
                <a:ext uri="{FF2B5EF4-FFF2-40B4-BE49-F238E27FC236}">
                  <a16:creationId xmlns:a16="http://schemas.microsoft.com/office/drawing/2014/main" id="{1B81731E-974A-C7D7-8E1C-1EDD718359E2}"/>
                </a:ext>
              </a:extLst>
            </p:cNvPr>
            <p:cNvCxnSpPr/>
            <p:nvPr userDrawn="1"/>
          </p:nvCxnSpPr>
          <p:spPr bwMode="gray">
            <a:xfrm rot="16200000">
              <a:off x="9342907" y="4876752"/>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 name="Gerade Verbindung 38">
              <a:extLst>
                <a:ext uri="{FF2B5EF4-FFF2-40B4-BE49-F238E27FC236}">
                  <a16:creationId xmlns:a16="http://schemas.microsoft.com/office/drawing/2014/main" id="{86CC9F08-32A0-6CED-9AAC-DD967E941389}"/>
                </a:ext>
              </a:extLst>
            </p:cNvPr>
            <p:cNvCxnSpPr/>
            <p:nvPr userDrawn="1"/>
          </p:nvCxnSpPr>
          <p:spPr bwMode="gray">
            <a:xfrm rot="16200000">
              <a:off x="9342907" y="4684649"/>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Gerade Verbindung 39">
              <a:extLst>
                <a:ext uri="{FF2B5EF4-FFF2-40B4-BE49-F238E27FC236}">
                  <a16:creationId xmlns:a16="http://schemas.microsoft.com/office/drawing/2014/main" id="{E8383F78-99F1-90AF-B743-516857F660FC}"/>
                </a:ext>
              </a:extLst>
            </p:cNvPr>
            <p:cNvCxnSpPr/>
            <p:nvPr userDrawn="1"/>
          </p:nvCxnSpPr>
          <p:spPr bwMode="gray">
            <a:xfrm rot="16200000">
              <a:off x="-190967" y="1179167"/>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 name="Gerade Verbindung 40">
              <a:extLst>
                <a:ext uri="{FF2B5EF4-FFF2-40B4-BE49-F238E27FC236}">
                  <a16:creationId xmlns:a16="http://schemas.microsoft.com/office/drawing/2014/main" id="{20A74508-2872-598F-EA5A-EBF19BEF9124}"/>
                </a:ext>
              </a:extLst>
            </p:cNvPr>
            <p:cNvCxnSpPr/>
            <p:nvPr userDrawn="1"/>
          </p:nvCxnSpPr>
          <p:spPr bwMode="gray">
            <a:xfrm rot="16200000">
              <a:off x="-190967" y="2347661"/>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Gerade Verbindung 41">
              <a:extLst>
                <a:ext uri="{FF2B5EF4-FFF2-40B4-BE49-F238E27FC236}">
                  <a16:creationId xmlns:a16="http://schemas.microsoft.com/office/drawing/2014/main" id="{813BA7F0-0F30-120E-F4BF-838D76547E95}"/>
                </a:ext>
              </a:extLst>
            </p:cNvPr>
            <p:cNvCxnSpPr/>
            <p:nvPr userDrawn="1"/>
          </p:nvCxnSpPr>
          <p:spPr bwMode="gray">
            <a:xfrm rot="16200000">
              <a:off x="-190967" y="3516155"/>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Gerade Verbindung 42">
              <a:extLst>
                <a:ext uri="{FF2B5EF4-FFF2-40B4-BE49-F238E27FC236}">
                  <a16:creationId xmlns:a16="http://schemas.microsoft.com/office/drawing/2014/main" id="{C1C86B43-DDB8-A9DB-C0DC-34AC2FD0FC02}"/>
                </a:ext>
              </a:extLst>
            </p:cNvPr>
            <p:cNvCxnSpPr/>
            <p:nvPr userDrawn="1"/>
          </p:nvCxnSpPr>
          <p:spPr bwMode="gray">
            <a:xfrm rot="16200000">
              <a:off x="9342907" y="1179167"/>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6" name="Gerade Verbindung 43">
              <a:extLst>
                <a:ext uri="{FF2B5EF4-FFF2-40B4-BE49-F238E27FC236}">
                  <a16:creationId xmlns:a16="http://schemas.microsoft.com/office/drawing/2014/main" id="{91F90B4A-0B13-5389-F6D9-F05ADB81DE22}"/>
                </a:ext>
              </a:extLst>
            </p:cNvPr>
            <p:cNvCxnSpPr/>
            <p:nvPr userDrawn="1"/>
          </p:nvCxnSpPr>
          <p:spPr bwMode="gray">
            <a:xfrm rot="16200000">
              <a:off x="9342907" y="2347661"/>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Gerade Verbindung 44">
              <a:extLst>
                <a:ext uri="{FF2B5EF4-FFF2-40B4-BE49-F238E27FC236}">
                  <a16:creationId xmlns:a16="http://schemas.microsoft.com/office/drawing/2014/main" id="{C3ED73AD-C0F2-6DB0-D8A2-10354E40417E}"/>
                </a:ext>
              </a:extLst>
            </p:cNvPr>
            <p:cNvCxnSpPr/>
            <p:nvPr userDrawn="1"/>
          </p:nvCxnSpPr>
          <p:spPr bwMode="gray">
            <a:xfrm rot="16200000">
              <a:off x="9342907" y="3516155"/>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28" name="Gruppieren 33">
              <a:extLst>
                <a:ext uri="{FF2B5EF4-FFF2-40B4-BE49-F238E27FC236}">
                  <a16:creationId xmlns:a16="http://schemas.microsoft.com/office/drawing/2014/main" id="{5953E838-1AA3-A089-CCCA-589331E5A29F}"/>
                </a:ext>
              </a:extLst>
            </p:cNvPr>
            <p:cNvGrpSpPr>
              <a:grpSpLocks/>
            </p:cNvGrpSpPr>
            <p:nvPr userDrawn="1"/>
          </p:nvGrpSpPr>
          <p:grpSpPr bwMode="auto">
            <a:xfrm>
              <a:off x="186532" y="-292561"/>
              <a:ext cx="8772525" cy="167640"/>
              <a:chOff x="186532" y="-281940"/>
              <a:chExt cx="8772525" cy="708660"/>
            </a:xfrm>
          </p:grpSpPr>
          <p:cxnSp>
            <p:nvCxnSpPr>
              <p:cNvPr id="29" name="Gerade Verbindung 45">
                <a:extLst>
                  <a:ext uri="{FF2B5EF4-FFF2-40B4-BE49-F238E27FC236}">
                    <a16:creationId xmlns:a16="http://schemas.microsoft.com/office/drawing/2014/main" id="{96A8BD6F-6C52-0B1F-1D79-5918A8F9CC98}"/>
                  </a:ext>
                </a:extLst>
              </p:cNvPr>
              <p:cNvCxnSpPr/>
              <p:nvPr userDrawn="1"/>
            </p:nvCxnSpPr>
            <p:spPr bwMode="gray">
              <a:xfrm>
                <a:off x="979136"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0" name="Gerade Verbindung 46">
                <a:extLst>
                  <a:ext uri="{FF2B5EF4-FFF2-40B4-BE49-F238E27FC236}">
                    <a16:creationId xmlns:a16="http://schemas.microsoft.com/office/drawing/2014/main" id="{A09B1400-83B4-1298-C986-5FD90B185AA8}"/>
                  </a:ext>
                </a:extLst>
              </p:cNvPr>
              <p:cNvCxnSpPr/>
              <p:nvPr userDrawn="1"/>
            </p:nvCxnSpPr>
            <p:spPr bwMode="gray">
              <a:xfrm>
                <a:off x="1777726"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1" name="Gerade Verbindung 47">
                <a:extLst>
                  <a:ext uri="{FF2B5EF4-FFF2-40B4-BE49-F238E27FC236}">
                    <a16:creationId xmlns:a16="http://schemas.microsoft.com/office/drawing/2014/main" id="{4EC843CC-468C-6F22-DC41-BC542AE51429}"/>
                  </a:ext>
                </a:extLst>
              </p:cNvPr>
              <p:cNvCxnSpPr/>
              <p:nvPr userDrawn="1"/>
            </p:nvCxnSpPr>
            <p:spPr bwMode="gray">
              <a:xfrm>
                <a:off x="2576318"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2" name="Gerade Verbindung 48">
                <a:extLst>
                  <a:ext uri="{FF2B5EF4-FFF2-40B4-BE49-F238E27FC236}">
                    <a16:creationId xmlns:a16="http://schemas.microsoft.com/office/drawing/2014/main" id="{5583D75B-63E5-1345-7CEE-8AE87713D564}"/>
                  </a:ext>
                </a:extLst>
              </p:cNvPr>
              <p:cNvCxnSpPr/>
              <p:nvPr userDrawn="1"/>
            </p:nvCxnSpPr>
            <p:spPr bwMode="gray">
              <a:xfrm>
                <a:off x="3374908"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3" name="Gerade Verbindung 49">
                <a:extLst>
                  <a:ext uri="{FF2B5EF4-FFF2-40B4-BE49-F238E27FC236}">
                    <a16:creationId xmlns:a16="http://schemas.microsoft.com/office/drawing/2014/main" id="{C0BF96EC-AD00-E870-627D-128D1C96461F}"/>
                  </a:ext>
                </a:extLst>
              </p:cNvPr>
              <p:cNvCxnSpPr/>
              <p:nvPr userDrawn="1"/>
            </p:nvCxnSpPr>
            <p:spPr bwMode="gray">
              <a:xfrm>
                <a:off x="4173499"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4" name="Gerade Verbindung 50">
                <a:extLst>
                  <a:ext uri="{FF2B5EF4-FFF2-40B4-BE49-F238E27FC236}">
                    <a16:creationId xmlns:a16="http://schemas.microsoft.com/office/drawing/2014/main" id="{6E53C6BD-0A17-0908-F602-9212782F3532}"/>
                  </a:ext>
                </a:extLst>
              </p:cNvPr>
              <p:cNvCxnSpPr/>
              <p:nvPr userDrawn="1"/>
            </p:nvCxnSpPr>
            <p:spPr bwMode="gray">
              <a:xfrm>
                <a:off x="4972090"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5" name="Gerade Verbindung 51">
                <a:extLst>
                  <a:ext uri="{FF2B5EF4-FFF2-40B4-BE49-F238E27FC236}">
                    <a16:creationId xmlns:a16="http://schemas.microsoft.com/office/drawing/2014/main" id="{ED84C8C0-F376-92B5-88DB-7F383CFAB640}"/>
                  </a:ext>
                </a:extLst>
              </p:cNvPr>
              <p:cNvCxnSpPr/>
              <p:nvPr userDrawn="1"/>
            </p:nvCxnSpPr>
            <p:spPr bwMode="gray">
              <a:xfrm>
                <a:off x="5770681"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6" name="Gerade Verbindung 52">
                <a:extLst>
                  <a:ext uri="{FF2B5EF4-FFF2-40B4-BE49-F238E27FC236}">
                    <a16:creationId xmlns:a16="http://schemas.microsoft.com/office/drawing/2014/main" id="{CFFD089E-0475-3385-D1B4-290528FBD18D}"/>
                  </a:ext>
                </a:extLst>
              </p:cNvPr>
              <p:cNvCxnSpPr/>
              <p:nvPr userDrawn="1"/>
            </p:nvCxnSpPr>
            <p:spPr bwMode="gray">
              <a:xfrm>
                <a:off x="6569271"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7" name="Gerade Verbindung 53">
                <a:extLst>
                  <a:ext uri="{FF2B5EF4-FFF2-40B4-BE49-F238E27FC236}">
                    <a16:creationId xmlns:a16="http://schemas.microsoft.com/office/drawing/2014/main" id="{05E8639F-3B2A-6DBA-9DB0-929E97E2CB2E}"/>
                  </a:ext>
                </a:extLst>
              </p:cNvPr>
              <p:cNvCxnSpPr/>
              <p:nvPr userDrawn="1"/>
            </p:nvCxnSpPr>
            <p:spPr bwMode="gray">
              <a:xfrm>
                <a:off x="7367863"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 name="Gerade Verbindung 54">
                <a:extLst>
                  <a:ext uri="{FF2B5EF4-FFF2-40B4-BE49-F238E27FC236}">
                    <a16:creationId xmlns:a16="http://schemas.microsoft.com/office/drawing/2014/main" id="{C01E865A-B94B-57FD-0979-E10659337D47}"/>
                  </a:ext>
                </a:extLst>
              </p:cNvPr>
              <p:cNvCxnSpPr/>
              <p:nvPr userDrawn="1"/>
            </p:nvCxnSpPr>
            <p:spPr bwMode="gray">
              <a:xfrm>
                <a:off x="8166453"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 name="Gerade Verbindung 55">
                <a:extLst>
                  <a:ext uri="{FF2B5EF4-FFF2-40B4-BE49-F238E27FC236}">
                    <a16:creationId xmlns:a16="http://schemas.microsoft.com/office/drawing/2014/main" id="{E9337D17-32F6-832A-2E65-3F1821008D09}"/>
                  </a:ext>
                </a:extLst>
              </p:cNvPr>
              <p:cNvCxnSpPr/>
              <p:nvPr userDrawn="1"/>
            </p:nvCxnSpPr>
            <p:spPr bwMode="gray">
              <a:xfrm>
                <a:off x="186895"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0" name="Gerade Verbindung 56">
                <a:extLst>
                  <a:ext uri="{FF2B5EF4-FFF2-40B4-BE49-F238E27FC236}">
                    <a16:creationId xmlns:a16="http://schemas.microsoft.com/office/drawing/2014/main" id="{05C9DC88-C29F-5542-0560-21811138F1B1}"/>
                  </a:ext>
                </a:extLst>
              </p:cNvPr>
              <p:cNvCxnSpPr/>
              <p:nvPr userDrawn="1"/>
            </p:nvCxnSpPr>
            <p:spPr bwMode="gray">
              <a:xfrm>
                <a:off x="8958694"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grpSp>
      </p:grpSp>
      <p:grpSp>
        <p:nvGrpSpPr>
          <p:cNvPr id="53" name="Gruppieren 60">
            <a:extLst>
              <a:ext uri="{FF2B5EF4-FFF2-40B4-BE49-F238E27FC236}">
                <a16:creationId xmlns:a16="http://schemas.microsoft.com/office/drawing/2014/main" id="{1147B0C3-5B6F-ACC7-4193-A2A0CAC46F24}"/>
              </a:ext>
            </a:extLst>
          </p:cNvPr>
          <p:cNvGrpSpPr>
            <a:grpSpLocks/>
          </p:cNvGrpSpPr>
          <p:nvPr userDrawn="1"/>
        </p:nvGrpSpPr>
        <p:grpSpPr bwMode="auto">
          <a:xfrm>
            <a:off x="9542463" y="431800"/>
            <a:ext cx="1614487" cy="1120775"/>
            <a:chOff x="9463668" y="1940312"/>
            <a:chExt cx="1614235" cy="1120234"/>
          </a:xfrm>
        </p:grpSpPr>
        <p:sp>
          <p:nvSpPr>
            <p:cNvPr id="54" name="Textfeld 61">
              <a:extLst>
                <a:ext uri="{FF2B5EF4-FFF2-40B4-BE49-F238E27FC236}">
                  <a16:creationId xmlns:a16="http://schemas.microsoft.com/office/drawing/2014/main" id="{489360C6-B04A-5CB0-942E-020C42D88196}"/>
                </a:ext>
              </a:extLst>
            </p:cNvPr>
            <p:cNvSpPr txBox="1">
              <a:spLocks noChangeArrowheads="1"/>
            </p:cNvSpPr>
            <p:nvPr/>
          </p:nvSpPr>
          <p:spPr bwMode="auto">
            <a:xfrm>
              <a:off x="9463668" y="1940312"/>
              <a:ext cx="1614235" cy="1120234"/>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title slide for light images. Insert an 11 columns picture from the GFT image pack with the image placeholder or change image by right click. </a:t>
              </a:r>
            </a:p>
          </p:txBody>
        </p:sp>
        <p:sp>
          <p:nvSpPr>
            <p:cNvPr id="55" name="Freihandform: Form 122">
              <a:extLst>
                <a:ext uri="{FF2B5EF4-FFF2-40B4-BE49-F238E27FC236}">
                  <a16:creationId xmlns:a16="http://schemas.microsoft.com/office/drawing/2014/main" id="{DCA78B27-5B9D-4751-E148-7895ACC1FAB9}"/>
                </a:ext>
              </a:extLst>
            </p:cNvPr>
            <p:cNvSpPr/>
            <p:nvPr/>
          </p:nvSpPr>
          <p:spPr>
            <a:xfrm>
              <a:off x="9516047" y="1994261"/>
              <a:ext cx="360307" cy="360189"/>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5"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56" name="Textfeld 63">
            <a:extLst>
              <a:ext uri="{FF2B5EF4-FFF2-40B4-BE49-F238E27FC236}">
                <a16:creationId xmlns:a16="http://schemas.microsoft.com/office/drawing/2014/main" id="{22BA0513-7F93-549D-A4B9-A5208FDF475C}"/>
              </a:ext>
            </a:extLst>
          </p:cNvPr>
          <p:cNvSpPr txBox="1">
            <a:spLocks noChangeArrowheads="1"/>
          </p:cNvSpPr>
          <p:nvPr userDrawn="1"/>
        </p:nvSpPr>
        <p:spPr bwMode="auto">
          <a:xfrm>
            <a:off x="982663" y="5003800"/>
            <a:ext cx="7186612" cy="92075"/>
          </a:xfrm>
          <a:prstGeom prst="rect">
            <a:avLst/>
          </a:prstGeom>
          <a:noFill/>
          <a:ln>
            <a:noFill/>
          </a:ln>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600" b="1"/>
              <a:t>© 2023 | GFT Technologies SE and its affiliates. All rights reserved.</a:t>
            </a:r>
          </a:p>
        </p:txBody>
      </p:sp>
      <p:sp>
        <p:nvSpPr>
          <p:cNvPr id="60" name="Bildplatzhalter 2"/>
          <p:cNvSpPr>
            <a:spLocks noGrp="1"/>
          </p:cNvSpPr>
          <p:nvPr>
            <p:ph type="pic" sz="quarter" idx="14"/>
          </p:nvPr>
        </p:nvSpPr>
        <p:spPr>
          <a:xfrm>
            <a:off x="188912" y="441325"/>
            <a:ext cx="8772526" cy="4519613"/>
          </a:xfrm>
          <a:solidFill>
            <a:schemeClr val="accent6"/>
          </a:solidFill>
        </p:spPr>
        <p:txBody>
          <a:bodyPr rtlCol="0">
            <a:noAutofit/>
          </a:bodyPr>
          <a:lstStyle>
            <a:lvl1pPr marL="0" indent="0" rtl="0">
              <a:buNone/>
              <a:defRPr sz="1200">
                <a:solidFill>
                  <a:schemeClr val="bg1"/>
                </a:solidFill>
              </a:defRPr>
            </a:lvl1pPr>
          </a:lstStyle>
          <a:p>
            <a:pPr lvl="0"/>
            <a:r>
              <a:rPr lang="en-US" noProof="0"/>
              <a:t>Click icon to add picture</a:t>
            </a:r>
            <a:endParaRPr lang="en-GB" noProof="0" dirty="0"/>
          </a:p>
        </p:txBody>
      </p:sp>
      <p:sp>
        <p:nvSpPr>
          <p:cNvPr id="2" name="Titel 1"/>
          <p:cNvSpPr>
            <a:spLocks noGrp="1"/>
          </p:cNvSpPr>
          <p:nvPr>
            <p:ph type="ctrTitle"/>
          </p:nvPr>
        </p:nvSpPr>
        <p:spPr>
          <a:xfrm>
            <a:off x="978102" y="3486658"/>
            <a:ext cx="7191172" cy="541687"/>
          </a:xfrm>
        </p:spPr>
        <p:txBody>
          <a:bodyPr anchor="b"/>
          <a:lstStyle>
            <a:lvl1pPr algn="l" rtl="0">
              <a:lnSpc>
                <a:spcPct val="80000"/>
              </a:lnSpc>
              <a:defRPr sz="4400">
                <a:solidFill>
                  <a:schemeClr val="tx1"/>
                </a:solidFill>
              </a:defRPr>
            </a:lvl1pPr>
          </a:lstStyle>
          <a:p>
            <a:r>
              <a:rPr lang="en-US"/>
              <a:t>Click to edit Master title style</a:t>
            </a:r>
            <a:endParaRPr lang="en-GB" dirty="0"/>
          </a:p>
        </p:txBody>
      </p:sp>
      <p:sp>
        <p:nvSpPr>
          <p:cNvPr id="3" name="Untertitel 2"/>
          <p:cNvSpPr>
            <a:spLocks noGrp="1"/>
          </p:cNvSpPr>
          <p:nvPr>
            <p:ph type="subTitle" idx="1"/>
          </p:nvPr>
        </p:nvSpPr>
        <p:spPr>
          <a:xfrm>
            <a:off x="982662" y="4162521"/>
            <a:ext cx="7191172" cy="193899"/>
          </a:xfrm>
        </p:spPr>
        <p:txBody>
          <a:bodyPr/>
          <a:lstStyle>
            <a:lvl1pPr marL="0" indent="0" algn="l" rtl="0">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dirty="0"/>
          </a:p>
        </p:txBody>
      </p:sp>
    </p:spTree>
    <p:extLst>
      <p:ext uri="{BB962C8B-B14F-4D97-AF65-F5344CB8AC3E}">
        <p14:creationId xmlns:p14="http://schemas.microsoft.com/office/powerpoint/2010/main" val="806369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8 column">
    <p:spTree>
      <p:nvGrpSpPr>
        <p:cNvPr id="1" name=""/>
        <p:cNvGrpSpPr/>
        <p:nvPr/>
      </p:nvGrpSpPr>
      <p:grpSpPr>
        <a:xfrm>
          <a:off x="0" y="0"/>
          <a:ext cx="0" cy="0"/>
          <a:chOff x="0" y="0"/>
          <a:chExt cx="0" cy="0"/>
        </a:xfrm>
      </p:grpSpPr>
      <p:graphicFrame>
        <p:nvGraphicFramePr>
          <p:cNvPr id="4" name="Objekt 9" hidden="1">
            <a:extLst>
              <a:ext uri="{FF2B5EF4-FFF2-40B4-BE49-F238E27FC236}">
                <a16:creationId xmlns:a16="http://schemas.microsoft.com/office/drawing/2014/main" id="{90D65365-56DF-8DD4-2875-5E0E79F98FD1}"/>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58370" name="Objekt 9" hidden="1">
                        <a:extLst>
                          <a:ext uri="{FF2B5EF4-FFF2-40B4-BE49-F238E27FC236}">
                            <a16:creationId xmlns:a16="http://schemas.microsoft.com/office/drawing/2014/main" id="{0DF65D67-28C4-CD01-9229-9DF5C5B607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 name="Gruppieren 10">
            <a:extLst>
              <a:ext uri="{FF2B5EF4-FFF2-40B4-BE49-F238E27FC236}">
                <a16:creationId xmlns:a16="http://schemas.microsoft.com/office/drawing/2014/main" id="{5C57C665-4635-3FBF-8516-BA4A63548AD5}"/>
              </a:ext>
            </a:extLst>
          </p:cNvPr>
          <p:cNvGrpSpPr>
            <a:grpSpLocks/>
          </p:cNvGrpSpPr>
          <p:nvPr userDrawn="1"/>
        </p:nvGrpSpPr>
        <p:grpSpPr bwMode="auto">
          <a:xfrm>
            <a:off x="7767638" y="106363"/>
            <a:ext cx="1193800" cy="222250"/>
            <a:chOff x="8174038" y="147638"/>
            <a:chExt cx="787400" cy="146050"/>
          </a:xfrm>
        </p:grpSpPr>
        <p:sp>
          <p:nvSpPr>
            <p:cNvPr id="6" name="AutoShape 89">
              <a:extLst>
                <a:ext uri="{FF2B5EF4-FFF2-40B4-BE49-F238E27FC236}">
                  <a16:creationId xmlns:a16="http://schemas.microsoft.com/office/drawing/2014/main" id="{2CCD511D-210B-3076-CFB9-0C3938B501AE}"/>
                </a:ext>
              </a:extLst>
            </p:cNvPr>
            <p:cNvSpPr>
              <a:spLocks noChangeAspect="1" noChangeArrowheads="1" noTextEdit="1"/>
            </p:cNvSpPr>
            <p:nvPr userDrawn="1"/>
          </p:nvSpPr>
          <p:spPr bwMode="auto">
            <a:xfrm>
              <a:off x="8174038" y="147638"/>
              <a:ext cx="787400"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VN"/>
            </a:p>
          </p:txBody>
        </p:sp>
        <p:sp>
          <p:nvSpPr>
            <p:cNvPr id="7" name="Rectangle 91">
              <a:extLst>
                <a:ext uri="{FF2B5EF4-FFF2-40B4-BE49-F238E27FC236}">
                  <a16:creationId xmlns:a16="http://schemas.microsoft.com/office/drawing/2014/main" id="{662B0D43-C120-BF52-A23E-8BBF063A39CB}"/>
                </a:ext>
              </a:extLst>
            </p:cNvPr>
            <p:cNvSpPr>
              <a:spLocks noChangeArrowheads="1"/>
            </p:cNvSpPr>
            <p:nvPr userDrawn="1"/>
          </p:nvSpPr>
          <p:spPr bwMode="auto">
            <a:xfrm>
              <a:off x="8174038" y="147638"/>
              <a:ext cx="787400" cy="146050"/>
            </a:xfrm>
            <a:prstGeom prst="rect">
              <a:avLst/>
            </a:prstGeom>
            <a:solidFill>
              <a:schemeClr val="accent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8" name="Rectangle 92">
              <a:extLst>
                <a:ext uri="{FF2B5EF4-FFF2-40B4-BE49-F238E27FC236}">
                  <a16:creationId xmlns:a16="http://schemas.microsoft.com/office/drawing/2014/main" id="{C10DCE6C-BE3A-6998-71EA-2035ED5B8587}"/>
                </a:ext>
              </a:extLst>
            </p:cNvPr>
            <p:cNvSpPr>
              <a:spLocks noChangeArrowheads="1"/>
            </p:cNvSpPr>
            <p:nvPr userDrawn="1"/>
          </p:nvSpPr>
          <p:spPr bwMode="auto">
            <a:xfrm>
              <a:off x="8854636" y="187280"/>
              <a:ext cx="69107" cy="66766"/>
            </a:xfrm>
            <a:prstGeom prst="rect">
              <a:avLst/>
            </a:prstGeom>
            <a:solidFill>
              <a:schemeClr val="bg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9" name="Freeform 93">
              <a:extLst>
                <a:ext uri="{FF2B5EF4-FFF2-40B4-BE49-F238E27FC236}">
                  <a16:creationId xmlns:a16="http://schemas.microsoft.com/office/drawing/2014/main" id="{93C5C690-D363-2CA6-B67D-B6627B4AD12D}"/>
                </a:ext>
              </a:extLst>
            </p:cNvPr>
            <p:cNvSpPr>
              <a:spLocks/>
            </p:cNvSpPr>
            <p:nvPr userDrawn="1"/>
          </p:nvSpPr>
          <p:spPr bwMode="auto">
            <a:xfrm>
              <a:off x="8621713" y="185738"/>
              <a:ext cx="65088" cy="69850"/>
            </a:xfrm>
            <a:custGeom>
              <a:avLst/>
              <a:gdLst>
                <a:gd name="T0" fmla="*/ 2147483646 w 40"/>
                <a:gd name="T1" fmla="*/ 2147483646 h 44"/>
                <a:gd name="T2" fmla="*/ 2147483646 w 40"/>
                <a:gd name="T3" fmla="*/ 2147483646 h 44"/>
                <a:gd name="T4" fmla="*/ 2147483646 w 40"/>
                <a:gd name="T5" fmla="*/ 2147483646 h 44"/>
                <a:gd name="T6" fmla="*/ 2147483646 w 40"/>
                <a:gd name="T7" fmla="*/ 2147483646 h 44"/>
                <a:gd name="T8" fmla="*/ 2147483646 w 40"/>
                <a:gd name="T9" fmla="*/ 2147483646 h 44"/>
                <a:gd name="T10" fmla="*/ 2147483646 w 40"/>
                <a:gd name="T11" fmla="*/ 2147483646 h 44"/>
                <a:gd name="T12" fmla="*/ 2147483646 w 40"/>
                <a:gd name="T13" fmla="*/ 2147483646 h 44"/>
                <a:gd name="T14" fmla="*/ 2147483646 w 40"/>
                <a:gd name="T15" fmla="*/ 2147483646 h 44"/>
                <a:gd name="T16" fmla="*/ 2147483646 w 40"/>
                <a:gd name="T17" fmla="*/ 2147483646 h 44"/>
                <a:gd name="T18" fmla="*/ 2147483646 w 40"/>
                <a:gd name="T19" fmla="*/ 2147483646 h 44"/>
                <a:gd name="T20" fmla="*/ 2147483646 w 40"/>
                <a:gd name="T21" fmla="*/ 2147483646 h 44"/>
                <a:gd name="T22" fmla="*/ 2147483646 w 40"/>
                <a:gd name="T23" fmla="*/ 0 h 44"/>
                <a:gd name="T24" fmla="*/ 0 w 40"/>
                <a:gd name="T25" fmla="*/ 2147483646 h 44"/>
                <a:gd name="T26" fmla="*/ 2147483646 w 40"/>
                <a:gd name="T27" fmla="*/ 2147483646 h 44"/>
                <a:gd name="T28" fmla="*/ 2147483646 w 40"/>
                <a:gd name="T29" fmla="*/ 2147483646 h 44"/>
                <a:gd name="T30" fmla="*/ 2147483646 w 40"/>
                <a:gd name="T31" fmla="*/ 2147483646 h 44"/>
                <a:gd name="T32" fmla="*/ 2147483646 w 40"/>
                <a:gd name="T33" fmla="*/ 2147483646 h 44"/>
                <a:gd name="T34" fmla="*/ 2147483646 w 40"/>
                <a:gd name="T35" fmla="*/ 2147483646 h 4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0" h="44">
                  <a:moveTo>
                    <a:pt x="21" y="18"/>
                  </a:moveTo>
                  <a:cubicBezTo>
                    <a:pt x="21" y="26"/>
                    <a:pt x="21" y="26"/>
                    <a:pt x="21" y="26"/>
                  </a:cubicBezTo>
                  <a:cubicBezTo>
                    <a:pt x="31" y="26"/>
                    <a:pt x="31" y="26"/>
                    <a:pt x="31" y="26"/>
                  </a:cubicBezTo>
                  <a:cubicBezTo>
                    <a:pt x="31" y="33"/>
                    <a:pt x="31" y="33"/>
                    <a:pt x="31" y="33"/>
                  </a:cubicBezTo>
                  <a:cubicBezTo>
                    <a:pt x="29" y="35"/>
                    <a:pt x="26" y="36"/>
                    <a:pt x="22" y="36"/>
                  </a:cubicBezTo>
                  <a:cubicBezTo>
                    <a:pt x="14" y="36"/>
                    <a:pt x="8" y="31"/>
                    <a:pt x="8" y="22"/>
                  </a:cubicBezTo>
                  <a:cubicBezTo>
                    <a:pt x="8" y="13"/>
                    <a:pt x="14" y="8"/>
                    <a:pt x="22" y="8"/>
                  </a:cubicBezTo>
                  <a:cubicBezTo>
                    <a:pt x="26" y="8"/>
                    <a:pt x="30" y="9"/>
                    <a:pt x="33" y="12"/>
                  </a:cubicBezTo>
                  <a:cubicBezTo>
                    <a:pt x="33" y="12"/>
                    <a:pt x="33" y="12"/>
                    <a:pt x="33" y="12"/>
                  </a:cubicBezTo>
                  <a:cubicBezTo>
                    <a:pt x="39" y="7"/>
                    <a:pt x="39" y="7"/>
                    <a:pt x="39" y="7"/>
                  </a:cubicBezTo>
                  <a:cubicBezTo>
                    <a:pt x="38" y="7"/>
                    <a:pt x="38" y="7"/>
                    <a:pt x="38" y="7"/>
                  </a:cubicBezTo>
                  <a:cubicBezTo>
                    <a:pt x="34" y="3"/>
                    <a:pt x="29" y="0"/>
                    <a:pt x="22" y="0"/>
                  </a:cubicBezTo>
                  <a:cubicBezTo>
                    <a:pt x="9" y="0"/>
                    <a:pt x="0" y="9"/>
                    <a:pt x="0" y="22"/>
                  </a:cubicBezTo>
                  <a:cubicBezTo>
                    <a:pt x="0" y="35"/>
                    <a:pt x="9" y="44"/>
                    <a:pt x="22" y="44"/>
                  </a:cubicBezTo>
                  <a:cubicBezTo>
                    <a:pt x="29" y="44"/>
                    <a:pt x="36" y="41"/>
                    <a:pt x="40" y="36"/>
                  </a:cubicBezTo>
                  <a:cubicBezTo>
                    <a:pt x="40" y="35"/>
                    <a:pt x="40" y="35"/>
                    <a:pt x="40" y="35"/>
                  </a:cubicBezTo>
                  <a:cubicBezTo>
                    <a:pt x="40" y="18"/>
                    <a:pt x="40" y="18"/>
                    <a:pt x="40" y="18"/>
                  </a:cubicBezTo>
                  <a:lnTo>
                    <a:pt x="21" y="1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0" name="Freeform 94">
              <a:extLst>
                <a:ext uri="{FF2B5EF4-FFF2-40B4-BE49-F238E27FC236}">
                  <a16:creationId xmlns:a16="http://schemas.microsoft.com/office/drawing/2014/main" id="{AAE0BBD9-65F2-882C-4445-81296B2A4269}"/>
                </a:ext>
              </a:extLst>
            </p:cNvPr>
            <p:cNvSpPr>
              <a:spLocks/>
            </p:cNvSpPr>
            <p:nvPr userDrawn="1"/>
          </p:nvSpPr>
          <p:spPr bwMode="auto">
            <a:xfrm>
              <a:off x="8702676" y="187326"/>
              <a:ext cx="50800" cy="66675"/>
            </a:xfrm>
            <a:custGeom>
              <a:avLst/>
              <a:gdLst>
                <a:gd name="T0" fmla="*/ 2147483646 w 32"/>
                <a:gd name="T1" fmla="*/ 2147483646 h 42"/>
                <a:gd name="T2" fmla="*/ 2147483646 w 32"/>
                <a:gd name="T3" fmla="*/ 0 h 42"/>
                <a:gd name="T4" fmla="*/ 0 w 32"/>
                <a:gd name="T5" fmla="*/ 0 h 42"/>
                <a:gd name="T6" fmla="*/ 0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2147483646 h 42"/>
                <a:gd name="T16" fmla="*/ 2147483646 w 32"/>
                <a:gd name="T17" fmla="*/ 2147483646 h 42"/>
                <a:gd name="T18" fmla="*/ 2147483646 w 32"/>
                <a:gd name="T19" fmla="*/ 2147483646 h 42"/>
                <a:gd name="T20" fmla="*/ 2147483646 w 32"/>
                <a:gd name="T21" fmla="*/ 2147483646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2" h="42">
                  <a:moveTo>
                    <a:pt x="32" y="8"/>
                  </a:moveTo>
                  <a:lnTo>
                    <a:pt x="32" y="0"/>
                  </a:lnTo>
                  <a:lnTo>
                    <a:pt x="0" y="0"/>
                  </a:lnTo>
                  <a:lnTo>
                    <a:pt x="0" y="42"/>
                  </a:lnTo>
                  <a:lnTo>
                    <a:pt x="9" y="42"/>
                  </a:lnTo>
                  <a:lnTo>
                    <a:pt x="9" y="25"/>
                  </a:lnTo>
                  <a:lnTo>
                    <a:pt x="31" y="25"/>
                  </a:lnTo>
                  <a:lnTo>
                    <a:pt x="31" y="18"/>
                  </a:lnTo>
                  <a:lnTo>
                    <a:pt x="9" y="18"/>
                  </a:lnTo>
                  <a:lnTo>
                    <a:pt x="9" y="8"/>
                  </a:lnTo>
                  <a:lnTo>
                    <a:pt x="32" y="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1" name="Freeform 95">
              <a:extLst>
                <a:ext uri="{FF2B5EF4-FFF2-40B4-BE49-F238E27FC236}">
                  <a16:creationId xmlns:a16="http://schemas.microsoft.com/office/drawing/2014/main" id="{89C89D90-2415-06FB-1EF0-B23A224BFB0A}"/>
                </a:ext>
              </a:extLst>
            </p:cNvPr>
            <p:cNvSpPr>
              <a:spLocks/>
            </p:cNvSpPr>
            <p:nvPr userDrawn="1"/>
          </p:nvSpPr>
          <p:spPr bwMode="auto">
            <a:xfrm>
              <a:off x="8761413" y="187326"/>
              <a:ext cx="50800" cy="66675"/>
            </a:xfrm>
            <a:custGeom>
              <a:avLst/>
              <a:gdLst>
                <a:gd name="T0" fmla="*/ 0 w 32"/>
                <a:gd name="T1" fmla="*/ 0 h 42"/>
                <a:gd name="T2" fmla="*/ 0 w 32"/>
                <a:gd name="T3" fmla="*/ 2147483646 h 42"/>
                <a:gd name="T4" fmla="*/ 2147483646 w 32"/>
                <a:gd name="T5" fmla="*/ 2147483646 h 42"/>
                <a:gd name="T6" fmla="*/ 2147483646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0 h 42"/>
                <a:gd name="T16" fmla="*/ 0 w 32"/>
                <a:gd name="T17" fmla="*/ 0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 h="42">
                  <a:moveTo>
                    <a:pt x="0" y="0"/>
                  </a:moveTo>
                  <a:lnTo>
                    <a:pt x="0" y="8"/>
                  </a:lnTo>
                  <a:lnTo>
                    <a:pt x="11" y="8"/>
                  </a:lnTo>
                  <a:lnTo>
                    <a:pt x="11" y="42"/>
                  </a:lnTo>
                  <a:lnTo>
                    <a:pt x="20" y="42"/>
                  </a:lnTo>
                  <a:lnTo>
                    <a:pt x="20" y="8"/>
                  </a:lnTo>
                  <a:lnTo>
                    <a:pt x="32" y="8"/>
                  </a:lnTo>
                  <a:lnTo>
                    <a:pt x="32"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grpSp>
      <p:grpSp>
        <p:nvGrpSpPr>
          <p:cNvPr id="12" name="Gruppieren 17">
            <a:extLst>
              <a:ext uri="{FF2B5EF4-FFF2-40B4-BE49-F238E27FC236}">
                <a16:creationId xmlns:a16="http://schemas.microsoft.com/office/drawing/2014/main" id="{985445CC-75FF-1FBD-1F13-A600B05C2395}"/>
              </a:ext>
            </a:extLst>
          </p:cNvPr>
          <p:cNvGrpSpPr>
            <a:grpSpLocks/>
          </p:cNvGrpSpPr>
          <p:nvPr userDrawn="1"/>
        </p:nvGrpSpPr>
        <p:grpSpPr bwMode="auto">
          <a:xfrm>
            <a:off x="-274638" y="-292100"/>
            <a:ext cx="9701213" cy="5749925"/>
            <a:chOff x="-275113" y="-292561"/>
            <a:chExt cx="9702165" cy="5750386"/>
          </a:xfrm>
        </p:grpSpPr>
        <p:grpSp>
          <p:nvGrpSpPr>
            <p:cNvPr id="13" name="Gruppieren 18">
              <a:extLst>
                <a:ext uri="{FF2B5EF4-FFF2-40B4-BE49-F238E27FC236}">
                  <a16:creationId xmlns:a16="http://schemas.microsoft.com/office/drawing/2014/main" id="{660DE266-77E5-B082-416E-FC6A953D1A9A}"/>
                </a:ext>
              </a:extLst>
            </p:cNvPr>
            <p:cNvGrpSpPr>
              <a:grpSpLocks/>
            </p:cNvGrpSpPr>
            <p:nvPr userDrawn="1"/>
          </p:nvGrpSpPr>
          <p:grpSpPr bwMode="auto">
            <a:xfrm>
              <a:off x="186532" y="5290185"/>
              <a:ext cx="8772525" cy="167640"/>
              <a:chOff x="186532" y="-281940"/>
              <a:chExt cx="8772525" cy="708660"/>
            </a:xfrm>
          </p:grpSpPr>
          <p:cxnSp>
            <p:nvCxnSpPr>
              <p:cNvPr id="41" name="Gerade Verbindung 45">
                <a:extLst>
                  <a:ext uri="{FF2B5EF4-FFF2-40B4-BE49-F238E27FC236}">
                    <a16:creationId xmlns:a16="http://schemas.microsoft.com/office/drawing/2014/main" id="{CD1D6D59-64A0-629A-BD7D-368EB385313C}"/>
                  </a:ext>
                </a:extLst>
              </p:cNvPr>
              <p:cNvCxnSpPr/>
              <p:nvPr userDrawn="1"/>
            </p:nvCxnSpPr>
            <p:spPr bwMode="gray">
              <a:xfrm>
                <a:off x="979136"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2" name="Gerade Verbindung 46">
                <a:extLst>
                  <a:ext uri="{FF2B5EF4-FFF2-40B4-BE49-F238E27FC236}">
                    <a16:creationId xmlns:a16="http://schemas.microsoft.com/office/drawing/2014/main" id="{0AED84F6-2462-32C9-02E4-231766295A46}"/>
                  </a:ext>
                </a:extLst>
              </p:cNvPr>
              <p:cNvCxnSpPr/>
              <p:nvPr userDrawn="1"/>
            </p:nvCxnSpPr>
            <p:spPr bwMode="gray">
              <a:xfrm>
                <a:off x="1777726"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3" name="Gerade Verbindung 47">
                <a:extLst>
                  <a:ext uri="{FF2B5EF4-FFF2-40B4-BE49-F238E27FC236}">
                    <a16:creationId xmlns:a16="http://schemas.microsoft.com/office/drawing/2014/main" id="{1E0FB9E8-BEFD-75F5-48E0-4701EF4774D8}"/>
                  </a:ext>
                </a:extLst>
              </p:cNvPr>
              <p:cNvCxnSpPr/>
              <p:nvPr userDrawn="1"/>
            </p:nvCxnSpPr>
            <p:spPr bwMode="gray">
              <a:xfrm>
                <a:off x="2576318"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4" name="Gerade Verbindung 48">
                <a:extLst>
                  <a:ext uri="{FF2B5EF4-FFF2-40B4-BE49-F238E27FC236}">
                    <a16:creationId xmlns:a16="http://schemas.microsoft.com/office/drawing/2014/main" id="{4D3713B4-ACBE-BAD9-4E47-441C1DAC8D35}"/>
                  </a:ext>
                </a:extLst>
              </p:cNvPr>
              <p:cNvCxnSpPr/>
              <p:nvPr userDrawn="1"/>
            </p:nvCxnSpPr>
            <p:spPr bwMode="gray">
              <a:xfrm>
                <a:off x="3374908"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5" name="Gerade Verbindung 49">
                <a:extLst>
                  <a:ext uri="{FF2B5EF4-FFF2-40B4-BE49-F238E27FC236}">
                    <a16:creationId xmlns:a16="http://schemas.microsoft.com/office/drawing/2014/main" id="{B1F0BF8F-2C70-7B96-7589-4C60C5E03D6B}"/>
                  </a:ext>
                </a:extLst>
              </p:cNvPr>
              <p:cNvCxnSpPr/>
              <p:nvPr userDrawn="1"/>
            </p:nvCxnSpPr>
            <p:spPr bwMode="gray">
              <a:xfrm>
                <a:off x="4173499"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6" name="Gerade Verbindung 50">
                <a:extLst>
                  <a:ext uri="{FF2B5EF4-FFF2-40B4-BE49-F238E27FC236}">
                    <a16:creationId xmlns:a16="http://schemas.microsoft.com/office/drawing/2014/main" id="{40A2825B-0BAA-5ECA-C586-DEB536DB4256}"/>
                  </a:ext>
                </a:extLst>
              </p:cNvPr>
              <p:cNvCxnSpPr/>
              <p:nvPr userDrawn="1"/>
            </p:nvCxnSpPr>
            <p:spPr bwMode="gray">
              <a:xfrm>
                <a:off x="4972090"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7" name="Gerade Verbindung 51">
                <a:extLst>
                  <a:ext uri="{FF2B5EF4-FFF2-40B4-BE49-F238E27FC236}">
                    <a16:creationId xmlns:a16="http://schemas.microsoft.com/office/drawing/2014/main" id="{FEFDA39F-A75F-E2D5-B83B-4949035553E2}"/>
                  </a:ext>
                </a:extLst>
              </p:cNvPr>
              <p:cNvCxnSpPr/>
              <p:nvPr userDrawn="1"/>
            </p:nvCxnSpPr>
            <p:spPr bwMode="gray">
              <a:xfrm>
                <a:off x="5770681"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8" name="Gerade Verbindung 52">
                <a:extLst>
                  <a:ext uri="{FF2B5EF4-FFF2-40B4-BE49-F238E27FC236}">
                    <a16:creationId xmlns:a16="http://schemas.microsoft.com/office/drawing/2014/main" id="{DE35AD9C-D099-B68C-3536-5403D7D18078}"/>
                  </a:ext>
                </a:extLst>
              </p:cNvPr>
              <p:cNvCxnSpPr/>
              <p:nvPr userDrawn="1"/>
            </p:nvCxnSpPr>
            <p:spPr bwMode="gray">
              <a:xfrm>
                <a:off x="6569271"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9" name="Gerade Verbindung 53">
                <a:extLst>
                  <a:ext uri="{FF2B5EF4-FFF2-40B4-BE49-F238E27FC236}">
                    <a16:creationId xmlns:a16="http://schemas.microsoft.com/office/drawing/2014/main" id="{41FBA494-9D86-1814-DFDB-051510BE1D24}"/>
                  </a:ext>
                </a:extLst>
              </p:cNvPr>
              <p:cNvCxnSpPr/>
              <p:nvPr userDrawn="1"/>
            </p:nvCxnSpPr>
            <p:spPr bwMode="gray">
              <a:xfrm>
                <a:off x="7367863"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0" name="Gerade Verbindung 54">
                <a:extLst>
                  <a:ext uri="{FF2B5EF4-FFF2-40B4-BE49-F238E27FC236}">
                    <a16:creationId xmlns:a16="http://schemas.microsoft.com/office/drawing/2014/main" id="{5FB49614-B2F1-5FB1-3DA7-EAB98D63E025}"/>
                  </a:ext>
                </a:extLst>
              </p:cNvPr>
              <p:cNvCxnSpPr/>
              <p:nvPr userDrawn="1"/>
            </p:nvCxnSpPr>
            <p:spPr bwMode="gray">
              <a:xfrm>
                <a:off x="8166453"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1" name="Gerade Verbindung 55">
                <a:extLst>
                  <a:ext uri="{FF2B5EF4-FFF2-40B4-BE49-F238E27FC236}">
                    <a16:creationId xmlns:a16="http://schemas.microsoft.com/office/drawing/2014/main" id="{93F86DFC-067F-623C-0BC4-7E692C198CC8}"/>
                  </a:ext>
                </a:extLst>
              </p:cNvPr>
              <p:cNvCxnSpPr/>
              <p:nvPr userDrawn="1"/>
            </p:nvCxnSpPr>
            <p:spPr bwMode="gray">
              <a:xfrm>
                <a:off x="186895"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2" name="Gerade Verbindung 56">
                <a:extLst>
                  <a:ext uri="{FF2B5EF4-FFF2-40B4-BE49-F238E27FC236}">
                    <a16:creationId xmlns:a16="http://schemas.microsoft.com/office/drawing/2014/main" id="{D73DC76C-9978-60C5-813F-6B7A6D1D1B62}"/>
                  </a:ext>
                </a:extLst>
              </p:cNvPr>
              <p:cNvCxnSpPr/>
              <p:nvPr userDrawn="1"/>
            </p:nvCxnSpPr>
            <p:spPr bwMode="gray">
              <a:xfrm>
                <a:off x="8958694"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14" name="Gerade Verbindung 31">
              <a:extLst>
                <a:ext uri="{FF2B5EF4-FFF2-40B4-BE49-F238E27FC236}">
                  <a16:creationId xmlns:a16="http://schemas.microsoft.com/office/drawing/2014/main" id="{B846A6E3-ADD8-6A82-E193-8F2E71E338FD}"/>
                </a:ext>
              </a:extLst>
            </p:cNvPr>
            <p:cNvCxnSpPr/>
            <p:nvPr userDrawn="1"/>
          </p:nvCxnSpPr>
          <p:spPr bwMode="gray">
            <a:xfrm rot="16200000">
              <a:off x="-190967" y="355189"/>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 name="Gerade Verbindung 32">
              <a:extLst>
                <a:ext uri="{FF2B5EF4-FFF2-40B4-BE49-F238E27FC236}">
                  <a16:creationId xmlns:a16="http://schemas.microsoft.com/office/drawing/2014/main" id="{FA3409A7-0A37-E0A2-692A-FE93BB00A4DE}"/>
                </a:ext>
              </a:extLst>
            </p:cNvPr>
            <p:cNvCxnSpPr/>
            <p:nvPr userDrawn="1"/>
          </p:nvCxnSpPr>
          <p:spPr bwMode="gray">
            <a:xfrm rot="16200000">
              <a:off x="-190967" y="545705"/>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 name="Gerade Verbindung 33">
              <a:extLst>
                <a:ext uri="{FF2B5EF4-FFF2-40B4-BE49-F238E27FC236}">
                  <a16:creationId xmlns:a16="http://schemas.microsoft.com/office/drawing/2014/main" id="{1EC5727C-B2B8-0CF1-397E-0734331AACE8}"/>
                </a:ext>
              </a:extLst>
            </p:cNvPr>
            <p:cNvCxnSpPr/>
            <p:nvPr userDrawn="1"/>
          </p:nvCxnSpPr>
          <p:spPr bwMode="gray">
            <a:xfrm rot="16200000">
              <a:off x="-190967" y="4876752"/>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Gerade Verbindung 34">
              <a:extLst>
                <a:ext uri="{FF2B5EF4-FFF2-40B4-BE49-F238E27FC236}">
                  <a16:creationId xmlns:a16="http://schemas.microsoft.com/office/drawing/2014/main" id="{2D8A1187-ED3F-2953-C029-C1AB7E866882}"/>
                </a:ext>
              </a:extLst>
            </p:cNvPr>
            <p:cNvCxnSpPr/>
            <p:nvPr userDrawn="1"/>
          </p:nvCxnSpPr>
          <p:spPr bwMode="gray">
            <a:xfrm rot="16200000">
              <a:off x="-190967" y="4684649"/>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 name="Gerade Verbindung 35">
              <a:extLst>
                <a:ext uri="{FF2B5EF4-FFF2-40B4-BE49-F238E27FC236}">
                  <a16:creationId xmlns:a16="http://schemas.microsoft.com/office/drawing/2014/main" id="{B07CC13A-2D4B-C92D-2166-E17FB2AE37FD}"/>
                </a:ext>
              </a:extLst>
            </p:cNvPr>
            <p:cNvCxnSpPr/>
            <p:nvPr userDrawn="1"/>
          </p:nvCxnSpPr>
          <p:spPr bwMode="gray">
            <a:xfrm rot="16200000">
              <a:off x="9342907" y="352014"/>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Gerade Verbindung 36">
              <a:extLst>
                <a:ext uri="{FF2B5EF4-FFF2-40B4-BE49-F238E27FC236}">
                  <a16:creationId xmlns:a16="http://schemas.microsoft.com/office/drawing/2014/main" id="{DD50BE62-9C13-A230-AADF-C31600406438}"/>
                </a:ext>
              </a:extLst>
            </p:cNvPr>
            <p:cNvCxnSpPr/>
            <p:nvPr userDrawn="1"/>
          </p:nvCxnSpPr>
          <p:spPr bwMode="gray">
            <a:xfrm rot="16200000">
              <a:off x="9342907" y="545705"/>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Gerade Verbindung 37">
              <a:extLst>
                <a:ext uri="{FF2B5EF4-FFF2-40B4-BE49-F238E27FC236}">
                  <a16:creationId xmlns:a16="http://schemas.microsoft.com/office/drawing/2014/main" id="{2AE9FAA0-CE93-0427-0176-2A85B8DD08A4}"/>
                </a:ext>
              </a:extLst>
            </p:cNvPr>
            <p:cNvCxnSpPr/>
            <p:nvPr userDrawn="1"/>
          </p:nvCxnSpPr>
          <p:spPr bwMode="gray">
            <a:xfrm rot="16200000">
              <a:off x="9342907" y="4876752"/>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 name="Gerade Verbindung 38">
              <a:extLst>
                <a:ext uri="{FF2B5EF4-FFF2-40B4-BE49-F238E27FC236}">
                  <a16:creationId xmlns:a16="http://schemas.microsoft.com/office/drawing/2014/main" id="{61399C54-3CCA-8BDA-985C-3B93B527EEE8}"/>
                </a:ext>
              </a:extLst>
            </p:cNvPr>
            <p:cNvCxnSpPr/>
            <p:nvPr userDrawn="1"/>
          </p:nvCxnSpPr>
          <p:spPr bwMode="gray">
            <a:xfrm rot="16200000">
              <a:off x="9342907" y="4684649"/>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Gerade Verbindung 39">
              <a:extLst>
                <a:ext uri="{FF2B5EF4-FFF2-40B4-BE49-F238E27FC236}">
                  <a16:creationId xmlns:a16="http://schemas.microsoft.com/office/drawing/2014/main" id="{A6352894-38A6-FA17-F8D9-5A9EEBDEACDC}"/>
                </a:ext>
              </a:extLst>
            </p:cNvPr>
            <p:cNvCxnSpPr/>
            <p:nvPr userDrawn="1"/>
          </p:nvCxnSpPr>
          <p:spPr bwMode="gray">
            <a:xfrm rot="16200000">
              <a:off x="-190967" y="1179167"/>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 name="Gerade Verbindung 40">
              <a:extLst>
                <a:ext uri="{FF2B5EF4-FFF2-40B4-BE49-F238E27FC236}">
                  <a16:creationId xmlns:a16="http://schemas.microsoft.com/office/drawing/2014/main" id="{EBEC975F-C930-B64F-8072-A778065028D6}"/>
                </a:ext>
              </a:extLst>
            </p:cNvPr>
            <p:cNvCxnSpPr/>
            <p:nvPr userDrawn="1"/>
          </p:nvCxnSpPr>
          <p:spPr bwMode="gray">
            <a:xfrm rot="16200000">
              <a:off x="-190967" y="2347661"/>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Gerade Verbindung 41">
              <a:extLst>
                <a:ext uri="{FF2B5EF4-FFF2-40B4-BE49-F238E27FC236}">
                  <a16:creationId xmlns:a16="http://schemas.microsoft.com/office/drawing/2014/main" id="{DD44CBFC-BFB9-8763-0738-3D8637B6D114}"/>
                </a:ext>
              </a:extLst>
            </p:cNvPr>
            <p:cNvCxnSpPr/>
            <p:nvPr userDrawn="1"/>
          </p:nvCxnSpPr>
          <p:spPr bwMode="gray">
            <a:xfrm rot="16200000">
              <a:off x="-190967" y="3516155"/>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Gerade Verbindung 42">
              <a:extLst>
                <a:ext uri="{FF2B5EF4-FFF2-40B4-BE49-F238E27FC236}">
                  <a16:creationId xmlns:a16="http://schemas.microsoft.com/office/drawing/2014/main" id="{7EF7BDD0-B417-AA1C-7360-AE746B56DBAC}"/>
                </a:ext>
              </a:extLst>
            </p:cNvPr>
            <p:cNvCxnSpPr/>
            <p:nvPr userDrawn="1"/>
          </p:nvCxnSpPr>
          <p:spPr bwMode="gray">
            <a:xfrm rot="16200000">
              <a:off x="9342907" y="1179167"/>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6" name="Gerade Verbindung 43">
              <a:extLst>
                <a:ext uri="{FF2B5EF4-FFF2-40B4-BE49-F238E27FC236}">
                  <a16:creationId xmlns:a16="http://schemas.microsoft.com/office/drawing/2014/main" id="{515533B6-AC27-4566-5271-E45C85E8A651}"/>
                </a:ext>
              </a:extLst>
            </p:cNvPr>
            <p:cNvCxnSpPr/>
            <p:nvPr userDrawn="1"/>
          </p:nvCxnSpPr>
          <p:spPr bwMode="gray">
            <a:xfrm rot="16200000">
              <a:off x="9342907" y="2347661"/>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Gerade Verbindung 44">
              <a:extLst>
                <a:ext uri="{FF2B5EF4-FFF2-40B4-BE49-F238E27FC236}">
                  <a16:creationId xmlns:a16="http://schemas.microsoft.com/office/drawing/2014/main" id="{8446B69E-4E37-532E-C3B3-DCCDFC91BC08}"/>
                </a:ext>
              </a:extLst>
            </p:cNvPr>
            <p:cNvCxnSpPr/>
            <p:nvPr userDrawn="1"/>
          </p:nvCxnSpPr>
          <p:spPr bwMode="gray">
            <a:xfrm rot="16200000">
              <a:off x="9342907" y="3516155"/>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28" name="Gruppieren 33">
              <a:extLst>
                <a:ext uri="{FF2B5EF4-FFF2-40B4-BE49-F238E27FC236}">
                  <a16:creationId xmlns:a16="http://schemas.microsoft.com/office/drawing/2014/main" id="{D66CFA4B-9639-6E91-37CE-0A794DF9E244}"/>
                </a:ext>
              </a:extLst>
            </p:cNvPr>
            <p:cNvGrpSpPr>
              <a:grpSpLocks/>
            </p:cNvGrpSpPr>
            <p:nvPr userDrawn="1"/>
          </p:nvGrpSpPr>
          <p:grpSpPr bwMode="auto">
            <a:xfrm>
              <a:off x="186532" y="-292561"/>
              <a:ext cx="8772525" cy="167640"/>
              <a:chOff x="186532" y="-281940"/>
              <a:chExt cx="8772525" cy="708660"/>
            </a:xfrm>
          </p:grpSpPr>
          <p:cxnSp>
            <p:nvCxnSpPr>
              <p:cNvPr id="29" name="Gerade Verbindung 45">
                <a:extLst>
                  <a:ext uri="{FF2B5EF4-FFF2-40B4-BE49-F238E27FC236}">
                    <a16:creationId xmlns:a16="http://schemas.microsoft.com/office/drawing/2014/main" id="{26A4B3C5-DCA1-C34B-53B2-001AD2AC23A6}"/>
                  </a:ext>
                </a:extLst>
              </p:cNvPr>
              <p:cNvCxnSpPr/>
              <p:nvPr userDrawn="1"/>
            </p:nvCxnSpPr>
            <p:spPr bwMode="gray">
              <a:xfrm>
                <a:off x="979136"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0" name="Gerade Verbindung 46">
                <a:extLst>
                  <a:ext uri="{FF2B5EF4-FFF2-40B4-BE49-F238E27FC236}">
                    <a16:creationId xmlns:a16="http://schemas.microsoft.com/office/drawing/2014/main" id="{3F783C1B-1EFA-55BC-58F4-8C4F7CE79652}"/>
                  </a:ext>
                </a:extLst>
              </p:cNvPr>
              <p:cNvCxnSpPr/>
              <p:nvPr userDrawn="1"/>
            </p:nvCxnSpPr>
            <p:spPr bwMode="gray">
              <a:xfrm>
                <a:off x="1777726"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1" name="Gerade Verbindung 47">
                <a:extLst>
                  <a:ext uri="{FF2B5EF4-FFF2-40B4-BE49-F238E27FC236}">
                    <a16:creationId xmlns:a16="http://schemas.microsoft.com/office/drawing/2014/main" id="{CA4DC120-976F-58DE-392E-FEA01DBCAF1B}"/>
                  </a:ext>
                </a:extLst>
              </p:cNvPr>
              <p:cNvCxnSpPr/>
              <p:nvPr userDrawn="1"/>
            </p:nvCxnSpPr>
            <p:spPr bwMode="gray">
              <a:xfrm>
                <a:off x="2576318"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2" name="Gerade Verbindung 48">
                <a:extLst>
                  <a:ext uri="{FF2B5EF4-FFF2-40B4-BE49-F238E27FC236}">
                    <a16:creationId xmlns:a16="http://schemas.microsoft.com/office/drawing/2014/main" id="{E6AD7B92-C84F-C2E4-096C-80F6C34722CC}"/>
                  </a:ext>
                </a:extLst>
              </p:cNvPr>
              <p:cNvCxnSpPr/>
              <p:nvPr userDrawn="1"/>
            </p:nvCxnSpPr>
            <p:spPr bwMode="gray">
              <a:xfrm>
                <a:off x="3374908"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3" name="Gerade Verbindung 49">
                <a:extLst>
                  <a:ext uri="{FF2B5EF4-FFF2-40B4-BE49-F238E27FC236}">
                    <a16:creationId xmlns:a16="http://schemas.microsoft.com/office/drawing/2014/main" id="{5242E176-446C-1406-C7BA-5872601B6B0D}"/>
                  </a:ext>
                </a:extLst>
              </p:cNvPr>
              <p:cNvCxnSpPr/>
              <p:nvPr userDrawn="1"/>
            </p:nvCxnSpPr>
            <p:spPr bwMode="gray">
              <a:xfrm>
                <a:off x="4173499"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4" name="Gerade Verbindung 50">
                <a:extLst>
                  <a:ext uri="{FF2B5EF4-FFF2-40B4-BE49-F238E27FC236}">
                    <a16:creationId xmlns:a16="http://schemas.microsoft.com/office/drawing/2014/main" id="{7C22AA4F-963C-39C2-BDEB-F56E3B6425D2}"/>
                  </a:ext>
                </a:extLst>
              </p:cNvPr>
              <p:cNvCxnSpPr/>
              <p:nvPr userDrawn="1"/>
            </p:nvCxnSpPr>
            <p:spPr bwMode="gray">
              <a:xfrm>
                <a:off x="4972090"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5" name="Gerade Verbindung 51">
                <a:extLst>
                  <a:ext uri="{FF2B5EF4-FFF2-40B4-BE49-F238E27FC236}">
                    <a16:creationId xmlns:a16="http://schemas.microsoft.com/office/drawing/2014/main" id="{70CA1769-5BCD-A042-E7C8-8D991FCF2459}"/>
                  </a:ext>
                </a:extLst>
              </p:cNvPr>
              <p:cNvCxnSpPr/>
              <p:nvPr userDrawn="1"/>
            </p:nvCxnSpPr>
            <p:spPr bwMode="gray">
              <a:xfrm>
                <a:off x="5770681"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6" name="Gerade Verbindung 52">
                <a:extLst>
                  <a:ext uri="{FF2B5EF4-FFF2-40B4-BE49-F238E27FC236}">
                    <a16:creationId xmlns:a16="http://schemas.microsoft.com/office/drawing/2014/main" id="{A895F0B7-F3ED-5684-8E50-B8C9AAD5B468}"/>
                  </a:ext>
                </a:extLst>
              </p:cNvPr>
              <p:cNvCxnSpPr/>
              <p:nvPr userDrawn="1"/>
            </p:nvCxnSpPr>
            <p:spPr bwMode="gray">
              <a:xfrm>
                <a:off x="6569271"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7" name="Gerade Verbindung 53">
                <a:extLst>
                  <a:ext uri="{FF2B5EF4-FFF2-40B4-BE49-F238E27FC236}">
                    <a16:creationId xmlns:a16="http://schemas.microsoft.com/office/drawing/2014/main" id="{F05FD6EE-C487-CD24-9FFE-93DAC36F55FD}"/>
                  </a:ext>
                </a:extLst>
              </p:cNvPr>
              <p:cNvCxnSpPr/>
              <p:nvPr userDrawn="1"/>
            </p:nvCxnSpPr>
            <p:spPr bwMode="gray">
              <a:xfrm>
                <a:off x="7367863"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 name="Gerade Verbindung 54">
                <a:extLst>
                  <a:ext uri="{FF2B5EF4-FFF2-40B4-BE49-F238E27FC236}">
                    <a16:creationId xmlns:a16="http://schemas.microsoft.com/office/drawing/2014/main" id="{6EE4A547-6757-054E-95DC-B89BC8BB6C76}"/>
                  </a:ext>
                </a:extLst>
              </p:cNvPr>
              <p:cNvCxnSpPr/>
              <p:nvPr userDrawn="1"/>
            </p:nvCxnSpPr>
            <p:spPr bwMode="gray">
              <a:xfrm>
                <a:off x="8166453"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 name="Gerade Verbindung 55">
                <a:extLst>
                  <a:ext uri="{FF2B5EF4-FFF2-40B4-BE49-F238E27FC236}">
                    <a16:creationId xmlns:a16="http://schemas.microsoft.com/office/drawing/2014/main" id="{E53C608B-D316-A40D-9CC1-047DDB6829B5}"/>
                  </a:ext>
                </a:extLst>
              </p:cNvPr>
              <p:cNvCxnSpPr/>
              <p:nvPr userDrawn="1"/>
            </p:nvCxnSpPr>
            <p:spPr bwMode="gray">
              <a:xfrm>
                <a:off x="186895"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0" name="Gerade Verbindung 56">
                <a:extLst>
                  <a:ext uri="{FF2B5EF4-FFF2-40B4-BE49-F238E27FC236}">
                    <a16:creationId xmlns:a16="http://schemas.microsoft.com/office/drawing/2014/main" id="{3C4DBD73-F568-8577-DD6E-CAFB1E5E5084}"/>
                  </a:ext>
                </a:extLst>
              </p:cNvPr>
              <p:cNvCxnSpPr/>
              <p:nvPr userDrawn="1"/>
            </p:nvCxnSpPr>
            <p:spPr bwMode="gray">
              <a:xfrm>
                <a:off x="8958694"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grpSp>
      </p:grpSp>
      <p:sp>
        <p:nvSpPr>
          <p:cNvPr id="53" name="Freihandform: Form 10">
            <a:extLst>
              <a:ext uri="{FF2B5EF4-FFF2-40B4-BE49-F238E27FC236}">
                <a16:creationId xmlns:a16="http://schemas.microsoft.com/office/drawing/2014/main" id="{BB18C517-CFB8-AA03-B8AF-77C8F2DAA75A}"/>
              </a:ext>
            </a:extLst>
          </p:cNvPr>
          <p:cNvSpPr>
            <a:spLocks/>
          </p:cNvSpPr>
          <p:nvPr userDrawn="1"/>
        </p:nvSpPr>
        <p:spPr bwMode="gray">
          <a:xfrm>
            <a:off x="981075" y="2430463"/>
            <a:ext cx="284163" cy="284162"/>
          </a:xfrm>
          <a:custGeom>
            <a:avLst/>
            <a:gdLst>
              <a:gd name="connsiteX0" fmla="*/ 0 w 899961"/>
              <a:gd name="connsiteY0" fmla="*/ 0 h 899961"/>
              <a:gd name="connsiteX1" fmla="*/ 313261 w 899961"/>
              <a:gd name="connsiteY1" fmla="*/ 0 h 899961"/>
              <a:gd name="connsiteX2" fmla="*/ 899961 w 899961"/>
              <a:gd name="connsiteY2" fmla="*/ 0 h 899961"/>
              <a:gd name="connsiteX3" fmla="*/ 899961 w 899961"/>
              <a:gd name="connsiteY3" fmla="*/ 313261 h 899961"/>
              <a:gd name="connsiteX4" fmla="*/ 313261 w 899961"/>
              <a:gd name="connsiteY4" fmla="*/ 313261 h 899961"/>
              <a:gd name="connsiteX5" fmla="*/ 313261 w 899961"/>
              <a:gd name="connsiteY5" fmla="*/ 899961 h 899961"/>
              <a:gd name="connsiteX6" fmla="*/ 0 w 899961"/>
              <a:gd name="connsiteY6" fmla="*/ 899961 h 899961"/>
              <a:gd name="connsiteX7" fmla="*/ 0 w 899961"/>
              <a:gd name="connsiteY7" fmla="*/ 313261 h 899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9961" h="899961">
                <a:moveTo>
                  <a:pt x="0" y="0"/>
                </a:moveTo>
                <a:lnTo>
                  <a:pt x="313261" y="0"/>
                </a:lnTo>
                <a:lnTo>
                  <a:pt x="899961" y="0"/>
                </a:lnTo>
                <a:lnTo>
                  <a:pt x="899961" y="313261"/>
                </a:lnTo>
                <a:lnTo>
                  <a:pt x="313261" y="313261"/>
                </a:lnTo>
                <a:lnTo>
                  <a:pt x="313261" y="899961"/>
                </a:lnTo>
                <a:lnTo>
                  <a:pt x="0" y="899961"/>
                </a:lnTo>
                <a:lnTo>
                  <a:pt x="0" y="313261"/>
                </a:lnTo>
                <a:close/>
              </a:path>
            </a:pathLst>
          </a:cu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eaLnBrk="1" fontAlgn="auto" hangingPunct="1">
              <a:spcBef>
                <a:spcPts val="0"/>
              </a:spcBef>
              <a:spcAft>
                <a:spcPts val="0"/>
              </a:spcAft>
              <a:defRPr/>
            </a:pPr>
            <a:endParaRPr lang="en-GB" sz="1200" dirty="0">
              <a:solidFill>
                <a:schemeClr val="tx1"/>
              </a:solidFill>
            </a:endParaRPr>
          </a:p>
        </p:txBody>
      </p:sp>
      <p:grpSp>
        <p:nvGrpSpPr>
          <p:cNvPr id="54" name="Gruppieren 61">
            <a:extLst>
              <a:ext uri="{FF2B5EF4-FFF2-40B4-BE49-F238E27FC236}">
                <a16:creationId xmlns:a16="http://schemas.microsoft.com/office/drawing/2014/main" id="{C977E95D-CA9E-47C6-9B58-6EECCB360830}"/>
              </a:ext>
            </a:extLst>
          </p:cNvPr>
          <p:cNvGrpSpPr>
            <a:grpSpLocks/>
          </p:cNvGrpSpPr>
          <p:nvPr userDrawn="1"/>
        </p:nvGrpSpPr>
        <p:grpSpPr bwMode="auto">
          <a:xfrm>
            <a:off x="9542463" y="431800"/>
            <a:ext cx="1614487" cy="1120775"/>
            <a:chOff x="9463668" y="1940312"/>
            <a:chExt cx="1614235" cy="1120234"/>
          </a:xfrm>
        </p:grpSpPr>
        <p:sp>
          <p:nvSpPr>
            <p:cNvPr id="55" name="Textfeld 62">
              <a:extLst>
                <a:ext uri="{FF2B5EF4-FFF2-40B4-BE49-F238E27FC236}">
                  <a16:creationId xmlns:a16="http://schemas.microsoft.com/office/drawing/2014/main" id="{5612EDC9-58F2-D992-A608-52EA0A734DA7}"/>
                </a:ext>
              </a:extLst>
            </p:cNvPr>
            <p:cNvSpPr txBox="1">
              <a:spLocks noChangeArrowheads="1"/>
            </p:cNvSpPr>
            <p:nvPr/>
          </p:nvSpPr>
          <p:spPr bwMode="auto">
            <a:xfrm>
              <a:off x="9463668" y="1940312"/>
              <a:ext cx="1614235" cy="1120234"/>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white title slide for light images. Insert an 8 columns picture from the GFT image pack with the image placeholder </a:t>
              </a:r>
              <a:br>
                <a:rPr lang="en-GB" altLang="en-VN" sz="700">
                  <a:solidFill>
                    <a:schemeClr val="bg1"/>
                  </a:solidFill>
                </a:rPr>
              </a:br>
              <a:r>
                <a:rPr lang="en-GB" altLang="en-VN" sz="700">
                  <a:solidFill>
                    <a:schemeClr val="bg1"/>
                  </a:solidFill>
                </a:rPr>
                <a:t>or change image by right click. </a:t>
              </a:r>
            </a:p>
          </p:txBody>
        </p:sp>
        <p:sp>
          <p:nvSpPr>
            <p:cNvPr id="56" name="Freihandform: Form 122">
              <a:extLst>
                <a:ext uri="{FF2B5EF4-FFF2-40B4-BE49-F238E27FC236}">
                  <a16:creationId xmlns:a16="http://schemas.microsoft.com/office/drawing/2014/main" id="{93DD66A0-2E2D-FC50-1FC2-4161BF4D6A32}"/>
                </a:ext>
              </a:extLst>
            </p:cNvPr>
            <p:cNvSpPr/>
            <p:nvPr/>
          </p:nvSpPr>
          <p:spPr>
            <a:xfrm>
              <a:off x="9516047" y="1994261"/>
              <a:ext cx="360307" cy="360189"/>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5"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57" name="Textfeld 64">
            <a:extLst>
              <a:ext uri="{FF2B5EF4-FFF2-40B4-BE49-F238E27FC236}">
                <a16:creationId xmlns:a16="http://schemas.microsoft.com/office/drawing/2014/main" id="{5ED49879-8517-AFAE-F270-A2CB84D501CC}"/>
              </a:ext>
            </a:extLst>
          </p:cNvPr>
          <p:cNvSpPr txBox="1">
            <a:spLocks noChangeArrowheads="1"/>
          </p:cNvSpPr>
          <p:nvPr userDrawn="1"/>
        </p:nvSpPr>
        <p:spPr bwMode="auto">
          <a:xfrm>
            <a:off x="982663" y="5003800"/>
            <a:ext cx="7186612" cy="92075"/>
          </a:xfrm>
          <a:prstGeom prst="rect">
            <a:avLst/>
          </a:prstGeom>
          <a:noFill/>
          <a:ln>
            <a:noFill/>
          </a:ln>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600" b="1"/>
              <a:t>© 2023 | GFT Technologies SE and its affiliates. All rights reserved.</a:t>
            </a:r>
          </a:p>
        </p:txBody>
      </p:sp>
      <p:sp>
        <p:nvSpPr>
          <p:cNvPr id="61" name="Bildplatzhalter 2"/>
          <p:cNvSpPr>
            <a:spLocks noGrp="1"/>
          </p:cNvSpPr>
          <p:nvPr>
            <p:ph type="pic" sz="quarter" idx="14"/>
          </p:nvPr>
        </p:nvSpPr>
        <p:spPr>
          <a:xfrm>
            <a:off x="2574924" y="441325"/>
            <a:ext cx="6386513" cy="4519613"/>
          </a:xfrm>
          <a:solidFill>
            <a:schemeClr val="accent6"/>
          </a:solidFill>
        </p:spPr>
        <p:txBody>
          <a:bodyPr rtlCol="0">
            <a:noAutofit/>
          </a:bodyPr>
          <a:lstStyle>
            <a:lvl1pPr marL="0" indent="0" rtl="0">
              <a:buNone/>
              <a:defRPr sz="1200">
                <a:solidFill>
                  <a:schemeClr val="bg1"/>
                </a:solidFill>
              </a:defRPr>
            </a:lvl1pPr>
          </a:lstStyle>
          <a:p>
            <a:pPr lvl="0"/>
            <a:r>
              <a:rPr lang="en-US" noProof="0"/>
              <a:t>Click icon to add picture</a:t>
            </a:r>
            <a:endParaRPr lang="en-GB" noProof="0" dirty="0"/>
          </a:p>
        </p:txBody>
      </p:sp>
      <p:sp>
        <p:nvSpPr>
          <p:cNvPr id="2" name="Titel 1"/>
          <p:cNvSpPr>
            <a:spLocks noGrp="1"/>
          </p:cNvSpPr>
          <p:nvPr>
            <p:ph type="ctrTitle"/>
          </p:nvPr>
        </p:nvSpPr>
        <p:spPr>
          <a:xfrm>
            <a:off x="978103" y="1258156"/>
            <a:ext cx="3993947" cy="1083374"/>
          </a:xfrm>
        </p:spPr>
        <p:txBody>
          <a:bodyPr anchor="b"/>
          <a:lstStyle>
            <a:lvl1pPr algn="l" rtl="0">
              <a:lnSpc>
                <a:spcPct val="80000"/>
              </a:lnSpc>
              <a:defRPr sz="4400">
                <a:solidFill>
                  <a:schemeClr val="tx1"/>
                </a:solidFill>
              </a:defRPr>
            </a:lvl1pPr>
          </a:lstStyle>
          <a:p>
            <a:r>
              <a:rPr lang="en-US"/>
              <a:t>Click to edit Master title style</a:t>
            </a:r>
            <a:endParaRPr lang="en-GB" dirty="0"/>
          </a:p>
        </p:txBody>
      </p:sp>
      <p:sp>
        <p:nvSpPr>
          <p:cNvPr id="3" name="Untertitel 2"/>
          <p:cNvSpPr>
            <a:spLocks noGrp="1"/>
          </p:cNvSpPr>
          <p:nvPr>
            <p:ph type="subTitle" idx="1"/>
          </p:nvPr>
        </p:nvSpPr>
        <p:spPr>
          <a:xfrm>
            <a:off x="982662" y="2860494"/>
            <a:ext cx="3993947" cy="193899"/>
          </a:xfrm>
        </p:spPr>
        <p:txBody>
          <a:bodyPr/>
          <a:lstStyle>
            <a:lvl1pPr marL="0" indent="0" algn="l" rtl="0">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dirty="0"/>
          </a:p>
        </p:txBody>
      </p:sp>
    </p:spTree>
    <p:extLst>
      <p:ext uri="{BB962C8B-B14F-4D97-AF65-F5344CB8AC3E}">
        <p14:creationId xmlns:p14="http://schemas.microsoft.com/office/powerpoint/2010/main" val="3709218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eadline and text white">
    <p:spTree>
      <p:nvGrpSpPr>
        <p:cNvPr id="1" name=""/>
        <p:cNvGrpSpPr/>
        <p:nvPr/>
      </p:nvGrpSpPr>
      <p:grpSpPr>
        <a:xfrm>
          <a:off x="0" y="0"/>
          <a:ext cx="0" cy="0"/>
          <a:chOff x="0" y="0"/>
          <a:chExt cx="0" cy="0"/>
        </a:xfrm>
      </p:grpSpPr>
      <p:graphicFrame>
        <p:nvGraphicFramePr>
          <p:cNvPr id="2" name="Objekt 12" hidden="1">
            <a:extLst>
              <a:ext uri="{FF2B5EF4-FFF2-40B4-BE49-F238E27FC236}">
                <a16:creationId xmlns:a16="http://schemas.microsoft.com/office/drawing/2014/main" id="{660AEE6C-DA27-1D85-915E-F57AECB28C21}"/>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59407" name="Objekt 12" hidden="1">
                        <a:extLst>
                          <a:ext uri="{FF2B5EF4-FFF2-40B4-BE49-F238E27FC236}">
                            <a16:creationId xmlns:a16="http://schemas.microsoft.com/office/drawing/2014/main" id="{5968945F-66A6-8F2E-A896-C175AE5103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 name="Bildplatzhalter 10">
            <a:extLst>
              <a:ext uri="{FF2B5EF4-FFF2-40B4-BE49-F238E27FC236}">
                <a16:creationId xmlns:a16="http://schemas.microsoft.com/office/drawing/2014/main" id="{61F6EB4F-EEB5-00E9-0C20-81E49458C3E4}"/>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l="5" r="5"/>
          <a:stretch>
            <a:fillRect/>
          </a:stretch>
        </p:blipFill>
        <p:spPr bwMode="auto">
          <a:xfrm>
            <a:off x="188913" y="441325"/>
            <a:ext cx="8772525" cy="451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uppieren 11">
            <a:extLst>
              <a:ext uri="{FF2B5EF4-FFF2-40B4-BE49-F238E27FC236}">
                <a16:creationId xmlns:a16="http://schemas.microsoft.com/office/drawing/2014/main" id="{0D141E5B-EE97-B4CA-494F-9D178F914F72}"/>
              </a:ext>
            </a:extLst>
          </p:cNvPr>
          <p:cNvGrpSpPr>
            <a:grpSpLocks/>
          </p:cNvGrpSpPr>
          <p:nvPr userDrawn="1"/>
        </p:nvGrpSpPr>
        <p:grpSpPr bwMode="auto">
          <a:xfrm>
            <a:off x="9542463" y="431800"/>
            <a:ext cx="1614487" cy="798513"/>
            <a:chOff x="9463668" y="1940312"/>
            <a:chExt cx="1614235" cy="797069"/>
          </a:xfrm>
        </p:grpSpPr>
        <p:sp>
          <p:nvSpPr>
            <p:cNvPr id="6" name="Textfeld 13">
              <a:extLst>
                <a:ext uri="{FF2B5EF4-FFF2-40B4-BE49-F238E27FC236}">
                  <a16:creationId xmlns:a16="http://schemas.microsoft.com/office/drawing/2014/main" id="{6A6E4CC8-15D5-1EF2-1749-2B2DF4C87064}"/>
                </a:ext>
              </a:extLst>
            </p:cNvPr>
            <p:cNvSpPr txBox="1">
              <a:spLocks noChangeArrowheads="1"/>
            </p:cNvSpPr>
            <p:nvPr/>
          </p:nvSpPr>
          <p:spPr bwMode="auto">
            <a:xfrm>
              <a:off x="9463668" y="1940312"/>
              <a:ext cx="1614235" cy="797069"/>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white slide for black text without image.</a:t>
              </a:r>
            </a:p>
          </p:txBody>
        </p:sp>
        <p:sp>
          <p:nvSpPr>
            <p:cNvPr id="7" name="Freihandform: Form 122">
              <a:extLst>
                <a:ext uri="{FF2B5EF4-FFF2-40B4-BE49-F238E27FC236}">
                  <a16:creationId xmlns:a16="http://schemas.microsoft.com/office/drawing/2014/main" id="{A54122E3-01D2-E842-6B80-C15DD34F4984}"/>
                </a:ext>
              </a:extLst>
            </p:cNvPr>
            <p:cNvSpPr/>
            <p:nvPr/>
          </p:nvSpPr>
          <p:spPr>
            <a:xfrm>
              <a:off x="9516047" y="1994189"/>
              <a:ext cx="360307" cy="359711"/>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6"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11" name="Titel 10"/>
          <p:cNvSpPr>
            <a:spLocks noGrp="1"/>
          </p:cNvSpPr>
          <p:nvPr>
            <p:ph type="title"/>
          </p:nvPr>
        </p:nvSpPr>
        <p:spPr/>
        <p:txBody>
          <a:bodyPr/>
          <a:lstStyle>
            <a:lvl1pPr rtl="0">
              <a:defRPr/>
            </a:lvl1pPr>
          </a:lstStyle>
          <a:p>
            <a:r>
              <a:rPr lang="en-US"/>
              <a:t>Click to edit Master title style</a:t>
            </a:r>
            <a:endParaRPr lang="en-GB" dirty="0"/>
          </a:p>
        </p:txBody>
      </p:sp>
      <p:sp>
        <p:nvSpPr>
          <p:cNvPr id="3" name="Textplatzhalter 2"/>
          <p:cNvSpPr>
            <a:spLocks noGrp="1"/>
          </p:cNvSpPr>
          <p:nvPr>
            <p:ph type="body" sz="quarter" idx="10"/>
          </p:nvPr>
        </p:nvSpPr>
        <p:spPr>
          <a:xfrm>
            <a:off x="978102" y="1263728"/>
            <a:ext cx="7191375" cy="1166473"/>
          </a:xfrm>
        </p:spPr>
        <p:txBody>
          <a:bodyPr/>
          <a:lstStyle>
            <a:lvl1pPr rtl="0">
              <a:defRPr/>
            </a:lvl1pPr>
            <a:lvl2pPr rtl="0">
              <a:defRPr/>
            </a:lvl2pPr>
            <a:lvl3pPr rtl="0">
              <a:defRPr/>
            </a:lvl3pPr>
            <a:lvl4pPr rtl="0">
              <a:defRPr/>
            </a:lvl4pPr>
            <a:lvl5pPr rtl="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extplatzhalter 4"/>
          <p:cNvSpPr>
            <a:spLocks noGrp="1"/>
          </p:cNvSpPr>
          <p:nvPr>
            <p:ph type="body" sz="quarter" idx="12"/>
          </p:nvPr>
        </p:nvSpPr>
        <p:spPr>
          <a:xfrm>
            <a:off x="3371850"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a:p>
            <a:pPr lvl="1"/>
            <a:r>
              <a:rPr lang="en-US"/>
              <a:t>Second level</a:t>
            </a:r>
          </a:p>
          <a:p>
            <a:pPr lvl="2"/>
            <a:r>
              <a:rPr lang="en-US"/>
              <a:t>Third level</a:t>
            </a:r>
          </a:p>
        </p:txBody>
      </p:sp>
      <p:sp>
        <p:nvSpPr>
          <p:cNvPr id="8" name="Datumsplatzhalter 28">
            <a:extLst>
              <a:ext uri="{FF2B5EF4-FFF2-40B4-BE49-F238E27FC236}">
                <a16:creationId xmlns:a16="http://schemas.microsoft.com/office/drawing/2014/main" id="{309EE806-F812-9F01-2C16-A28BB92EE772}"/>
              </a:ext>
            </a:extLst>
          </p:cNvPr>
          <p:cNvSpPr>
            <a:spLocks noGrp="1"/>
          </p:cNvSpPr>
          <p:nvPr>
            <p:ph type="dt" sz="half" idx="13"/>
          </p:nvPr>
        </p:nvSpPr>
        <p:spPr>
          <a:xfrm>
            <a:off x="2579688" y="5003800"/>
            <a:ext cx="476250" cy="92075"/>
          </a:xfrm>
        </p:spPr>
        <p:txBody>
          <a:bodyPr wrap="none"/>
          <a:lstStyle>
            <a:lvl1pPr algn="l" rtl="0">
              <a:defRPr lang="de-DE" sz="600" b="1">
                <a:solidFill>
                  <a:srgbClr val="000000"/>
                </a:solidFill>
              </a:defRPr>
            </a:lvl1pPr>
          </a:lstStyle>
          <a:p>
            <a:pPr>
              <a:defRPr/>
            </a:pPr>
            <a:fld id="{B7D9AD62-F16E-8F4D-B659-C5EE71AE2E94}" type="datetime4">
              <a:rPr lang="en-GB"/>
              <a:pPr>
                <a:defRPr/>
              </a:pPr>
              <a:t>25 November 2025</a:t>
            </a:fld>
            <a:endParaRPr lang="en-GB" dirty="0"/>
          </a:p>
        </p:txBody>
      </p:sp>
      <p:sp>
        <p:nvSpPr>
          <p:cNvPr id="10" name="Fußzeilenplatzhalter 1">
            <a:extLst>
              <a:ext uri="{FF2B5EF4-FFF2-40B4-BE49-F238E27FC236}">
                <a16:creationId xmlns:a16="http://schemas.microsoft.com/office/drawing/2014/main" id="{8545E544-99BC-EEBC-954D-85784F5F74ED}"/>
              </a:ext>
            </a:extLst>
          </p:cNvPr>
          <p:cNvSpPr>
            <a:spLocks noGrp="1"/>
          </p:cNvSpPr>
          <p:nvPr>
            <p:ph type="ftr" sz="quarter" idx="14"/>
          </p:nvPr>
        </p:nvSpPr>
        <p:spPr/>
        <p:txBody>
          <a:bodyPr/>
          <a:lstStyle>
            <a:lvl1pPr rtl="0">
              <a:defRPr/>
            </a:lvl1pPr>
          </a:lstStyle>
          <a:p>
            <a:pPr>
              <a:defRPr/>
            </a:pPr>
            <a:r>
              <a:rPr lang="en-GB"/>
              <a:t>Type here if  add info needed  for every slide</a:t>
            </a:r>
          </a:p>
        </p:txBody>
      </p:sp>
    </p:spTree>
    <p:extLst>
      <p:ext uri="{BB962C8B-B14F-4D97-AF65-F5344CB8AC3E}">
        <p14:creationId xmlns:p14="http://schemas.microsoft.com/office/powerpoint/2010/main" val="3522470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line and text with flexible background">
    <p:spTree>
      <p:nvGrpSpPr>
        <p:cNvPr id="1" name=""/>
        <p:cNvGrpSpPr/>
        <p:nvPr/>
      </p:nvGrpSpPr>
      <p:grpSpPr>
        <a:xfrm>
          <a:off x="0" y="0"/>
          <a:ext cx="0" cy="0"/>
          <a:chOff x="0" y="0"/>
          <a:chExt cx="0" cy="0"/>
        </a:xfrm>
      </p:grpSpPr>
      <p:graphicFrame>
        <p:nvGraphicFramePr>
          <p:cNvPr id="2" name="Objekt 12" hidden="1">
            <a:extLst>
              <a:ext uri="{FF2B5EF4-FFF2-40B4-BE49-F238E27FC236}">
                <a16:creationId xmlns:a16="http://schemas.microsoft.com/office/drawing/2014/main" id="{EF189852-DD69-644E-A883-22DAEB07F60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60431" name="Objekt 12" hidden="1">
                        <a:extLst>
                          <a:ext uri="{FF2B5EF4-FFF2-40B4-BE49-F238E27FC236}">
                            <a16:creationId xmlns:a16="http://schemas.microsoft.com/office/drawing/2014/main" id="{341CF754-CAA4-81B6-E65D-A97599FDB7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 name="Gruppieren 15">
            <a:extLst>
              <a:ext uri="{FF2B5EF4-FFF2-40B4-BE49-F238E27FC236}">
                <a16:creationId xmlns:a16="http://schemas.microsoft.com/office/drawing/2014/main" id="{77EA14D4-E9D8-A683-C9EF-316FAA039D63}"/>
              </a:ext>
            </a:extLst>
          </p:cNvPr>
          <p:cNvGrpSpPr>
            <a:grpSpLocks/>
          </p:cNvGrpSpPr>
          <p:nvPr userDrawn="1"/>
        </p:nvGrpSpPr>
        <p:grpSpPr bwMode="auto">
          <a:xfrm>
            <a:off x="9542463" y="431800"/>
            <a:ext cx="1614487" cy="798513"/>
            <a:chOff x="9463668" y="1940312"/>
            <a:chExt cx="1614235" cy="797069"/>
          </a:xfrm>
        </p:grpSpPr>
        <p:sp>
          <p:nvSpPr>
            <p:cNvPr id="6" name="Textfeld 16">
              <a:extLst>
                <a:ext uri="{FF2B5EF4-FFF2-40B4-BE49-F238E27FC236}">
                  <a16:creationId xmlns:a16="http://schemas.microsoft.com/office/drawing/2014/main" id="{3F12CA01-15D7-6F7F-9379-615315C64B4A}"/>
                </a:ext>
              </a:extLst>
            </p:cNvPr>
            <p:cNvSpPr txBox="1">
              <a:spLocks noChangeArrowheads="1"/>
            </p:cNvSpPr>
            <p:nvPr/>
          </p:nvSpPr>
          <p:spPr bwMode="auto">
            <a:xfrm>
              <a:off x="9463668" y="1940312"/>
              <a:ext cx="1614235" cy="797069"/>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success story slide for little text on 11 columns image.</a:t>
              </a:r>
            </a:p>
          </p:txBody>
        </p:sp>
        <p:sp>
          <p:nvSpPr>
            <p:cNvPr id="7" name="Freihandform: Form 122">
              <a:extLst>
                <a:ext uri="{FF2B5EF4-FFF2-40B4-BE49-F238E27FC236}">
                  <a16:creationId xmlns:a16="http://schemas.microsoft.com/office/drawing/2014/main" id="{DFF8E630-711A-F70E-7B9F-E6003AA49F7A}"/>
                </a:ext>
              </a:extLst>
            </p:cNvPr>
            <p:cNvSpPr/>
            <p:nvPr/>
          </p:nvSpPr>
          <p:spPr>
            <a:xfrm>
              <a:off x="9516047" y="1994189"/>
              <a:ext cx="360307" cy="359711"/>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5"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4" name="Bildplatzhalter 3"/>
          <p:cNvSpPr>
            <a:spLocks noGrp="1"/>
          </p:cNvSpPr>
          <p:nvPr>
            <p:ph type="pic" sz="quarter" idx="11"/>
          </p:nvPr>
        </p:nvSpPr>
        <p:spPr>
          <a:xfrm>
            <a:off x="188912" y="441325"/>
            <a:ext cx="8772525" cy="4519613"/>
          </a:xfrm>
          <a:solidFill>
            <a:schemeClr val="accent6"/>
          </a:solidFill>
        </p:spPr>
        <p:txBody>
          <a:bodyPr rtlCol="0">
            <a:noAutofit/>
          </a:bodyPr>
          <a:lstStyle>
            <a:lvl1pPr marL="0" indent="0" rtl="0">
              <a:buNone/>
              <a:defRPr sz="1200">
                <a:solidFill>
                  <a:schemeClr val="bg1"/>
                </a:solidFill>
              </a:defRPr>
            </a:lvl1pPr>
          </a:lstStyle>
          <a:p>
            <a:pPr lvl="0"/>
            <a:r>
              <a:rPr lang="en-US" noProof="0"/>
              <a:t>Click icon to add picture</a:t>
            </a:r>
            <a:endParaRPr lang="en-GB" noProof="0" dirty="0"/>
          </a:p>
        </p:txBody>
      </p:sp>
      <p:sp>
        <p:nvSpPr>
          <p:cNvPr id="11" name="Titel 10"/>
          <p:cNvSpPr>
            <a:spLocks noGrp="1"/>
          </p:cNvSpPr>
          <p:nvPr>
            <p:ph type="title"/>
          </p:nvPr>
        </p:nvSpPr>
        <p:spPr/>
        <p:txBody>
          <a:bodyPr/>
          <a:lstStyle>
            <a:lvl1pPr rtl="0">
              <a:defRPr/>
            </a:lvl1pPr>
          </a:lstStyle>
          <a:p>
            <a:r>
              <a:rPr lang="en-US"/>
              <a:t>Click to edit Master title style</a:t>
            </a:r>
            <a:endParaRPr lang="en-GB" dirty="0"/>
          </a:p>
        </p:txBody>
      </p:sp>
      <p:sp>
        <p:nvSpPr>
          <p:cNvPr id="3" name="Textplatzhalter 2"/>
          <p:cNvSpPr>
            <a:spLocks noGrp="1"/>
          </p:cNvSpPr>
          <p:nvPr>
            <p:ph type="body" sz="quarter" idx="10"/>
          </p:nvPr>
        </p:nvSpPr>
        <p:spPr>
          <a:xfrm>
            <a:off x="978102" y="1263728"/>
            <a:ext cx="7191375" cy="1166473"/>
          </a:xfrm>
        </p:spPr>
        <p:txBody>
          <a:bodyPr/>
          <a:lstStyle>
            <a:lvl1pPr rtl="0">
              <a:defRPr/>
            </a:lvl1pPr>
            <a:lvl2pPr rtl="0">
              <a:defRPr/>
            </a:lvl2pPr>
            <a:lvl3pPr rtl="0">
              <a:defRPr/>
            </a:lvl3pPr>
            <a:lvl4pPr rtl="0">
              <a:defRPr/>
            </a:lvl4pPr>
            <a:lvl5pPr rtl="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platzhalter 4"/>
          <p:cNvSpPr>
            <a:spLocks noGrp="1"/>
          </p:cNvSpPr>
          <p:nvPr>
            <p:ph type="body" sz="quarter" idx="12"/>
          </p:nvPr>
        </p:nvSpPr>
        <p:spPr>
          <a:xfrm>
            <a:off x="3371850"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a:p>
            <a:pPr lvl="1"/>
            <a:r>
              <a:rPr lang="en-US"/>
              <a:t>Second level</a:t>
            </a:r>
          </a:p>
          <a:p>
            <a:pPr lvl="2"/>
            <a:r>
              <a:rPr lang="en-US"/>
              <a:t>Third level</a:t>
            </a:r>
          </a:p>
        </p:txBody>
      </p:sp>
      <p:sp>
        <p:nvSpPr>
          <p:cNvPr id="8" name="Fußzeilenplatzhalter 1">
            <a:extLst>
              <a:ext uri="{FF2B5EF4-FFF2-40B4-BE49-F238E27FC236}">
                <a16:creationId xmlns:a16="http://schemas.microsoft.com/office/drawing/2014/main" id="{9E3EBAF5-C09F-AE69-BC2A-E1E378317C0C}"/>
              </a:ext>
            </a:extLst>
          </p:cNvPr>
          <p:cNvSpPr>
            <a:spLocks noGrp="1"/>
          </p:cNvSpPr>
          <p:nvPr>
            <p:ph type="ftr" sz="quarter" idx="13"/>
          </p:nvPr>
        </p:nvSpPr>
        <p:spPr/>
        <p:txBody>
          <a:bodyPr/>
          <a:lstStyle>
            <a:lvl1pPr rtl="0">
              <a:defRPr/>
            </a:lvl1pPr>
          </a:lstStyle>
          <a:p>
            <a:pPr>
              <a:defRPr/>
            </a:pPr>
            <a:r>
              <a:rPr lang="en-GB"/>
              <a:t>Type here if  add info needed  for every slide</a:t>
            </a:r>
          </a:p>
        </p:txBody>
      </p:sp>
      <p:sp>
        <p:nvSpPr>
          <p:cNvPr id="9" name="Datumsplatzhalter 28">
            <a:extLst>
              <a:ext uri="{FF2B5EF4-FFF2-40B4-BE49-F238E27FC236}">
                <a16:creationId xmlns:a16="http://schemas.microsoft.com/office/drawing/2014/main" id="{80283221-D29F-8838-315C-B507E5F04D06}"/>
              </a:ext>
            </a:extLst>
          </p:cNvPr>
          <p:cNvSpPr>
            <a:spLocks noGrp="1"/>
          </p:cNvSpPr>
          <p:nvPr>
            <p:ph type="dt" sz="half" idx="14"/>
          </p:nvPr>
        </p:nvSpPr>
        <p:spPr/>
        <p:txBody>
          <a:bodyPr/>
          <a:lstStyle>
            <a:lvl1pPr algn="l" rtl="0">
              <a:defRPr lang="de-DE" sz="600" b="1">
                <a:solidFill>
                  <a:srgbClr val="000000"/>
                </a:solidFill>
              </a:defRPr>
            </a:lvl1pPr>
          </a:lstStyle>
          <a:p>
            <a:pPr>
              <a:defRPr/>
            </a:pPr>
            <a:fld id="{1A2219B5-8890-8647-BD25-5A20867CED18}" type="datetime4">
              <a:rPr lang="en-GB"/>
              <a:pPr>
                <a:defRPr/>
              </a:pPr>
              <a:t>25 November 2025</a:t>
            </a:fld>
            <a:endParaRPr lang="en-GB" dirty="0"/>
          </a:p>
        </p:txBody>
      </p:sp>
    </p:spTree>
    <p:extLst>
      <p:ext uri="{BB962C8B-B14F-4D97-AF65-F5344CB8AC3E}">
        <p14:creationId xmlns:p14="http://schemas.microsoft.com/office/powerpoint/2010/main" val="30535500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slide 1 white">
    <p:spTree>
      <p:nvGrpSpPr>
        <p:cNvPr id="1" name=""/>
        <p:cNvGrpSpPr/>
        <p:nvPr/>
      </p:nvGrpSpPr>
      <p:grpSpPr>
        <a:xfrm>
          <a:off x="0" y="0"/>
          <a:ext cx="0" cy="0"/>
          <a:chOff x="0" y="0"/>
          <a:chExt cx="0" cy="0"/>
        </a:xfrm>
      </p:grpSpPr>
      <p:graphicFrame>
        <p:nvGraphicFramePr>
          <p:cNvPr id="2" name="Objekt 12" hidden="1">
            <a:extLst>
              <a:ext uri="{FF2B5EF4-FFF2-40B4-BE49-F238E27FC236}">
                <a16:creationId xmlns:a16="http://schemas.microsoft.com/office/drawing/2014/main" id="{360D0EE9-AFA9-BD06-AE83-ED69FB9B4A71}"/>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61455" name="Objekt 12" hidden="1">
                        <a:extLst>
                          <a:ext uri="{FF2B5EF4-FFF2-40B4-BE49-F238E27FC236}">
                            <a16:creationId xmlns:a16="http://schemas.microsoft.com/office/drawing/2014/main" id="{49E643DD-CDE7-4BA1-971A-C5AA0B46F3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 name="Bildplatzhalter 10">
            <a:extLst>
              <a:ext uri="{FF2B5EF4-FFF2-40B4-BE49-F238E27FC236}">
                <a16:creationId xmlns:a16="http://schemas.microsoft.com/office/drawing/2014/main" id="{66B837BC-147F-D6A9-3796-4E8B20E87302}"/>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l="5" r="5"/>
          <a:stretch>
            <a:fillRect/>
          </a:stretch>
        </p:blipFill>
        <p:spPr bwMode="auto">
          <a:xfrm>
            <a:off x="188913" y="441325"/>
            <a:ext cx="8772525" cy="451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uppieren 14">
            <a:extLst>
              <a:ext uri="{FF2B5EF4-FFF2-40B4-BE49-F238E27FC236}">
                <a16:creationId xmlns:a16="http://schemas.microsoft.com/office/drawing/2014/main" id="{0ED90C32-48B6-2406-4A3B-F4690460E3FA}"/>
              </a:ext>
            </a:extLst>
          </p:cNvPr>
          <p:cNvGrpSpPr>
            <a:grpSpLocks/>
          </p:cNvGrpSpPr>
          <p:nvPr userDrawn="1"/>
        </p:nvGrpSpPr>
        <p:grpSpPr bwMode="auto">
          <a:xfrm>
            <a:off x="7767638" y="106363"/>
            <a:ext cx="1193800" cy="222250"/>
            <a:chOff x="8174038" y="147638"/>
            <a:chExt cx="787400" cy="146050"/>
          </a:xfrm>
        </p:grpSpPr>
        <p:sp>
          <p:nvSpPr>
            <p:cNvPr id="7" name="AutoShape 89">
              <a:extLst>
                <a:ext uri="{FF2B5EF4-FFF2-40B4-BE49-F238E27FC236}">
                  <a16:creationId xmlns:a16="http://schemas.microsoft.com/office/drawing/2014/main" id="{484D4773-2B08-9695-79A2-AA821927A39A}"/>
                </a:ext>
              </a:extLst>
            </p:cNvPr>
            <p:cNvSpPr>
              <a:spLocks noChangeAspect="1" noChangeArrowheads="1" noTextEdit="1"/>
            </p:cNvSpPr>
            <p:nvPr userDrawn="1"/>
          </p:nvSpPr>
          <p:spPr bwMode="auto">
            <a:xfrm>
              <a:off x="8174038" y="147638"/>
              <a:ext cx="787400"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VN"/>
            </a:p>
          </p:txBody>
        </p:sp>
        <p:sp>
          <p:nvSpPr>
            <p:cNvPr id="8" name="Rectangle 91">
              <a:extLst>
                <a:ext uri="{FF2B5EF4-FFF2-40B4-BE49-F238E27FC236}">
                  <a16:creationId xmlns:a16="http://schemas.microsoft.com/office/drawing/2014/main" id="{28D89C17-405B-E5E8-1FB3-F583242EBF98}"/>
                </a:ext>
              </a:extLst>
            </p:cNvPr>
            <p:cNvSpPr>
              <a:spLocks noChangeArrowheads="1"/>
            </p:cNvSpPr>
            <p:nvPr userDrawn="1"/>
          </p:nvSpPr>
          <p:spPr bwMode="auto">
            <a:xfrm>
              <a:off x="8174038" y="147638"/>
              <a:ext cx="787400" cy="146050"/>
            </a:xfrm>
            <a:prstGeom prst="rect">
              <a:avLst/>
            </a:prstGeom>
            <a:solidFill>
              <a:schemeClr val="accent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10" name="Rectangle 92">
              <a:extLst>
                <a:ext uri="{FF2B5EF4-FFF2-40B4-BE49-F238E27FC236}">
                  <a16:creationId xmlns:a16="http://schemas.microsoft.com/office/drawing/2014/main" id="{5D4F85D1-9009-C223-DEC3-B7D77FEB94AC}"/>
                </a:ext>
              </a:extLst>
            </p:cNvPr>
            <p:cNvSpPr>
              <a:spLocks noChangeArrowheads="1"/>
            </p:cNvSpPr>
            <p:nvPr userDrawn="1"/>
          </p:nvSpPr>
          <p:spPr bwMode="auto">
            <a:xfrm>
              <a:off x="8854636" y="187280"/>
              <a:ext cx="69107" cy="66766"/>
            </a:xfrm>
            <a:prstGeom prst="rect">
              <a:avLst/>
            </a:prstGeom>
            <a:solidFill>
              <a:schemeClr val="bg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11" name="Freeform 93">
              <a:extLst>
                <a:ext uri="{FF2B5EF4-FFF2-40B4-BE49-F238E27FC236}">
                  <a16:creationId xmlns:a16="http://schemas.microsoft.com/office/drawing/2014/main" id="{18AB887D-CF60-6F63-928D-A7B209A1A12B}"/>
                </a:ext>
              </a:extLst>
            </p:cNvPr>
            <p:cNvSpPr>
              <a:spLocks/>
            </p:cNvSpPr>
            <p:nvPr userDrawn="1"/>
          </p:nvSpPr>
          <p:spPr bwMode="auto">
            <a:xfrm>
              <a:off x="8621713" y="185738"/>
              <a:ext cx="65088" cy="69850"/>
            </a:xfrm>
            <a:custGeom>
              <a:avLst/>
              <a:gdLst>
                <a:gd name="T0" fmla="*/ 2147483646 w 40"/>
                <a:gd name="T1" fmla="*/ 2147483646 h 44"/>
                <a:gd name="T2" fmla="*/ 2147483646 w 40"/>
                <a:gd name="T3" fmla="*/ 2147483646 h 44"/>
                <a:gd name="T4" fmla="*/ 2147483646 w 40"/>
                <a:gd name="T5" fmla="*/ 2147483646 h 44"/>
                <a:gd name="T6" fmla="*/ 2147483646 w 40"/>
                <a:gd name="T7" fmla="*/ 2147483646 h 44"/>
                <a:gd name="T8" fmla="*/ 2147483646 w 40"/>
                <a:gd name="T9" fmla="*/ 2147483646 h 44"/>
                <a:gd name="T10" fmla="*/ 2147483646 w 40"/>
                <a:gd name="T11" fmla="*/ 2147483646 h 44"/>
                <a:gd name="T12" fmla="*/ 2147483646 w 40"/>
                <a:gd name="T13" fmla="*/ 2147483646 h 44"/>
                <a:gd name="T14" fmla="*/ 2147483646 w 40"/>
                <a:gd name="T15" fmla="*/ 2147483646 h 44"/>
                <a:gd name="T16" fmla="*/ 2147483646 w 40"/>
                <a:gd name="T17" fmla="*/ 2147483646 h 44"/>
                <a:gd name="T18" fmla="*/ 2147483646 w 40"/>
                <a:gd name="T19" fmla="*/ 2147483646 h 44"/>
                <a:gd name="T20" fmla="*/ 2147483646 w 40"/>
                <a:gd name="T21" fmla="*/ 2147483646 h 44"/>
                <a:gd name="T22" fmla="*/ 2147483646 w 40"/>
                <a:gd name="T23" fmla="*/ 0 h 44"/>
                <a:gd name="T24" fmla="*/ 0 w 40"/>
                <a:gd name="T25" fmla="*/ 2147483646 h 44"/>
                <a:gd name="T26" fmla="*/ 2147483646 w 40"/>
                <a:gd name="T27" fmla="*/ 2147483646 h 44"/>
                <a:gd name="T28" fmla="*/ 2147483646 w 40"/>
                <a:gd name="T29" fmla="*/ 2147483646 h 44"/>
                <a:gd name="T30" fmla="*/ 2147483646 w 40"/>
                <a:gd name="T31" fmla="*/ 2147483646 h 44"/>
                <a:gd name="T32" fmla="*/ 2147483646 w 40"/>
                <a:gd name="T33" fmla="*/ 2147483646 h 44"/>
                <a:gd name="T34" fmla="*/ 2147483646 w 40"/>
                <a:gd name="T35" fmla="*/ 2147483646 h 4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0" h="44">
                  <a:moveTo>
                    <a:pt x="21" y="18"/>
                  </a:moveTo>
                  <a:cubicBezTo>
                    <a:pt x="21" y="26"/>
                    <a:pt x="21" y="26"/>
                    <a:pt x="21" y="26"/>
                  </a:cubicBezTo>
                  <a:cubicBezTo>
                    <a:pt x="31" y="26"/>
                    <a:pt x="31" y="26"/>
                    <a:pt x="31" y="26"/>
                  </a:cubicBezTo>
                  <a:cubicBezTo>
                    <a:pt x="31" y="33"/>
                    <a:pt x="31" y="33"/>
                    <a:pt x="31" y="33"/>
                  </a:cubicBezTo>
                  <a:cubicBezTo>
                    <a:pt x="29" y="35"/>
                    <a:pt x="26" y="36"/>
                    <a:pt x="22" y="36"/>
                  </a:cubicBezTo>
                  <a:cubicBezTo>
                    <a:pt x="14" y="36"/>
                    <a:pt x="8" y="31"/>
                    <a:pt x="8" y="22"/>
                  </a:cubicBezTo>
                  <a:cubicBezTo>
                    <a:pt x="8" y="13"/>
                    <a:pt x="14" y="8"/>
                    <a:pt x="22" y="8"/>
                  </a:cubicBezTo>
                  <a:cubicBezTo>
                    <a:pt x="26" y="8"/>
                    <a:pt x="30" y="9"/>
                    <a:pt x="33" y="12"/>
                  </a:cubicBezTo>
                  <a:cubicBezTo>
                    <a:pt x="33" y="12"/>
                    <a:pt x="33" y="12"/>
                    <a:pt x="33" y="12"/>
                  </a:cubicBezTo>
                  <a:cubicBezTo>
                    <a:pt x="39" y="7"/>
                    <a:pt x="39" y="7"/>
                    <a:pt x="39" y="7"/>
                  </a:cubicBezTo>
                  <a:cubicBezTo>
                    <a:pt x="38" y="7"/>
                    <a:pt x="38" y="7"/>
                    <a:pt x="38" y="7"/>
                  </a:cubicBezTo>
                  <a:cubicBezTo>
                    <a:pt x="34" y="3"/>
                    <a:pt x="29" y="0"/>
                    <a:pt x="22" y="0"/>
                  </a:cubicBezTo>
                  <a:cubicBezTo>
                    <a:pt x="9" y="0"/>
                    <a:pt x="0" y="9"/>
                    <a:pt x="0" y="22"/>
                  </a:cubicBezTo>
                  <a:cubicBezTo>
                    <a:pt x="0" y="35"/>
                    <a:pt x="9" y="44"/>
                    <a:pt x="22" y="44"/>
                  </a:cubicBezTo>
                  <a:cubicBezTo>
                    <a:pt x="29" y="44"/>
                    <a:pt x="36" y="41"/>
                    <a:pt x="40" y="36"/>
                  </a:cubicBezTo>
                  <a:cubicBezTo>
                    <a:pt x="40" y="35"/>
                    <a:pt x="40" y="35"/>
                    <a:pt x="40" y="35"/>
                  </a:cubicBezTo>
                  <a:cubicBezTo>
                    <a:pt x="40" y="18"/>
                    <a:pt x="40" y="18"/>
                    <a:pt x="40" y="18"/>
                  </a:cubicBezTo>
                  <a:lnTo>
                    <a:pt x="21" y="1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2" name="Freeform 94">
              <a:extLst>
                <a:ext uri="{FF2B5EF4-FFF2-40B4-BE49-F238E27FC236}">
                  <a16:creationId xmlns:a16="http://schemas.microsoft.com/office/drawing/2014/main" id="{4536792B-CCE8-4E65-0A1C-296CDF4B8DC5}"/>
                </a:ext>
              </a:extLst>
            </p:cNvPr>
            <p:cNvSpPr>
              <a:spLocks/>
            </p:cNvSpPr>
            <p:nvPr userDrawn="1"/>
          </p:nvSpPr>
          <p:spPr bwMode="auto">
            <a:xfrm>
              <a:off x="8702676" y="187326"/>
              <a:ext cx="50800" cy="66675"/>
            </a:xfrm>
            <a:custGeom>
              <a:avLst/>
              <a:gdLst>
                <a:gd name="T0" fmla="*/ 2147483646 w 32"/>
                <a:gd name="T1" fmla="*/ 2147483646 h 42"/>
                <a:gd name="T2" fmla="*/ 2147483646 w 32"/>
                <a:gd name="T3" fmla="*/ 0 h 42"/>
                <a:gd name="T4" fmla="*/ 0 w 32"/>
                <a:gd name="T5" fmla="*/ 0 h 42"/>
                <a:gd name="T6" fmla="*/ 0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2147483646 h 42"/>
                <a:gd name="T16" fmla="*/ 2147483646 w 32"/>
                <a:gd name="T17" fmla="*/ 2147483646 h 42"/>
                <a:gd name="T18" fmla="*/ 2147483646 w 32"/>
                <a:gd name="T19" fmla="*/ 2147483646 h 42"/>
                <a:gd name="T20" fmla="*/ 2147483646 w 32"/>
                <a:gd name="T21" fmla="*/ 2147483646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2" h="42">
                  <a:moveTo>
                    <a:pt x="32" y="8"/>
                  </a:moveTo>
                  <a:lnTo>
                    <a:pt x="32" y="0"/>
                  </a:lnTo>
                  <a:lnTo>
                    <a:pt x="0" y="0"/>
                  </a:lnTo>
                  <a:lnTo>
                    <a:pt x="0" y="42"/>
                  </a:lnTo>
                  <a:lnTo>
                    <a:pt x="9" y="42"/>
                  </a:lnTo>
                  <a:lnTo>
                    <a:pt x="9" y="25"/>
                  </a:lnTo>
                  <a:lnTo>
                    <a:pt x="31" y="25"/>
                  </a:lnTo>
                  <a:lnTo>
                    <a:pt x="31" y="18"/>
                  </a:lnTo>
                  <a:lnTo>
                    <a:pt x="9" y="18"/>
                  </a:lnTo>
                  <a:lnTo>
                    <a:pt x="9" y="8"/>
                  </a:lnTo>
                  <a:lnTo>
                    <a:pt x="32" y="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3" name="Freeform 95">
              <a:extLst>
                <a:ext uri="{FF2B5EF4-FFF2-40B4-BE49-F238E27FC236}">
                  <a16:creationId xmlns:a16="http://schemas.microsoft.com/office/drawing/2014/main" id="{5895DC66-1214-A502-5D78-4903C4EE8013}"/>
                </a:ext>
              </a:extLst>
            </p:cNvPr>
            <p:cNvSpPr>
              <a:spLocks/>
            </p:cNvSpPr>
            <p:nvPr userDrawn="1"/>
          </p:nvSpPr>
          <p:spPr bwMode="auto">
            <a:xfrm>
              <a:off x="8761413" y="187326"/>
              <a:ext cx="50800" cy="66675"/>
            </a:xfrm>
            <a:custGeom>
              <a:avLst/>
              <a:gdLst>
                <a:gd name="T0" fmla="*/ 0 w 32"/>
                <a:gd name="T1" fmla="*/ 0 h 42"/>
                <a:gd name="T2" fmla="*/ 0 w 32"/>
                <a:gd name="T3" fmla="*/ 2147483646 h 42"/>
                <a:gd name="T4" fmla="*/ 2147483646 w 32"/>
                <a:gd name="T5" fmla="*/ 2147483646 h 42"/>
                <a:gd name="T6" fmla="*/ 2147483646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0 h 42"/>
                <a:gd name="T16" fmla="*/ 0 w 32"/>
                <a:gd name="T17" fmla="*/ 0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 h="42">
                  <a:moveTo>
                    <a:pt x="0" y="0"/>
                  </a:moveTo>
                  <a:lnTo>
                    <a:pt x="0" y="8"/>
                  </a:lnTo>
                  <a:lnTo>
                    <a:pt x="11" y="8"/>
                  </a:lnTo>
                  <a:lnTo>
                    <a:pt x="11" y="42"/>
                  </a:lnTo>
                  <a:lnTo>
                    <a:pt x="20" y="42"/>
                  </a:lnTo>
                  <a:lnTo>
                    <a:pt x="20" y="8"/>
                  </a:lnTo>
                  <a:lnTo>
                    <a:pt x="32" y="8"/>
                  </a:lnTo>
                  <a:lnTo>
                    <a:pt x="32"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grpSp>
      <p:sp>
        <p:nvSpPr>
          <p:cNvPr id="14" name="Textfeld 26">
            <a:extLst>
              <a:ext uri="{FF2B5EF4-FFF2-40B4-BE49-F238E27FC236}">
                <a16:creationId xmlns:a16="http://schemas.microsoft.com/office/drawing/2014/main" id="{0ACCAC1A-7840-F0C6-862D-694381F61000}"/>
              </a:ext>
            </a:extLst>
          </p:cNvPr>
          <p:cNvSpPr txBox="1">
            <a:spLocks noChangeArrowheads="1"/>
          </p:cNvSpPr>
          <p:nvPr userDrawn="1"/>
        </p:nvSpPr>
        <p:spPr bwMode="gray">
          <a:xfrm>
            <a:off x="8274050" y="5003800"/>
            <a:ext cx="158750" cy="92075"/>
          </a:xfrm>
          <a:prstGeom prst="rect">
            <a:avLst/>
          </a:prstGeom>
          <a:noFill/>
          <a:ln>
            <a:noFill/>
          </a:ln>
        </p:spPr>
        <p:txBody>
          <a:bodyPr wrap="none" lIns="0" tIns="0" rIns="0" bIns="0" anchor="ctr">
            <a:spAutoFit/>
          </a:bodyPr>
          <a:lstStyle>
            <a:lvl1pPr defTabSz="685800">
              <a:defRPr>
                <a:solidFill>
                  <a:schemeClr val="tx1"/>
                </a:solidFill>
                <a:latin typeface="Arial" panose="020B0604020202020204" pitchFamily="34" charset="0"/>
              </a:defRPr>
            </a:lvl1pPr>
            <a:lvl2pPr marL="742950" indent="-285750" defTabSz="685800">
              <a:defRPr>
                <a:solidFill>
                  <a:schemeClr val="tx1"/>
                </a:solidFill>
                <a:latin typeface="Arial" panose="020B0604020202020204" pitchFamily="34" charset="0"/>
              </a:defRPr>
            </a:lvl2pPr>
            <a:lvl3pPr marL="1143000" indent="-228600" defTabSz="685800">
              <a:defRPr>
                <a:solidFill>
                  <a:schemeClr val="tx1"/>
                </a:solidFill>
                <a:latin typeface="Arial" panose="020B0604020202020204" pitchFamily="34" charset="0"/>
              </a:defRPr>
            </a:lvl3pPr>
            <a:lvl4pPr marL="1600200" indent="-228600" defTabSz="685800">
              <a:defRPr>
                <a:solidFill>
                  <a:schemeClr val="tx1"/>
                </a:solidFill>
                <a:latin typeface="Arial" panose="020B0604020202020204" pitchFamily="34" charset="0"/>
              </a:defRPr>
            </a:lvl4pPr>
            <a:lvl5pPr marL="2057400" indent="-228600" defTabSz="685800">
              <a:defRPr>
                <a:solidFill>
                  <a:schemeClr val="tx1"/>
                </a:solidFill>
                <a:latin typeface="Arial" panose="020B0604020202020204" pitchFamily="34" charset="0"/>
              </a:defRPr>
            </a:lvl5pPr>
            <a:lvl6pPr marL="2514600" indent="-228600" defTabSz="685800" fontAlgn="base">
              <a:spcBef>
                <a:spcPct val="0"/>
              </a:spcBef>
              <a:spcAft>
                <a:spcPct val="0"/>
              </a:spcAft>
              <a:defRPr>
                <a:solidFill>
                  <a:schemeClr val="tx1"/>
                </a:solidFill>
                <a:latin typeface="Arial" panose="020B0604020202020204" pitchFamily="34" charset="0"/>
              </a:defRPr>
            </a:lvl6pPr>
            <a:lvl7pPr marL="2971800" indent="-228600" defTabSz="685800" fontAlgn="base">
              <a:spcBef>
                <a:spcPct val="0"/>
              </a:spcBef>
              <a:spcAft>
                <a:spcPct val="0"/>
              </a:spcAft>
              <a:defRPr>
                <a:solidFill>
                  <a:schemeClr val="tx1"/>
                </a:solidFill>
                <a:latin typeface="Arial" panose="020B0604020202020204" pitchFamily="34" charset="0"/>
              </a:defRPr>
            </a:lvl7pPr>
            <a:lvl8pPr marL="3429000" indent="-228600" defTabSz="685800" fontAlgn="base">
              <a:spcBef>
                <a:spcPct val="0"/>
              </a:spcBef>
              <a:spcAft>
                <a:spcPct val="0"/>
              </a:spcAft>
              <a:defRPr>
                <a:solidFill>
                  <a:schemeClr val="tx1"/>
                </a:solidFill>
                <a:latin typeface="Arial" panose="020B0604020202020204" pitchFamily="34" charset="0"/>
              </a:defRPr>
            </a:lvl8pPr>
            <a:lvl9pPr marL="3886200" indent="-228600" defTabSz="685800" fontAlgn="base">
              <a:spcBef>
                <a:spcPct val="0"/>
              </a:spcBef>
              <a:spcAft>
                <a:spcPct val="0"/>
              </a:spcAft>
              <a:defRPr>
                <a:solidFill>
                  <a:schemeClr val="tx1"/>
                </a:solidFill>
                <a:latin typeface="Arial" panose="020B0604020202020204" pitchFamily="34" charset="0"/>
              </a:defRPr>
            </a:lvl9pPr>
          </a:lstStyle>
          <a:p>
            <a:pPr eaLnBrk="1" hangingPunct="1">
              <a:defRPr/>
            </a:pPr>
            <a:fld id="{5AA0815C-839A-E648-894F-77461EDB2FF6}" type="slidenum">
              <a:rPr lang="en-GB" altLang="en-VN" sz="600" b="1" smtClean="0"/>
              <a:pPr eaLnBrk="1" hangingPunct="1">
                <a:defRPr/>
              </a:pPr>
              <a:t>‹#›</a:t>
            </a:fld>
            <a:endParaRPr lang="en-GB" altLang="en-VN" sz="600" b="1"/>
          </a:p>
        </p:txBody>
      </p:sp>
      <p:sp>
        <p:nvSpPr>
          <p:cNvPr id="15" name="Rectangle 92">
            <a:extLst>
              <a:ext uri="{FF2B5EF4-FFF2-40B4-BE49-F238E27FC236}">
                <a16:creationId xmlns:a16="http://schemas.microsoft.com/office/drawing/2014/main" id="{73C86B2A-3661-88A8-43F4-E0F3E8CD7EFA}"/>
              </a:ext>
            </a:extLst>
          </p:cNvPr>
          <p:cNvSpPr>
            <a:spLocks noChangeArrowheads="1"/>
          </p:cNvSpPr>
          <p:nvPr userDrawn="1"/>
        </p:nvSpPr>
        <p:spPr bwMode="auto">
          <a:xfrm>
            <a:off x="8169275" y="5016500"/>
            <a:ext cx="68263" cy="66675"/>
          </a:xfrm>
          <a:prstGeom prst="rect">
            <a:avLst/>
          </a:prstGeom>
          <a:solidFill>
            <a:schemeClr val="accent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solidFill>
                <a:srgbClr val="000000"/>
              </a:solidFill>
            </a:endParaRPr>
          </a:p>
        </p:txBody>
      </p:sp>
      <p:grpSp>
        <p:nvGrpSpPr>
          <p:cNvPr id="16" name="Gruppieren 25">
            <a:extLst>
              <a:ext uri="{FF2B5EF4-FFF2-40B4-BE49-F238E27FC236}">
                <a16:creationId xmlns:a16="http://schemas.microsoft.com/office/drawing/2014/main" id="{D6622083-205E-0894-07FC-2094691501B2}"/>
              </a:ext>
            </a:extLst>
          </p:cNvPr>
          <p:cNvGrpSpPr>
            <a:grpSpLocks/>
          </p:cNvGrpSpPr>
          <p:nvPr userDrawn="1"/>
        </p:nvGrpSpPr>
        <p:grpSpPr bwMode="auto">
          <a:xfrm>
            <a:off x="9542463" y="431800"/>
            <a:ext cx="1614487" cy="798513"/>
            <a:chOff x="9463668" y="1940312"/>
            <a:chExt cx="1614235" cy="797069"/>
          </a:xfrm>
        </p:grpSpPr>
        <p:sp>
          <p:nvSpPr>
            <p:cNvPr id="17" name="Textfeld 30">
              <a:extLst>
                <a:ext uri="{FF2B5EF4-FFF2-40B4-BE49-F238E27FC236}">
                  <a16:creationId xmlns:a16="http://schemas.microsoft.com/office/drawing/2014/main" id="{CD80939C-835F-CAF3-0974-3ABA42F654F3}"/>
                </a:ext>
              </a:extLst>
            </p:cNvPr>
            <p:cNvSpPr txBox="1">
              <a:spLocks noChangeArrowheads="1"/>
            </p:cNvSpPr>
            <p:nvPr/>
          </p:nvSpPr>
          <p:spPr bwMode="auto">
            <a:xfrm>
              <a:off x="9463668" y="1940312"/>
              <a:ext cx="1614235" cy="797069"/>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pre-set, white agenda slide with sub-bullets for black font.</a:t>
              </a:r>
            </a:p>
          </p:txBody>
        </p:sp>
        <p:sp>
          <p:nvSpPr>
            <p:cNvPr id="18" name="Freihandform: Form 122">
              <a:extLst>
                <a:ext uri="{FF2B5EF4-FFF2-40B4-BE49-F238E27FC236}">
                  <a16:creationId xmlns:a16="http://schemas.microsoft.com/office/drawing/2014/main" id="{3BCBFA11-8AD0-14B7-CD53-23B7D5A33859}"/>
                </a:ext>
              </a:extLst>
            </p:cNvPr>
            <p:cNvSpPr/>
            <p:nvPr/>
          </p:nvSpPr>
          <p:spPr>
            <a:xfrm>
              <a:off x="9516047" y="1994189"/>
              <a:ext cx="360307" cy="359711"/>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6"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4" name="Textplatzhalter 3"/>
          <p:cNvSpPr>
            <a:spLocks noGrp="1"/>
          </p:cNvSpPr>
          <p:nvPr>
            <p:ph type="body" sz="quarter" idx="13"/>
          </p:nvPr>
        </p:nvSpPr>
        <p:spPr>
          <a:xfrm>
            <a:off x="978102" y="2111860"/>
            <a:ext cx="7187998" cy="1868204"/>
          </a:xfrm>
        </p:spPr>
        <p:txBody>
          <a:bodyPr/>
          <a:lstStyle>
            <a:lvl1pPr marL="358775" indent="-358775" rtl="0">
              <a:spcBef>
                <a:spcPts val="1200"/>
              </a:spcBef>
              <a:buFont typeface="+mj-lt"/>
              <a:buAutoNum type="arabicPeriod"/>
              <a:defRPr sz="2000" b="1" baseline="0"/>
            </a:lvl1pPr>
            <a:lvl2pPr marL="541338" indent="-182563" rtl="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extplatzhalter 4"/>
          <p:cNvSpPr>
            <a:spLocks noGrp="1"/>
          </p:cNvSpPr>
          <p:nvPr>
            <p:ph type="body" sz="quarter" idx="12"/>
          </p:nvPr>
        </p:nvSpPr>
        <p:spPr>
          <a:xfrm>
            <a:off x="3371850"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a:p>
            <a:pPr lvl="1"/>
            <a:r>
              <a:rPr lang="en-US"/>
              <a:t>Second level</a:t>
            </a:r>
          </a:p>
          <a:p>
            <a:pPr lvl="2"/>
            <a:r>
              <a:rPr lang="en-US"/>
              <a:t>Third level</a:t>
            </a:r>
          </a:p>
        </p:txBody>
      </p:sp>
      <p:sp>
        <p:nvSpPr>
          <p:cNvPr id="5" name="Titel 4"/>
          <p:cNvSpPr>
            <a:spLocks noGrp="1"/>
          </p:cNvSpPr>
          <p:nvPr>
            <p:ph type="title"/>
          </p:nvPr>
        </p:nvSpPr>
        <p:spPr>
          <a:xfrm>
            <a:off x="978102" y="1270116"/>
            <a:ext cx="7185713" cy="609398"/>
          </a:xfrm>
        </p:spPr>
        <p:txBody>
          <a:bodyPr/>
          <a:lstStyle>
            <a:lvl1pPr rtl="0">
              <a:defRPr sz="4400"/>
            </a:lvl1pPr>
          </a:lstStyle>
          <a:p>
            <a:r>
              <a:rPr lang="en-US"/>
              <a:t>Click to edit Master title style</a:t>
            </a:r>
            <a:endParaRPr lang="en-GB" dirty="0"/>
          </a:p>
        </p:txBody>
      </p:sp>
      <p:sp>
        <p:nvSpPr>
          <p:cNvPr id="19" name="Datumsplatzhalter 28">
            <a:extLst>
              <a:ext uri="{FF2B5EF4-FFF2-40B4-BE49-F238E27FC236}">
                <a16:creationId xmlns:a16="http://schemas.microsoft.com/office/drawing/2014/main" id="{38C07CB6-1438-900D-47BB-2AD98671A14F}"/>
              </a:ext>
            </a:extLst>
          </p:cNvPr>
          <p:cNvSpPr>
            <a:spLocks noGrp="1"/>
          </p:cNvSpPr>
          <p:nvPr>
            <p:ph type="dt" sz="half" idx="14"/>
          </p:nvPr>
        </p:nvSpPr>
        <p:spPr/>
        <p:txBody>
          <a:bodyPr/>
          <a:lstStyle>
            <a:lvl1pPr algn="l" rtl="0">
              <a:defRPr lang="de-DE" sz="600" b="1">
                <a:solidFill>
                  <a:srgbClr val="000000"/>
                </a:solidFill>
              </a:defRPr>
            </a:lvl1pPr>
          </a:lstStyle>
          <a:p>
            <a:pPr>
              <a:defRPr/>
            </a:pPr>
            <a:fld id="{B6CDD8C7-1B06-FD4F-902C-4AD84285BF98}" type="datetime4">
              <a:rPr lang="en-GB"/>
              <a:pPr>
                <a:defRPr/>
              </a:pPr>
              <a:t>25 November 2025</a:t>
            </a:fld>
            <a:endParaRPr lang="en-GB" dirty="0"/>
          </a:p>
        </p:txBody>
      </p:sp>
      <p:sp>
        <p:nvSpPr>
          <p:cNvPr id="20" name="Fußzeilenplatzhalter 2">
            <a:extLst>
              <a:ext uri="{FF2B5EF4-FFF2-40B4-BE49-F238E27FC236}">
                <a16:creationId xmlns:a16="http://schemas.microsoft.com/office/drawing/2014/main" id="{AB4A1D40-F52F-8341-427F-EB9CA9F47F4A}"/>
              </a:ext>
            </a:extLst>
          </p:cNvPr>
          <p:cNvSpPr>
            <a:spLocks noGrp="1"/>
          </p:cNvSpPr>
          <p:nvPr>
            <p:ph type="ftr" sz="quarter" idx="15"/>
          </p:nvPr>
        </p:nvSpPr>
        <p:spPr/>
        <p:txBody>
          <a:bodyPr/>
          <a:lstStyle>
            <a:lvl1pPr rtl="0">
              <a:defRPr/>
            </a:lvl1pPr>
          </a:lstStyle>
          <a:p>
            <a:pPr>
              <a:defRPr/>
            </a:pPr>
            <a:r>
              <a:rPr lang="en-GB"/>
              <a:t>Type here if  add info needed  for every slide</a:t>
            </a:r>
          </a:p>
        </p:txBody>
      </p:sp>
    </p:spTree>
    <p:extLst>
      <p:ext uri="{BB962C8B-B14F-4D97-AF65-F5344CB8AC3E}">
        <p14:creationId xmlns:p14="http://schemas.microsoft.com/office/powerpoint/2010/main" val="12076013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slide 2 white">
    <p:spTree>
      <p:nvGrpSpPr>
        <p:cNvPr id="1" name=""/>
        <p:cNvGrpSpPr/>
        <p:nvPr/>
      </p:nvGrpSpPr>
      <p:grpSpPr>
        <a:xfrm>
          <a:off x="0" y="0"/>
          <a:ext cx="0" cy="0"/>
          <a:chOff x="0" y="0"/>
          <a:chExt cx="0" cy="0"/>
        </a:xfrm>
      </p:grpSpPr>
      <p:graphicFrame>
        <p:nvGraphicFramePr>
          <p:cNvPr id="3" name="Objekt 12" hidden="1">
            <a:extLst>
              <a:ext uri="{FF2B5EF4-FFF2-40B4-BE49-F238E27FC236}">
                <a16:creationId xmlns:a16="http://schemas.microsoft.com/office/drawing/2014/main" id="{02E8016F-BEE9-1B6F-ECB1-EE7F75085B47}"/>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62479" name="Objekt 12" hidden="1">
                        <a:extLst>
                          <a:ext uri="{FF2B5EF4-FFF2-40B4-BE49-F238E27FC236}">
                            <a16:creationId xmlns:a16="http://schemas.microsoft.com/office/drawing/2014/main" id="{BBCF7FD3-7D6B-DA1C-7D55-A466C94B9D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 name="Bildplatzhalter 10">
            <a:extLst>
              <a:ext uri="{FF2B5EF4-FFF2-40B4-BE49-F238E27FC236}">
                <a16:creationId xmlns:a16="http://schemas.microsoft.com/office/drawing/2014/main" id="{F32B72FA-8A82-5DEE-A067-4F09A9874083}"/>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l="5" r="5"/>
          <a:stretch>
            <a:fillRect/>
          </a:stretch>
        </p:blipFill>
        <p:spPr bwMode="auto">
          <a:xfrm>
            <a:off x="188913" y="441325"/>
            <a:ext cx="8772525" cy="451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uppieren 25">
            <a:extLst>
              <a:ext uri="{FF2B5EF4-FFF2-40B4-BE49-F238E27FC236}">
                <a16:creationId xmlns:a16="http://schemas.microsoft.com/office/drawing/2014/main" id="{AF9AEA85-DA08-279E-3479-B91C24AFA06B}"/>
              </a:ext>
            </a:extLst>
          </p:cNvPr>
          <p:cNvGrpSpPr>
            <a:grpSpLocks/>
          </p:cNvGrpSpPr>
          <p:nvPr userDrawn="1"/>
        </p:nvGrpSpPr>
        <p:grpSpPr bwMode="auto">
          <a:xfrm>
            <a:off x="7767638" y="106363"/>
            <a:ext cx="1193800" cy="222250"/>
            <a:chOff x="8174038" y="147638"/>
            <a:chExt cx="787400" cy="146050"/>
          </a:xfrm>
        </p:grpSpPr>
        <p:sp>
          <p:nvSpPr>
            <p:cNvPr id="7" name="AutoShape 89">
              <a:extLst>
                <a:ext uri="{FF2B5EF4-FFF2-40B4-BE49-F238E27FC236}">
                  <a16:creationId xmlns:a16="http://schemas.microsoft.com/office/drawing/2014/main" id="{98B226AF-F928-A746-2544-B4679D0E594D}"/>
                </a:ext>
              </a:extLst>
            </p:cNvPr>
            <p:cNvSpPr>
              <a:spLocks noChangeAspect="1" noChangeArrowheads="1" noTextEdit="1"/>
            </p:cNvSpPr>
            <p:nvPr userDrawn="1"/>
          </p:nvSpPr>
          <p:spPr bwMode="auto">
            <a:xfrm>
              <a:off x="8174038" y="147638"/>
              <a:ext cx="787400"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VN"/>
            </a:p>
          </p:txBody>
        </p:sp>
        <p:sp>
          <p:nvSpPr>
            <p:cNvPr id="8" name="Rectangle 91">
              <a:extLst>
                <a:ext uri="{FF2B5EF4-FFF2-40B4-BE49-F238E27FC236}">
                  <a16:creationId xmlns:a16="http://schemas.microsoft.com/office/drawing/2014/main" id="{EC6304E4-F4B0-3BA7-3495-71A280B18076}"/>
                </a:ext>
              </a:extLst>
            </p:cNvPr>
            <p:cNvSpPr>
              <a:spLocks noChangeArrowheads="1"/>
            </p:cNvSpPr>
            <p:nvPr userDrawn="1"/>
          </p:nvSpPr>
          <p:spPr bwMode="auto">
            <a:xfrm>
              <a:off x="8174038" y="147638"/>
              <a:ext cx="787400" cy="146050"/>
            </a:xfrm>
            <a:prstGeom prst="rect">
              <a:avLst/>
            </a:prstGeom>
            <a:solidFill>
              <a:schemeClr val="accent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10" name="Rectangle 92">
              <a:extLst>
                <a:ext uri="{FF2B5EF4-FFF2-40B4-BE49-F238E27FC236}">
                  <a16:creationId xmlns:a16="http://schemas.microsoft.com/office/drawing/2014/main" id="{C93F8AEE-828B-79C8-FA68-7FB50C44865F}"/>
                </a:ext>
              </a:extLst>
            </p:cNvPr>
            <p:cNvSpPr>
              <a:spLocks noChangeArrowheads="1"/>
            </p:cNvSpPr>
            <p:nvPr userDrawn="1"/>
          </p:nvSpPr>
          <p:spPr bwMode="auto">
            <a:xfrm>
              <a:off x="8854636" y="187280"/>
              <a:ext cx="69107" cy="66766"/>
            </a:xfrm>
            <a:prstGeom prst="rect">
              <a:avLst/>
            </a:prstGeom>
            <a:solidFill>
              <a:schemeClr val="bg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11" name="Freeform 93">
              <a:extLst>
                <a:ext uri="{FF2B5EF4-FFF2-40B4-BE49-F238E27FC236}">
                  <a16:creationId xmlns:a16="http://schemas.microsoft.com/office/drawing/2014/main" id="{15C8021E-F1F7-8CFB-6FD7-A8B394F94F80}"/>
                </a:ext>
              </a:extLst>
            </p:cNvPr>
            <p:cNvSpPr>
              <a:spLocks/>
            </p:cNvSpPr>
            <p:nvPr userDrawn="1"/>
          </p:nvSpPr>
          <p:spPr bwMode="auto">
            <a:xfrm>
              <a:off x="8621713" y="185738"/>
              <a:ext cx="65088" cy="69850"/>
            </a:xfrm>
            <a:custGeom>
              <a:avLst/>
              <a:gdLst>
                <a:gd name="T0" fmla="*/ 2147483646 w 40"/>
                <a:gd name="T1" fmla="*/ 2147483646 h 44"/>
                <a:gd name="T2" fmla="*/ 2147483646 w 40"/>
                <a:gd name="T3" fmla="*/ 2147483646 h 44"/>
                <a:gd name="T4" fmla="*/ 2147483646 w 40"/>
                <a:gd name="T5" fmla="*/ 2147483646 h 44"/>
                <a:gd name="T6" fmla="*/ 2147483646 w 40"/>
                <a:gd name="T7" fmla="*/ 2147483646 h 44"/>
                <a:gd name="T8" fmla="*/ 2147483646 w 40"/>
                <a:gd name="T9" fmla="*/ 2147483646 h 44"/>
                <a:gd name="T10" fmla="*/ 2147483646 w 40"/>
                <a:gd name="T11" fmla="*/ 2147483646 h 44"/>
                <a:gd name="T12" fmla="*/ 2147483646 w 40"/>
                <a:gd name="T13" fmla="*/ 2147483646 h 44"/>
                <a:gd name="T14" fmla="*/ 2147483646 w 40"/>
                <a:gd name="T15" fmla="*/ 2147483646 h 44"/>
                <a:gd name="T16" fmla="*/ 2147483646 w 40"/>
                <a:gd name="T17" fmla="*/ 2147483646 h 44"/>
                <a:gd name="T18" fmla="*/ 2147483646 w 40"/>
                <a:gd name="T19" fmla="*/ 2147483646 h 44"/>
                <a:gd name="T20" fmla="*/ 2147483646 w 40"/>
                <a:gd name="T21" fmla="*/ 2147483646 h 44"/>
                <a:gd name="T22" fmla="*/ 2147483646 w 40"/>
                <a:gd name="T23" fmla="*/ 0 h 44"/>
                <a:gd name="T24" fmla="*/ 0 w 40"/>
                <a:gd name="T25" fmla="*/ 2147483646 h 44"/>
                <a:gd name="T26" fmla="*/ 2147483646 w 40"/>
                <a:gd name="T27" fmla="*/ 2147483646 h 44"/>
                <a:gd name="T28" fmla="*/ 2147483646 w 40"/>
                <a:gd name="T29" fmla="*/ 2147483646 h 44"/>
                <a:gd name="T30" fmla="*/ 2147483646 w 40"/>
                <a:gd name="T31" fmla="*/ 2147483646 h 44"/>
                <a:gd name="T32" fmla="*/ 2147483646 w 40"/>
                <a:gd name="T33" fmla="*/ 2147483646 h 44"/>
                <a:gd name="T34" fmla="*/ 2147483646 w 40"/>
                <a:gd name="T35" fmla="*/ 2147483646 h 4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0" h="44">
                  <a:moveTo>
                    <a:pt x="21" y="18"/>
                  </a:moveTo>
                  <a:cubicBezTo>
                    <a:pt x="21" y="26"/>
                    <a:pt x="21" y="26"/>
                    <a:pt x="21" y="26"/>
                  </a:cubicBezTo>
                  <a:cubicBezTo>
                    <a:pt x="31" y="26"/>
                    <a:pt x="31" y="26"/>
                    <a:pt x="31" y="26"/>
                  </a:cubicBezTo>
                  <a:cubicBezTo>
                    <a:pt x="31" y="33"/>
                    <a:pt x="31" y="33"/>
                    <a:pt x="31" y="33"/>
                  </a:cubicBezTo>
                  <a:cubicBezTo>
                    <a:pt x="29" y="35"/>
                    <a:pt x="26" y="36"/>
                    <a:pt x="22" y="36"/>
                  </a:cubicBezTo>
                  <a:cubicBezTo>
                    <a:pt x="14" y="36"/>
                    <a:pt x="8" y="31"/>
                    <a:pt x="8" y="22"/>
                  </a:cubicBezTo>
                  <a:cubicBezTo>
                    <a:pt x="8" y="13"/>
                    <a:pt x="14" y="8"/>
                    <a:pt x="22" y="8"/>
                  </a:cubicBezTo>
                  <a:cubicBezTo>
                    <a:pt x="26" y="8"/>
                    <a:pt x="30" y="9"/>
                    <a:pt x="33" y="12"/>
                  </a:cubicBezTo>
                  <a:cubicBezTo>
                    <a:pt x="33" y="12"/>
                    <a:pt x="33" y="12"/>
                    <a:pt x="33" y="12"/>
                  </a:cubicBezTo>
                  <a:cubicBezTo>
                    <a:pt x="39" y="7"/>
                    <a:pt x="39" y="7"/>
                    <a:pt x="39" y="7"/>
                  </a:cubicBezTo>
                  <a:cubicBezTo>
                    <a:pt x="38" y="7"/>
                    <a:pt x="38" y="7"/>
                    <a:pt x="38" y="7"/>
                  </a:cubicBezTo>
                  <a:cubicBezTo>
                    <a:pt x="34" y="3"/>
                    <a:pt x="29" y="0"/>
                    <a:pt x="22" y="0"/>
                  </a:cubicBezTo>
                  <a:cubicBezTo>
                    <a:pt x="9" y="0"/>
                    <a:pt x="0" y="9"/>
                    <a:pt x="0" y="22"/>
                  </a:cubicBezTo>
                  <a:cubicBezTo>
                    <a:pt x="0" y="35"/>
                    <a:pt x="9" y="44"/>
                    <a:pt x="22" y="44"/>
                  </a:cubicBezTo>
                  <a:cubicBezTo>
                    <a:pt x="29" y="44"/>
                    <a:pt x="36" y="41"/>
                    <a:pt x="40" y="36"/>
                  </a:cubicBezTo>
                  <a:cubicBezTo>
                    <a:pt x="40" y="35"/>
                    <a:pt x="40" y="35"/>
                    <a:pt x="40" y="35"/>
                  </a:cubicBezTo>
                  <a:cubicBezTo>
                    <a:pt x="40" y="18"/>
                    <a:pt x="40" y="18"/>
                    <a:pt x="40" y="18"/>
                  </a:cubicBezTo>
                  <a:lnTo>
                    <a:pt x="21" y="1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2" name="Freeform 94">
              <a:extLst>
                <a:ext uri="{FF2B5EF4-FFF2-40B4-BE49-F238E27FC236}">
                  <a16:creationId xmlns:a16="http://schemas.microsoft.com/office/drawing/2014/main" id="{C515F25E-6178-14A1-3910-190C4646E357}"/>
                </a:ext>
              </a:extLst>
            </p:cNvPr>
            <p:cNvSpPr>
              <a:spLocks/>
            </p:cNvSpPr>
            <p:nvPr userDrawn="1"/>
          </p:nvSpPr>
          <p:spPr bwMode="auto">
            <a:xfrm>
              <a:off x="8702676" y="187326"/>
              <a:ext cx="50800" cy="66675"/>
            </a:xfrm>
            <a:custGeom>
              <a:avLst/>
              <a:gdLst>
                <a:gd name="T0" fmla="*/ 2147483646 w 32"/>
                <a:gd name="T1" fmla="*/ 2147483646 h 42"/>
                <a:gd name="T2" fmla="*/ 2147483646 w 32"/>
                <a:gd name="T3" fmla="*/ 0 h 42"/>
                <a:gd name="T4" fmla="*/ 0 w 32"/>
                <a:gd name="T5" fmla="*/ 0 h 42"/>
                <a:gd name="T6" fmla="*/ 0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2147483646 h 42"/>
                <a:gd name="T16" fmla="*/ 2147483646 w 32"/>
                <a:gd name="T17" fmla="*/ 2147483646 h 42"/>
                <a:gd name="T18" fmla="*/ 2147483646 w 32"/>
                <a:gd name="T19" fmla="*/ 2147483646 h 42"/>
                <a:gd name="T20" fmla="*/ 2147483646 w 32"/>
                <a:gd name="T21" fmla="*/ 2147483646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2" h="42">
                  <a:moveTo>
                    <a:pt x="32" y="8"/>
                  </a:moveTo>
                  <a:lnTo>
                    <a:pt x="32" y="0"/>
                  </a:lnTo>
                  <a:lnTo>
                    <a:pt x="0" y="0"/>
                  </a:lnTo>
                  <a:lnTo>
                    <a:pt x="0" y="42"/>
                  </a:lnTo>
                  <a:lnTo>
                    <a:pt x="9" y="42"/>
                  </a:lnTo>
                  <a:lnTo>
                    <a:pt x="9" y="25"/>
                  </a:lnTo>
                  <a:lnTo>
                    <a:pt x="31" y="25"/>
                  </a:lnTo>
                  <a:lnTo>
                    <a:pt x="31" y="18"/>
                  </a:lnTo>
                  <a:lnTo>
                    <a:pt x="9" y="18"/>
                  </a:lnTo>
                  <a:lnTo>
                    <a:pt x="9" y="8"/>
                  </a:lnTo>
                  <a:lnTo>
                    <a:pt x="32" y="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3" name="Freeform 95">
              <a:extLst>
                <a:ext uri="{FF2B5EF4-FFF2-40B4-BE49-F238E27FC236}">
                  <a16:creationId xmlns:a16="http://schemas.microsoft.com/office/drawing/2014/main" id="{1F031CB3-5B22-2C8E-D52F-E956603C33EA}"/>
                </a:ext>
              </a:extLst>
            </p:cNvPr>
            <p:cNvSpPr>
              <a:spLocks/>
            </p:cNvSpPr>
            <p:nvPr userDrawn="1"/>
          </p:nvSpPr>
          <p:spPr bwMode="auto">
            <a:xfrm>
              <a:off x="8761413" y="187326"/>
              <a:ext cx="50800" cy="66675"/>
            </a:xfrm>
            <a:custGeom>
              <a:avLst/>
              <a:gdLst>
                <a:gd name="T0" fmla="*/ 0 w 32"/>
                <a:gd name="T1" fmla="*/ 0 h 42"/>
                <a:gd name="T2" fmla="*/ 0 w 32"/>
                <a:gd name="T3" fmla="*/ 2147483646 h 42"/>
                <a:gd name="T4" fmla="*/ 2147483646 w 32"/>
                <a:gd name="T5" fmla="*/ 2147483646 h 42"/>
                <a:gd name="T6" fmla="*/ 2147483646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0 h 42"/>
                <a:gd name="T16" fmla="*/ 0 w 32"/>
                <a:gd name="T17" fmla="*/ 0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 h="42">
                  <a:moveTo>
                    <a:pt x="0" y="0"/>
                  </a:moveTo>
                  <a:lnTo>
                    <a:pt x="0" y="8"/>
                  </a:lnTo>
                  <a:lnTo>
                    <a:pt x="11" y="8"/>
                  </a:lnTo>
                  <a:lnTo>
                    <a:pt x="11" y="42"/>
                  </a:lnTo>
                  <a:lnTo>
                    <a:pt x="20" y="42"/>
                  </a:lnTo>
                  <a:lnTo>
                    <a:pt x="20" y="8"/>
                  </a:lnTo>
                  <a:lnTo>
                    <a:pt x="32" y="8"/>
                  </a:lnTo>
                  <a:lnTo>
                    <a:pt x="32"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grpSp>
      <p:sp>
        <p:nvSpPr>
          <p:cNvPr id="25" name="Textfeld 26">
            <a:extLst>
              <a:ext uri="{FF2B5EF4-FFF2-40B4-BE49-F238E27FC236}">
                <a16:creationId xmlns:a16="http://schemas.microsoft.com/office/drawing/2014/main" id="{01EECE2F-A2F3-4F4E-D4CB-DDAC6F36F74F}"/>
              </a:ext>
            </a:extLst>
          </p:cNvPr>
          <p:cNvSpPr txBox="1">
            <a:spLocks noChangeArrowheads="1"/>
          </p:cNvSpPr>
          <p:nvPr userDrawn="1"/>
        </p:nvSpPr>
        <p:spPr bwMode="gray">
          <a:xfrm>
            <a:off x="8274050" y="5003800"/>
            <a:ext cx="158750" cy="92075"/>
          </a:xfrm>
          <a:prstGeom prst="rect">
            <a:avLst/>
          </a:prstGeom>
          <a:noFill/>
          <a:ln>
            <a:noFill/>
          </a:ln>
        </p:spPr>
        <p:txBody>
          <a:bodyPr wrap="none" lIns="0" tIns="0" rIns="0" bIns="0" anchor="ctr">
            <a:spAutoFit/>
          </a:bodyPr>
          <a:lstStyle>
            <a:lvl1pPr defTabSz="685800">
              <a:defRPr>
                <a:solidFill>
                  <a:schemeClr val="tx1"/>
                </a:solidFill>
                <a:latin typeface="Arial" panose="020B0604020202020204" pitchFamily="34" charset="0"/>
              </a:defRPr>
            </a:lvl1pPr>
            <a:lvl2pPr marL="742950" indent="-285750" defTabSz="685800">
              <a:defRPr>
                <a:solidFill>
                  <a:schemeClr val="tx1"/>
                </a:solidFill>
                <a:latin typeface="Arial" panose="020B0604020202020204" pitchFamily="34" charset="0"/>
              </a:defRPr>
            </a:lvl2pPr>
            <a:lvl3pPr marL="1143000" indent="-228600" defTabSz="685800">
              <a:defRPr>
                <a:solidFill>
                  <a:schemeClr val="tx1"/>
                </a:solidFill>
                <a:latin typeface="Arial" panose="020B0604020202020204" pitchFamily="34" charset="0"/>
              </a:defRPr>
            </a:lvl3pPr>
            <a:lvl4pPr marL="1600200" indent="-228600" defTabSz="685800">
              <a:defRPr>
                <a:solidFill>
                  <a:schemeClr val="tx1"/>
                </a:solidFill>
                <a:latin typeface="Arial" panose="020B0604020202020204" pitchFamily="34" charset="0"/>
              </a:defRPr>
            </a:lvl4pPr>
            <a:lvl5pPr marL="2057400" indent="-228600" defTabSz="685800">
              <a:defRPr>
                <a:solidFill>
                  <a:schemeClr val="tx1"/>
                </a:solidFill>
                <a:latin typeface="Arial" panose="020B0604020202020204" pitchFamily="34" charset="0"/>
              </a:defRPr>
            </a:lvl5pPr>
            <a:lvl6pPr marL="2514600" indent="-228600" defTabSz="685800" fontAlgn="base">
              <a:spcBef>
                <a:spcPct val="0"/>
              </a:spcBef>
              <a:spcAft>
                <a:spcPct val="0"/>
              </a:spcAft>
              <a:defRPr>
                <a:solidFill>
                  <a:schemeClr val="tx1"/>
                </a:solidFill>
                <a:latin typeface="Arial" panose="020B0604020202020204" pitchFamily="34" charset="0"/>
              </a:defRPr>
            </a:lvl6pPr>
            <a:lvl7pPr marL="2971800" indent="-228600" defTabSz="685800" fontAlgn="base">
              <a:spcBef>
                <a:spcPct val="0"/>
              </a:spcBef>
              <a:spcAft>
                <a:spcPct val="0"/>
              </a:spcAft>
              <a:defRPr>
                <a:solidFill>
                  <a:schemeClr val="tx1"/>
                </a:solidFill>
                <a:latin typeface="Arial" panose="020B0604020202020204" pitchFamily="34" charset="0"/>
              </a:defRPr>
            </a:lvl7pPr>
            <a:lvl8pPr marL="3429000" indent="-228600" defTabSz="685800" fontAlgn="base">
              <a:spcBef>
                <a:spcPct val="0"/>
              </a:spcBef>
              <a:spcAft>
                <a:spcPct val="0"/>
              </a:spcAft>
              <a:defRPr>
                <a:solidFill>
                  <a:schemeClr val="tx1"/>
                </a:solidFill>
                <a:latin typeface="Arial" panose="020B0604020202020204" pitchFamily="34" charset="0"/>
              </a:defRPr>
            </a:lvl8pPr>
            <a:lvl9pPr marL="3886200" indent="-228600" defTabSz="685800" fontAlgn="base">
              <a:spcBef>
                <a:spcPct val="0"/>
              </a:spcBef>
              <a:spcAft>
                <a:spcPct val="0"/>
              </a:spcAft>
              <a:defRPr>
                <a:solidFill>
                  <a:schemeClr val="tx1"/>
                </a:solidFill>
                <a:latin typeface="Arial" panose="020B0604020202020204" pitchFamily="34" charset="0"/>
              </a:defRPr>
            </a:lvl9pPr>
          </a:lstStyle>
          <a:p>
            <a:pPr eaLnBrk="1" hangingPunct="1">
              <a:defRPr/>
            </a:pPr>
            <a:fld id="{1DEC0C3E-AA03-1048-BF32-6FEBA464EDDB}" type="slidenum">
              <a:rPr lang="en-GB" altLang="en-VN" sz="600" b="1" smtClean="0"/>
              <a:pPr eaLnBrk="1" hangingPunct="1">
                <a:defRPr/>
              </a:pPr>
              <a:t>‹#›</a:t>
            </a:fld>
            <a:endParaRPr lang="en-GB" altLang="en-VN" sz="600" b="1"/>
          </a:p>
        </p:txBody>
      </p:sp>
      <p:sp>
        <p:nvSpPr>
          <p:cNvPr id="26" name="Rectangle 92">
            <a:extLst>
              <a:ext uri="{FF2B5EF4-FFF2-40B4-BE49-F238E27FC236}">
                <a16:creationId xmlns:a16="http://schemas.microsoft.com/office/drawing/2014/main" id="{BE54475B-8331-B069-5819-A4B5E8A35522}"/>
              </a:ext>
            </a:extLst>
          </p:cNvPr>
          <p:cNvSpPr>
            <a:spLocks noChangeArrowheads="1"/>
          </p:cNvSpPr>
          <p:nvPr userDrawn="1"/>
        </p:nvSpPr>
        <p:spPr bwMode="auto">
          <a:xfrm>
            <a:off x="8169275" y="5016500"/>
            <a:ext cx="68263" cy="66675"/>
          </a:xfrm>
          <a:prstGeom prst="rect">
            <a:avLst/>
          </a:prstGeom>
          <a:solidFill>
            <a:schemeClr val="accent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solidFill>
                <a:srgbClr val="000000"/>
              </a:solidFill>
            </a:endParaRPr>
          </a:p>
        </p:txBody>
      </p:sp>
      <p:grpSp>
        <p:nvGrpSpPr>
          <p:cNvPr id="27" name="Gruppieren 43">
            <a:extLst>
              <a:ext uri="{FF2B5EF4-FFF2-40B4-BE49-F238E27FC236}">
                <a16:creationId xmlns:a16="http://schemas.microsoft.com/office/drawing/2014/main" id="{4D5925B0-8A85-7CF8-3D6C-D482C3E6008A}"/>
              </a:ext>
            </a:extLst>
          </p:cNvPr>
          <p:cNvGrpSpPr>
            <a:grpSpLocks/>
          </p:cNvGrpSpPr>
          <p:nvPr userDrawn="1"/>
        </p:nvGrpSpPr>
        <p:grpSpPr bwMode="auto">
          <a:xfrm>
            <a:off x="9542463" y="431800"/>
            <a:ext cx="1614487" cy="904875"/>
            <a:chOff x="9463668" y="1940312"/>
            <a:chExt cx="1614235" cy="904790"/>
          </a:xfrm>
        </p:grpSpPr>
        <p:sp>
          <p:nvSpPr>
            <p:cNvPr id="28" name="Textfeld 44">
              <a:extLst>
                <a:ext uri="{FF2B5EF4-FFF2-40B4-BE49-F238E27FC236}">
                  <a16:creationId xmlns:a16="http://schemas.microsoft.com/office/drawing/2014/main" id="{06A836FB-B5CB-0CA1-AB6D-42373A9854BA}"/>
                </a:ext>
              </a:extLst>
            </p:cNvPr>
            <p:cNvSpPr txBox="1">
              <a:spLocks noChangeArrowheads="1"/>
            </p:cNvSpPr>
            <p:nvPr/>
          </p:nvSpPr>
          <p:spPr bwMode="auto">
            <a:xfrm>
              <a:off x="9463668" y="1940312"/>
              <a:ext cx="1614235" cy="904790"/>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pre-set, white agenda slide with two columns for black font.</a:t>
              </a:r>
            </a:p>
          </p:txBody>
        </p:sp>
        <p:sp>
          <p:nvSpPr>
            <p:cNvPr id="29" name="Freihandform: Form 122">
              <a:extLst>
                <a:ext uri="{FF2B5EF4-FFF2-40B4-BE49-F238E27FC236}">
                  <a16:creationId xmlns:a16="http://schemas.microsoft.com/office/drawing/2014/main" id="{5D9CB6CB-DE9D-F6B2-1CB1-AFD42CF74099}"/>
                </a:ext>
              </a:extLst>
            </p:cNvPr>
            <p:cNvSpPr/>
            <p:nvPr/>
          </p:nvSpPr>
          <p:spPr>
            <a:xfrm>
              <a:off x="9516047" y="1994282"/>
              <a:ext cx="360307" cy="360329"/>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6"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4" name="Textplatzhalter 3"/>
          <p:cNvSpPr>
            <a:spLocks noGrp="1"/>
          </p:cNvSpPr>
          <p:nvPr>
            <p:ph type="body" sz="quarter" idx="13"/>
          </p:nvPr>
        </p:nvSpPr>
        <p:spPr>
          <a:xfrm>
            <a:off x="1590379" y="1274414"/>
            <a:ext cx="2581571" cy="276999"/>
          </a:xfrm>
        </p:spPr>
        <p:txBody>
          <a:bodyPr/>
          <a:lstStyle>
            <a:lvl1pPr marL="0" indent="0" rtl="0">
              <a:spcBef>
                <a:spcPts val="1200"/>
              </a:spcBef>
              <a:buFont typeface="+mj-lt"/>
              <a:buNone/>
              <a:defRPr sz="2000" b="0" baseline="0"/>
            </a:lvl1pPr>
            <a:lvl2pPr marL="358775" indent="0">
              <a:buNone/>
              <a:defRPr/>
            </a:lvl2pPr>
          </a:lstStyle>
          <a:p>
            <a:pPr lvl="0"/>
            <a:r>
              <a:rPr lang="en-US"/>
              <a:t>Click to edit Master text styles</a:t>
            </a:r>
          </a:p>
        </p:txBody>
      </p:sp>
      <p:sp>
        <p:nvSpPr>
          <p:cNvPr id="9" name="Textplatzhalter 4"/>
          <p:cNvSpPr>
            <a:spLocks noGrp="1"/>
          </p:cNvSpPr>
          <p:nvPr>
            <p:ph type="body" sz="quarter" idx="12"/>
          </p:nvPr>
        </p:nvSpPr>
        <p:spPr>
          <a:xfrm>
            <a:off x="3371850"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a:p>
            <a:pPr lvl="1"/>
            <a:r>
              <a:rPr lang="en-US"/>
              <a:t>Second level</a:t>
            </a:r>
          </a:p>
          <a:p>
            <a:pPr lvl="2"/>
            <a:r>
              <a:rPr lang="en-US"/>
              <a:t>Third level</a:t>
            </a:r>
          </a:p>
        </p:txBody>
      </p:sp>
      <p:sp>
        <p:nvSpPr>
          <p:cNvPr id="2" name="Titel 1"/>
          <p:cNvSpPr>
            <a:spLocks noGrp="1"/>
          </p:cNvSpPr>
          <p:nvPr>
            <p:ph type="title"/>
          </p:nvPr>
        </p:nvSpPr>
        <p:spPr/>
        <p:txBody>
          <a:bodyPr/>
          <a:lstStyle>
            <a:lvl1pPr rtl="0">
              <a:defRPr/>
            </a:lvl1pPr>
          </a:lstStyle>
          <a:p>
            <a:r>
              <a:rPr lang="en-US"/>
              <a:t>Click to edit Master title style</a:t>
            </a:r>
            <a:endParaRPr lang="en-GB" dirty="0"/>
          </a:p>
        </p:txBody>
      </p:sp>
      <p:sp>
        <p:nvSpPr>
          <p:cNvPr id="14" name="Textplatzhalter 3"/>
          <p:cNvSpPr>
            <a:spLocks noGrp="1"/>
          </p:cNvSpPr>
          <p:nvPr>
            <p:ph type="body" sz="quarter" idx="15"/>
          </p:nvPr>
        </p:nvSpPr>
        <p:spPr>
          <a:xfrm>
            <a:off x="978102" y="1274414"/>
            <a:ext cx="431598" cy="276999"/>
          </a:xfrm>
        </p:spPr>
        <p:txBody>
          <a:bodyPr/>
          <a:lstStyle>
            <a:lvl1pPr marL="0" indent="0" rtl="0">
              <a:spcBef>
                <a:spcPts val="1200"/>
              </a:spcBef>
              <a:buFont typeface="+mj-lt"/>
              <a:buNone/>
              <a:defRPr sz="2000" b="1" baseline="0"/>
            </a:lvl1pPr>
            <a:lvl2pPr marL="541338" indent="-182563">
              <a:defRPr/>
            </a:lvl2pPr>
          </a:lstStyle>
          <a:p>
            <a:pPr lvl="0"/>
            <a:r>
              <a:rPr lang="en-US"/>
              <a:t>Click to edit Master text styles</a:t>
            </a:r>
          </a:p>
        </p:txBody>
      </p:sp>
      <p:sp>
        <p:nvSpPr>
          <p:cNvPr id="15" name="Textplatzhalter 3"/>
          <p:cNvSpPr>
            <a:spLocks noGrp="1"/>
          </p:cNvSpPr>
          <p:nvPr>
            <p:ph type="body" sz="quarter" idx="16"/>
          </p:nvPr>
        </p:nvSpPr>
        <p:spPr>
          <a:xfrm>
            <a:off x="1590379" y="1782395"/>
            <a:ext cx="2581571" cy="276999"/>
          </a:xfrm>
        </p:spPr>
        <p:txBody>
          <a:bodyPr/>
          <a:lstStyle>
            <a:lvl1pPr marL="0" indent="0" rtl="0">
              <a:spcBef>
                <a:spcPts val="1200"/>
              </a:spcBef>
              <a:buFont typeface="+mj-lt"/>
              <a:buNone/>
              <a:defRPr sz="2000" b="0" baseline="0"/>
            </a:lvl1pPr>
            <a:lvl2pPr marL="358775" indent="0">
              <a:buNone/>
              <a:defRPr/>
            </a:lvl2pPr>
          </a:lstStyle>
          <a:p>
            <a:pPr lvl="0"/>
            <a:r>
              <a:rPr lang="en-US"/>
              <a:t>Click to edit Master text styles</a:t>
            </a:r>
          </a:p>
        </p:txBody>
      </p:sp>
      <p:sp>
        <p:nvSpPr>
          <p:cNvPr id="16" name="Textplatzhalter 3"/>
          <p:cNvSpPr>
            <a:spLocks noGrp="1"/>
          </p:cNvSpPr>
          <p:nvPr>
            <p:ph type="body" sz="quarter" idx="17"/>
          </p:nvPr>
        </p:nvSpPr>
        <p:spPr>
          <a:xfrm>
            <a:off x="978102" y="1782395"/>
            <a:ext cx="431598" cy="276999"/>
          </a:xfrm>
        </p:spPr>
        <p:txBody>
          <a:bodyPr/>
          <a:lstStyle>
            <a:lvl1pPr marL="0" indent="0" rtl="0">
              <a:spcBef>
                <a:spcPts val="1200"/>
              </a:spcBef>
              <a:buFont typeface="+mj-lt"/>
              <a:buNone/>
              <a:defRPr sz="2000" b="1" baseline="0"/>
            </a:lvl1pPr>
            <a:lvl2pPr marL="541338" indent="-182563">
              <a:defRPr/>
            </a:lvl2pPr>
          </a:lstStyle>
          <a:p>
            <a:pPr lvl="0"/>
            <a:r>
              <a:rPr lang="en-US"/>
              <a:t>Click to edit Master text styles</a:t>
            </a:r>
          </a:p>
        </p:txBody>
      </p:sp>
      <p:sp>
        <p:nvSpPr>
          <p:cNvPr id="17" name="Textplatzhalter 3"/>
          <p:cNvSpPr>
            <a:spLocks noGrp="1"/>
          </p:cNvSpPr>
          <p:nvPr>
            <p:ph type="body" sz="quarter" idx="18"/>
          </p:nvPr>
        </p:nvSpPr>
        <p:spPr>
          <a:xfrm>
            <a:off x="1590379" y="2290375"/>
            <a:ext cx="2581571" cy="276999"/>
          </a:xfrm>
        </p:spPr>
        <p:txBody>
          <a:bodyPr/>
          <a:lstStyle>
            <a:lvl1pPr marL="0" indent="0" rtl="0">
              <a:spcBef>
                <a:spcPts val="1200"/>
              </a:spcBef>
              <a:buFont typeface="+mj-lt"/>
              <a:buNone/>
              <a:defRPr sz="2000" b="0" baseline="0"/>
            </a:lvl1pPr>
            <a:lvl2pPr marL="358775" indent="0">
              <a:buNone/>
              <a:defRPr/>
            </a:lvl2pPr>
          </a:lstStyle>
          <a:p>
            <a:pPr lvl="0"/>
            <a:r>
              <a:rPr lang="en-US"/>
              <a:t>Click to edit Master text styles</a:t>
            </a:r>
          </a:p>
        </p:txBody>
      </p:sp>
      <p:sp>
        <p:nvSpPr>
          <p:cNvPr id="18" name="Textplatzhalter 3"/>
          <p:cNvSpPr>
            <a:spLocks noGrp="1"/>
          </p:cNvSpPr>
          <p:nvPr>
            <p:ph type="body" sz="quarter" idx="19"/>
          </p:nvPr>
        </p:nvSpPr>
        <p:spPr>
          <a:xfrm>
            <a:off x="978102" y="2290375"/>
            <a:ext cx="431598" cy="276999"/>
          </a:xfrm>
        </p:spPr>
        <p:txBody>
          <a:bodyPr/>
          <a:lstStyle>
            <a:lvl1pPr marL="0" indent="0" rtl="0">
              <a:spcBef>
                <a:spcPts val="1200"/>
              </a:spcBef>
              <a:buFont typeface="+mj-lt"/>
              <a:buNone/>
              <a:defRPr sz="2000" b="1" baseline="0"/>
            </a:lvl1pPr>
            <a:lvl2pPr marL="541338" indent="-182563">
              <a:defRPr/>
            </a:lvl2pPr>
          </a:lstStyle>
          <a:p>
            <a:pPr lvl="0"/>
            <a:r>
              <a:rPr lang="en-US"/>
              <a:t>Click to edit Master text styles</a:t>
            </a:r>
          </a:p>
        </p:txBody>
      </p:sp>
      <p:sp>
        <p:nvSpPr>
          <p:cNvPr id="19" name="Textplatzhalter 3"/>
          <p:cNvSpPr>
            <a:spLocks noGrp="1"/>
          </p:cNvSpPr>
          <p:nvPr>
            <p:ph type="body" sz="quarter" idx="20"/>
          </p:nvPr>
        </p:nvSpPr>
        <p:spPr>
          <a:xfrm>
            <a:off x="5580856" y="1274414"/>
            <a:ext cx="2581571" cy="276999"/>
          </a:xfrm>
        </p:spPr>
        <p:txBody>
          <a:bodyPr/>
          <a:lstStyle>
            <a:lvl1pPr marL="0" indent="0" rtl="0">
              <a:spcBef>
                <a:spcPts val="1200"/>
              </a:spcBef>
              <a:buFont typeface="+mj-lt"/>
              <a:buNone/>
              <a:defRPr sz="2000" b="0" baseline="0"/>
            </a:lvl1pPr>
            <a:lvl2pPr marL="358775" indent="0">
              <a:buNone/>
              <a:defRPr/>
            </a:lvl2pPr>
          </a:lstStyle>
          <a:p>
            <a:pPr lvl="0"/>
            <a:r>
              <a:rPr lang="en-US"/>
              <a:t>Click to edit Master text styles</a:t>
            </a:r>
          </a:p>
        </p:txBody>
      </p:sp>
      <p:sp>
        <p:nvSpPr>
          <p:cNvPr id="20" name="Textplatzhalter 3"/>
          <p:cNvSpPr>
            <a:spLocks noGrp="1"/>
          </p:cNvSpPr>
          <p:nvPr>
            <p:ph type="body" sz="quarter" idx="21"/>
          </p:nvPr>
        </p:nvSpPr>
        <p:spPr>
          <a:xfrm>
            <a:off x="4968579" y="1274414"/>
            <a:ext cx="431598" cy="276999"/>
          </a:xfrm>
        </p:spPr>
        <p:txBody>
          <a:bodyPr/>
          <a:lstStyle>
            <a:lvl1pPr marL="0" indent="0" rtl="0">
              <a:spcBef>
                <a:spcPts val="1200"/>
              </a:spcBef>
              <a:buFont typeface="+mj-lt"/>
              <a:buNone/>
              <a:defRPr sz="2000" b="1" baseline="0"/>
            </a:lvl1pPr>
            <a:lvl2pPr marL="541338" indent="-182563">
              <a:defRPr/>
            </a:lvl2pPr>
          </a:lstStyle>
          <a:p>
            <a:pPr lvl="0"/>
            <a:r>
              <a:rPr lang="en-US"/>
              <a:t>Click to edit Master text styles</a:t>
            </a:r>
          </a:p>
        </p:txBody>
      </p:sp>
      <p:sp>
        <p:nvSpPr>
          <p:cNvPr id="21" name="Textplatzhalter 3"/>
          <p:cNvSpPr>
            <a:spLocks noGrp="1"/>
          </p:cNvSpPr>
          <p:nvPr>
            <p:ph type="body" sz="quarter" idx="22"/>
          </p:nvPr>
        </p:nvSpPr>
        <p:spPr>
          <a:xfrm>
            <a:off x="5580856" y="1782395"/>
            <a:ext cx="2581571" cy="276999"/>
          </a:xfrm>
        </p:spPr>
        <p:txBody>
          <a:bodyPr/>
          <a:lstStyle>
            <a:lvl1pPr marL="0" indent="0" rtl="0">
              <a:spcBef>
                <a:spcPts val="1200"/>
              </a:spcBef>
              <a:buFont typeface="+mj-lt"/>
              <a:buNone/>
              <a:defRPr sz="2000" b="0" baseline="0"/>
            </a:lvl1pPr>
            <a:lvl2pPr marL="358775" indent="0">
              <a:buNone/>
              <a:defRPr/>
            </a:lvl2pPr>
          </a:lstStyle>
          <a:p>
            <a:pPr lvl="0"/>
            <a:r>
              <a:rPr lang="en-US"/>
              <a:t>Click to edit Master text styles</a:t>
            </a:r>
          </a:p>
        </p:txBody>
      </p:sp>
      <p:sp>
        <p:nvSpPr>
          <p:cNvPr id="22" name="Textplatzhalter 3"/>
          <p:cNvSpPr>
            <a:spLocks noGrp="1"/>
          </p:cNvSpPr>
          <p:nvPr>
            <p:ph type="body" sz="quarter" idx="23"/>
          </p:nvPr>
        </p:nvSpPr>
        <p:spPr>
          <a:xfrm>
            <a:off x="4968579" y="1782395"/>
            <a:ext cx="431598" cy="276999"/>
          </a:xfrm>
        </p:spPr>
        <p:txBody>
          <a:bodyPr/>
          <a:lstStyle>
            <a:lvl1pPr marL="0" indent="0" rtl="0">
              <a:spcBef>
                <a:spcPts val="1200"/>
              </a:spcBef>
              <a:buFont typeface="+mj-lt"/>
              <a:buNone/>
              <a:defRPr sz="2000" b="1" baseline="0"/>
            </a:lvl1pPr>
            <a:lvl2pPr marL="541338" indent="-182563">
              <a:defRPr/>
            </a:lvl2pPr>
          </a:lstStyle>
          <a:p>
            <a:pPr lvl="0"/>
            <a:r>
              <a:rPr lang="en-US"/>
              <a:t>Click to edit Master text styles</a:t>
            </a:r>
          </a:p>
        </p:txBody>
      </p:sp>
      <p:sp>
        <p:nvSpPr>
          <p:cNvPr id="23" name="Textplatzhalter 3"/>
          <p:cNvSpPr>
            <a:spLocks noGrp="1"/>
          </p:cNvSpPr>
          <p:nvPr>
            <p:ph type="body" sz="quarter" idx="24"/>
          </p:nvPr>
        </p:nvSpPr>
        <p:spPr>
          <a:xfrm>
            <a:off x="5580856" y="2290375"/>
            <a:ext cx="2581571" cy="276999"/>
          </a:xfrm>
        </p:spPr>
        <p:txBody>
          <a:bodyPr/>
          <a:lstStyle>
            <a:lvl1pPr marL="0" indent="0" rtl="0">
              <a:spcBef>
                <a:spcPts val="1200"/>
              </a:spcBef>
              <a:buFont typeface="+mj-lt"/>
              <a:buNone/>
              <a:defRPr sz="2000" b="0" baseline="0"/>
            </a:lvl1pPr>
            <a:lvl2pPr marL="358775" indent="0">
              <a:buNone/>
              <a:defRPr/>
            </a:lvl2pPr>
          </a:lstStyle>
          <a:p>
            <a:pPr lvl="0"/>
            <a:r>
              <a:rPr lang="en-US"/>
              <a:t>Click to edit Master text styles</a:t>
            </a:r>
          </a:p>
        </p:txBody>
      </p:sp>
      <p:sp>
        <p:nvSpPr>
          <p:cNvPr id="24" name="Textplatzhalter 3"/>
          <p:cNvSpPr>
            <a:spLocks noGrp="1"/>
          </p:cNvSpPr>
          <p:nvPr>
            <p:ph type="body" sz="quarter" idx="25"/>
          </p:nvPr>
        </p:nvSpPr>
        <p:spPr>
          <a:xfrm>
            <a:off x="4968579" y="2290375"/>
            <a:ext cx="431598" cy="276999"/>
          </a:xfrm>
        </p:spPr>
        <p:txBody>
          <a:bodyPr/>
          <a:lstStyle>
            <a:lvl1pPr marL="0" indent="0" rtl="0">
              <a:spcBef>
                <a:spcPts val="1200"/>
              </a:spcBef>
              <a:buFont typeface="+mj-lt"/>
              <a:buNone/>
              <a:defRPr sz="2000" b="1" baseline="0"/>
            </a:lvl1pPr>
            <a:lvl2pPr marL="541338" indent="-182563">
              <a:defRPr/>
            </a:lvl2pPr>
          </a:lstStyle>
          <a:p>
            <a:pPr lvl="0"/>
            <a:r>
              <a:rPr lang="en-US"/>
              <a:t>Click to edit Master text styles</a:t>
            </a:r>
          </a:p>
        </p:txBody>
      </p:sp>
      <p:sp>
        <p:nvSpPr>
          <p:cNvPr id="30" name="Datumsplatzhalter 28">
            <a:extLst>
              <a:ext uri="{FF2B5EF4-FFF2-40B4-BE49-F238E27FC236}">
                <a16:creationId xmlns:a16="http://schemas.microsoft.com/office/drawing/2014/main" id="{F6104252-870E-5C33-DE44-95CCB6BD5BC4}"/>
              </a:ext>
            </a:extLst>
          </p:cNvPr>
          <p:cNvSpPr>
            <a:spLocks noGrp="1"/>
          </p:cNvSpPr>
          <p:nvPr>
            <p:ph type="dt" sz="half" idx="26"/>
          </p:nvPr>
        </p:nvSpPr>
        <p:spPr/>
        <p:txBody>
          <a:bodyPr/>
          <a:lstStyle>
            <a:lvl1pPr algn="l" rtl="0">
              <a:defRPr lang="de-DE" sz="600" b="1">
                <a:solidFill>
                  <a:srgbClr val="000000"/>
                </a:solidFill>
              </a:defRPr>
            </a:lvl1pPr>
          </a:lstStyle>
          <a:p>
            <a:pPr>
              <a:defRPr/>
            </a:pPr>
            <a:fld id="{072D74D6-F127-B94D-955F-DD490DC1FBA9}" type="datetime4">
              <a:rPr lang="en-GB"/>
              <a:pPr>
                <a:defRPr/>
              </a:pPr>
              <a:t>25 November 2025</a:t>
            </a:fld>
            <a:endParaRPr lang="en-GB" dirty="0"/>
          </a:p>
        </p:txBody>
      </p:sp>
      <p:sp>
        <p:nvSpPr>
          <p:cNvPr id="31" name="Fußzeilenplatzhalter 2">
            <a:extLst>
              <a:ext uri="{FF2B5EF4-FFF2-40B4-BE49-F238E27FC236}">
                <a16:creationId xmlns:a16="http://schemas.microsoft.com/office/drawing/2014/main" id="{ED5DD5AE-CE12-E559-55DE-A2E1CE4DA538}"/>
              </a:ext>
            </a:extLst>
          </p:cNvPr>
          <p:cNvSpPr>
            <a:spLocks noGrp="1"/>
          </p:cNvSpPr>
          <p:nvPr>
            <p:ph type="ftr" sz="quarter" idx="27"/>
          </p:nvPr>
        </p:nvSpPr>
        <p:spPr/>
        <p:txBody>
          <a:bodyPr/>
          <a:lstStyle>
            <a:lvl1pPr rtl="0">
              <a:defRPr/>
            </a:lvl1pPr>
          </a:lstStyle>
          <a:p>
            <a:pPr>
              <a:defRPr/>
            </a:pPr>
            <a:r>
              <a:rPr lang="en-GB"/>
              <a:t>Type here if  add info needed  for every slide</a:t>
            </a:r>
          </a:p>
        </p:txBody>
      </p:sp>
    </p:spTree>
    <p:extLst>
      <p:ext uri="{BB962C8B-B14F-4D97-AF65-F5344CB8AC3E}">
        <p14:creationId xmlns:p14="http://schemas.microsoft.com/office/powerpoint/2010/main" val="3830206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slide white">
    <p:spTree>
      <p:nvGrpSpPr>
        <p:cNvPr id="1" name=""/>
        <p:cNvGrpSpPr/>
        <p:nvPr/>
      </p:nvGrpSpPr>
      <p:grpSpPr>
        <a:xfrm>
          <a:off x="0" y="0"/>
          <a:ext cx="0" cy="0"/>
          <a:chOff x="0" y="0"/>
          <a:chExt cx="0" cy="0"/>
        </a:xfrm>
      </p:grpSpPr>
      <p:graphicFrame>
        <p:nvGraphicFramePr>
          <p:cNvPr id="2" name="Objekt 12" hidden="1">
            <a:extLst>
              <a:ext uri="{FF2B5EF4-FFF2-40B4-BE49-F238E27FC236}">
                <a16:creationId xmlns:a16="http://schemas.microsoft.com/office/drawing/2014/main" id="{FEF62574-99A0-D877-696D-9F30D280A05F}"/>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63503" name="Objekt 12" hidden="1">
                        <a:extLst>
                          <a:ext uri="{FF2B5EF4-FFF2-40B4-BE49-F238E27FC236}">
                            <a16:creationId xmlns:a16="http://schemas.microsoft.com/office/drawing/2014/main" id="{5EDDBB08-BDD1-9451-44B2-94DC2A1ED3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 name="Bildplatzhalter 10">
            <a:extLst>
              <a:ext uri="{FF2B5EF4-FFF2-40B4-BE49-F238E27FC236}">
                <a16:creationId xmlns:a16="http://schemas.microsoft.com/office/drawing/2014/main" id="{364B65CF-D173-158B-0B1D-A3B7701B2170}"/>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l="5" r="5"/>
          <a:stretch>
            <a:fillRect/>
          </a:stretch>
        </p:blipFill>
        <p:spPr bwMode="auto">
          <a:xfrm>
            <a:off x="188913" y="441325"/>
            <a:ext cx="8772525" cy="451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Gruppieren 14">
            <a:extLst>
              <a:ext uri="{FF2B5EF4-FFF2-40B4-BE49-F238E27FC236}">
                <a16:creationId xmlns:a16="http://schemas.microsoft.com/office/drawing/2014/main" id="{7152ABB6-B7B2-4693-3290-8B301162B202}"/>
              </a:ext>
            </a:extLst>
          </p:cNvPr>
          <p:cNvGrpSpPr>
            <a:grpSpLocks/>
          </p:cNvGrpSpPr>
          <p:nvPr userDrawn="1"/>
        </p:nvGrpSpPr>
        <p:grpSpPr bwMode="auto">
          <a:xfrm>
            <a:off x="9542463" y="431800"/>
            <a:ext cx="1614487" cy="798513"/>
            <a:chOff x="9463668" y="1940312"/>
            <a:chExt cx="1614235" cy="797069"/>
          </a:xfrm>
        </p:grpSpPr>
        <p:sp>
          <p:nvSpPr>
            <p:cNvPr id="5" name="Textfeld 15">
              <a:extLst>
                <a:ext uri="{FF2B5EF4-FFF2-40B4-BE49-F238E27FC236}">
                  <a16:creationId xmlns:a16="http://schemas.microsoft.com/office/drawing/2014/main" id="{860884A3-EB37-BFF4-7BFF-BC928E27BD26}"/>
                </a:ext>
              </a:extLst>
            </p:cNvPr>
            <p:cNvSpPr txBox="1">
              <a:spLocks noChangeArrowheads="1"/>
            </p:cNvSpPr>
            <p:nvPr/>
          </p:nvSpPr>
          <p:spPr bwMode="auto">
            <a:xfrm>
              <a:off x="9463668" y="1940312"/>
              <a:ext cx="1614235" cy="797069"/>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white divider slide</a:t>
              </a:r>
              <a:br>
                <a:rPr lang="en-GB" altLang="en-VN" sz="700">
                  <a:solidFill>
                    <a:schemeClr val="bg1"/>
                  </a:solidFill>
                </a:rPr>
              </a:br>
              <a:r>
                <a:rPr lang="en-GB" altLang="en-VN" sz="700">
                  <a:solidFill>
                    <a:schemeClr val="bg1"/>
                  </a:solidFill>
                </a:rPr>
                <a:t>for black font.</a:t>
              </a:r>
            </a:p>
          </p:txBody>
        </p:sp>
        <p:sp>
          <p:nvSpPr>
            <p:cNvPr id="6" name="Freihandform: Form 122">
              <a:extLst>
                <a:ext uri="{FF2B5EF4-FFF2-40B4-BE49-F238E27FC236}">
                  <a16:creationId xmlns:a16="http://schemas.microsoft.com/office/drawing/2014/main" id="{C48ACD75-EAF0-869B-A1EA-CC1E47658169}"/>
                </a:ext>
              </a:extLst>
            </p:cNvPr>
            <p:cNvSpPr/>
            <p:nvPr/>
          </p:nvSpPr>
          <p:spPr>
            <a:xfrm>
              <a:off x="9516047" y="1994189"/>
              <a:ext cx="360307" cy="359711"/>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6"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9" name="Textplatzhalter 8"/>
          <p:cNvSpPr>
            <a:spLocks noGrp="1"/>
          </p:cNvSpPr>
          <p:nvPr>
            <p:ph type="body" sz="quarter" idx="13"/>
          </p:nvPr>
        </p:nvSpPr>
        <p:spPr>
          <a:xfrm>
            <a:off x="982662" y="4125566"/>
            <a:ext cx="7186612" cy="193899"/>
          </a:xfrm>
        </p:spPr>
        <p:txBody>
          <a:bodyPr/>
          <a:lstStyle>
            <a:lvl1pPr marL="0" indent="0" rtl="0">
              <a:buNone/>
              <a:defRPr sz="1400" b="0"/>
            </a:lvl1pPr>
          </a:lstStyle>
          <a:p>
            <a:pPr lvl="0"/>
            <a:r>
              <a:rPr lang="en-US"/>
              <a:t>Click to edit Master text styles</a:t>
            </a:r>
          </a:p>
        </p:txBody>
      </p:sp>
      <p:sp>
        <p:nvSpPr>
          <p:cNvPr id="11" name="Titel 10"/>
          <p:cNvSpPr>
            <a:spLocks noGrp="1"/>
          </p:cNvSpPr>
          <p:nvPr>
            <p:ph type="title"/>
          </p:nvPr>
        </p:nvSpPr>
        <p:spPr>
          <a:xfrm>
            <a:off x="978102" y="3449702"/>
            <a:ext cx="7185713" cy="541687"/>
          </a:xfrm>
        </p:spPr>
        <p:txBody>
          <a:bodyPr anchor="b"/>
          <a:lstStyle>
            <a:lvl1pPr rtl="0">
              <a:lnSpc>
                <a:spcPct val="80000"/>
              </a:lnSpc>
              <a:defRPr sz="4400"/>
            </a:lvl1pPr>
          </a:lstStyle>
          <a:p>
            <a:r>
              <a:rPr lang="en-US"/>
              <a:t>Click to edit Master title style</a:t>
            </a:r>
            <a:endParaRPr lang="en-GB" dirty="0"/>
          </a:p>
        </p:txBody>
      </p:sp>
      <p:sp>
        <p:nvSpPr>
          <p:cNvPr id="10" name="Textplatzhalter 4"/>
          <p:cNvSpPr>
            <a:spLocks noGrp="1"/>
          </p:cNvSpPr>
          <p:nvPr>
            <p:ph type="body" sz="quarter" idx="12"/>
          </p:nvPr>
        </p:nvSpPr>
        <p:spPr>
          <a:xfrm>
            <a:off x="3371850"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a:p>
            <a:pPr lvl="1"/>
            <a:r>
              <a:rPr lang="en-US"/>
              <a:t>Second level</a:t>
            </a:r>
          </a:p>
          <a:p>
            <a:pPr lvl="2"/>
            <a:r>
              <a:rPr lang="en-US"/>
              <a:t>Third level</a:t>
            </a:r>
          </a:p>
        </p:txBody>
      </p:sp>
      <p:sp>
        <p:nvSpPr>
          <p:cNvPr id="7" name="Fußzeilenplatzhalter 1">
            <a:extLst>
              <a:ext uri="{FF2B5EF4-FFF2-40B4-BE49-F238E27FC236}">
                <a16:creationId xmlns:a16="http://schemas.microsoft.com/office/drawing/2014/main" id="{6BB3CD85-5C18-784B-8821-385DAA68D733}"/>
              </a:ext>
            </a:extLst>
          </p:cNvPr>
          <p:cNvSpPr>
            <a:spLocks noGrp="1"/>
          </p:cNvSpPr>
          <p:nvPr>
            <p:ph type="ftr" sz="quarter" idx="14"/>
          </p:nvPr>
        </p:nvSpPr>
        <p:spPr/>
        <p:txBody>
          <a:bodyPr/>
          <a:lstStyle>
            <a:lvl1pPr rtl="0">
              <a:defRPr>
                <a:solidFill>
                  <a:schemeClr val="bg1"/>
                </a:solidFill>
              </a:defRPr>
            </a:lvl1pPr>
          </a:lstStyle>
          <a:p>
            <a:pPr>
              <a:defRPr/>
            </a:pPr>
            <a:r>
              <a:rPr lang="en-GB"/>
              <a:t>Type here if  add info needed  for every slide</a:t>
            </a:r>
          </a:p>
        </p:txBody>
      </p:sp>
      <p:sp>
        <p:nvSpPr>
          <p:cNvPr id="8" name="Datumsplatzhalter 28">
            <a:extLst>
              <a:ext uri="{FF2B5EF4-FFF2-40B4-BE49-F238E27FC236}">
                <a16:creationId xmlns:a16="http://schemas.microsoft.com/office/drawing/2014/main" id="{B1B4AD09-B58C-D2BF-8E6D-AFA833119D40}"/>
              </a:ext>
            </a:extLst>
          </p:cNvPr>
          <p:cNvSpPr>
            <a:spLocks noGrp="1"/>
          </p:cNvSpPr>
          <p:nvPr>
            <p:ph type="dt" sz="half" idx="15"/>
          </p:nvPr>
        </p:nvSpPr>
        <p:spPr/>
        <p:txBody>
          <a:bodyPr/>
          <a:lstStyle>
            <a:lvl1pPr algn="l" rtl="0">
              <a:defRPr lang="de-DE" sz="600" b="1">
                <a:solidFill>
                  <a:srgbClr val="000000"/>
                </a:solidFill>
              </a:defRPr>
            </a:lvl1pPr>
          </a:lstStyle>
          <a:p>
            <a:pPr>
              <a:defRPr/>
            </a:pPr>
            <a:fld id="{8A69BC2D-F9B4-9349-A369-607C06EF9ABA}" type="datetime4">
              <a:rPr lang="en-GB"/>
              <a:pPr>
                <a:defRPr/>
              </a:pPr>
              <a:t>25 November 2025</a:t>
            </a:fld>
            <a:endParaRPr lang="en-GB" dirty="0"/>
          </a:p>
        </p:txBody>
      </p:sp>
    </p:spTree>
    <p:extLst>
      <p:ext uri="{BB962C8B-B14F-4D97-AF65-F5344CB8AC3E}">
        <p14:creationId xmlns:p14="http://schemas.microsoft.com/office/powerpoint/2010/main" val="12047901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slide with picture white text">
    <p:spTree>
      <p:nvGrpSpPr>
        <p:cNvPr id="1" name=""/>
        <p:cNvGrpSpPr/>
        <p:nvPr/>
      </p:nvGrpSpPr>
      <p:grpSpPr>
        <a:xfrm>
          <a:off x="0" y="0"/>
          <a:ext cx="0" cy="0"/>
          <a:chOff x="0" y="0"/>
          <a:chExt cx="0" cy="0"/>
        </a:xfrm>
      </p:grpSpPr>
      <p:graphicFrame>
        <p:nvGraphicFramePr>
          <p:cNvPr id="2" name="Objekt 12" hidden="1">
            <a:extLst>
              <a:ext uri="{FF2B5EF4-FFF2-40B4-BE49-F238E27FC236}">
                <a16:creationId xmlns:a16="http://schemas.microsoft.com/office/drawing/2014/main" id="{6B3573F3-FA2A-92EE-E999-589EE9ABEFF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64527" name="Objekt 12" hidden="1">
                        <a:extLst>
                          <a:ext uri="{FF2B5EF4-FFF2-40B4-BE49-F238E27FC236}">
                            <a16:creationId xmlns:a16="http://schemas.microsoft.com/office/drawing/2014/main" id="{6BD997C7-2021-76DA-2D4A-F03F3FDF37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 name="Gruppieren 13">
            <a:extLst>
              <a:ext uri="{FF2B5EF4-FFF2-40B4-BE49-F238E27FC236}">
                <a16:creationId xmlns:a16="http://schemas.microsoft.com/office/drawing/2014/main" id="{EBF6B118-4D52-B7B4-84C4-85D1FFD34B83}"/>
              </a:ext>
            </a:extLst>
          </p:cNvPr>
          <p:cNvGrpSpPr>
            <a:grpSpLocks/>
          </p:cNvGrpSpPr>
          <p:nvPr userDrawn="1"/>
        </p:nvGrpSpPr>
        <p:grpSpPr bwMode="auto">
          <a:xfrm>
            <a:off x="9542463" y="431800"/>
            <a:ext cx="1614487" cy="1120775"/>
            <a:chOff x="9463668" y="1940312"/>
            <a:chExt cx="1614235" cy="1120234"/>
          </a:xfrm>
        </p:grpSpPr>
        <p:sp>
          <p:nvSpPr>
            <p:cNvPr id="4" name="Textfeld 18">
              <a:extLst>
                <a:ext uri="{FF2B5EF4-FFF2-40B4-BE49-F238E27FC236}">
                  <a16:creationId xmlns:a16="http://schemas.microsoft.com/office/drawing/2014/main" id="{2048B296-18B7-8012-46A0-D19F139EE180}"/>
                </a:ext>
              </a:extLst>
            </p:cNvPr>
            <p:cNvSpPr txBox="1">
              <a:spLocks noChangeArrowheads="1"/>
            </p:cNvSpPr>
            <p:nvPr/>
          </p:nvSpPr>
          <p:spPr bwMode="auto">
            <a:xfrm>
              <a:off x="9463668" y="1940312"/>
              <a:ext cx="1614235" cy="1120234"/>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divider slide for dark images. Insert an 11 columns picture from the GFT image pack with the image placeholder or change image by right click. </a:t>
              </a:r>
            </a:p>
          </p:txBody>
        </p:sp>
        <p:sp>
          <p:nvSpPr>
            <p:cNvPr id="5" name="Freihandform: Form 122">
              <a:extLst>
                <a:ext uri="{FF2B5EF4-FFF2-40B4-BE49-F238E27FC236}">
                  <a16:creationId xmlns:a16="http://schemas.microsoft.com/office/drawing/2014/main" id="{ED3DB120-CA82-46D5-51B6-FF77B92E7B6D}"/>
                </a:ext>
              </a:extLst>
            </p:cNvPr>
            <p:cNvSpPr/>
            <p:nvPr/>
          </p:nvSpPr>
          <p:spPr>
            <a:xfrm>
              <a:off x="9516047" y="1994261"/>
              <a:ext cx="360307" cy="360189"/>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5"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18" name="Bildplatzhalter 3"/>
          <p:cNvSpPr>
            <a:spLocks noGrp="1"/>
          </p:cNvSpPr>
          <p:nvPr>
            <p:ph type="pic" sz="quarter" idx="11"/>
          </p:nvPr>
        </p:nvSpPr>
        <p:spPr>
          <a:xfrm>
            <a:off x="188912" y="441325"/>
            <a:ext cx="8772525" cy="4519613"/>
          </a:xfrm>
          <a:solidFill>
            <a:schemeClr val="accent6"/>
          </a:solidFill>
        </p:spPr>
        <p:txBody>
          <a:bodyPr rtlCol="0">
            <a:noAutofit/>
          </a:bodyPr>
          <a:lstStyle>
            <a:lvl1pPr marL="0" indent="0" rtl="0">
              <a:buNone/>
              <a:defRPr sz="1200">
                <a:solidFill>
                  <a:schemeClr val="bg1"/>
                </a:solidFill>
              </a:defRPr>
            </a:lvl1pPr>
          </a:lstStyle>
          <a:p>
            <a:pPr lvl="0"/>
            <a:r>
              <a:rPr lang="en-US" noProof="0"/>
              <a:t>Click icon to add picture</a:t>
            </a:r>
            <a:endParaRPr lang="en-GB" noProof="0" dirty="0"/>
          </a:p>
        </p:txBody>
      </p:sp>
      <p:sp>
        <p:nvSpPr>
          <p:cNvPr id="9" name="Textplatzhalter 8"/>
          <p:cNvSpPr>
            <a:spLocks noGrp="1"/>
          </p:cNvSpPr>
          <p:nvPr>
            <p:ph type="body" sz="quarter" idx="13"/>
          </p:nvPr>
        </p:nvSpPr>
        <p:spPr>
          <a:xfrm>
            <a:off x="982662" y="4125566"/>
            <a:ext cx="7186612" cy="193899"/>
          </a:xfrm>
        </p:spPr>
        <p:txBody>
          <a:bodyPr/>
          <a:lstStyle>
            <a:lvl1pPr marL="0" indent="0" rtl="0">
              <a:buNone/>
              <a:defRPr sz="1400" b="0">
                <a:solidFill>
                  <a:schemeClr val="bg1"/>
                </a:solidFill>
              </a:defRPr>
            </a:lvl1pPr>
          </a:lstStyle>
          <a:p>
            <a:pPr lvl="0"/>
            <a:r>
              <a:rPr lang="en-US"/>
              <a:t>Click to edit Master text styles</a:t>
            </a:r>
          </a:p>
        </p:txBody>
      </p:sp>
      <p:sp>
        <p:nvSpPr>
          <p:cNvPr id="11" name="Titel 10"/>
          <p:cNvSpPr>
            <a:spLocks noGrp="1"/>
          </p:cNvSpPr>
          <p:nvPr>
            <p:ph type="title"/>
          </p:nvPr>
        </p:nvSpPr>
        <p:spPr>
          <a:xfrm>
            <a:off x="978102" y="3449702"/>
            <a:ext cx="7185713" cy="541687"/>
          </a:xfrm>
        </p:spPr>
        <p:txBody>
          <a:bodyPr anchor="b"/>
          <a:lstStyle>
            <a:lvl1pPr rtl="0">
              <a:lnSpc>
                <a:spcPct val="80000"/>
              </a:lnSpc>
              <a:defRPr sz="4400">
                <a:solidFill>
                  <a:schemeClr val="bg1"/>
                </a:solidFill>
              </a:defRPr>
            </a:lvl1pPr>
          </a:lstStyle>
          <a:p>
            <a:r>
              <a:rPr lang="en-US"/>
              <a:t>Click to edit Master title style</a:t>
            </a:r>
            <a:endParaRPr lang="en-GB" dirty="0"/>
          </a:p>
        </p:txBody>
      </p:sp>
      <p:sp>
        <p:nvSpPr>
          <p:cNvPr id="10" name="Textplatzhalter 4"/>
          <p:cNvSpPr>
            <a:spLocks noGrp="1"/>
          </p:cNvSpPr>
          <p:nvPr>
            <p:ph type="body" sz="quarter" idx="12"/>
          </p:nvPr>
        </p:nvSpPr>
        <p:spPr>
          <a:xfrm>
            <a:off x="3371850"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a:p>
            <a:pPr lvl="1"/>
            <a:r>
              <a:rPr lang="en-US"/>
              <a:t>Second level</a:t>
            </a:r>
          </a:p>
          <a:p>
            <a:pPr lvl="2"/>
            <a:r>
              <a:rPr lang="en-US"/>
              <a:t>Third level</a:t>
            </a:r>
          </a:p>
        </p:txBody>
      </p:sp>
      <p:sp>
        <p:nvSpPr>
          <p:cNvPr id="6" name="Fußzeilenplatzhalter 1">
            <a:extLst>
              <a:ext uri="{FF2B5EF4-FFF2-40B4-BE49-F238E27FC236}">
                <a16:creationId xmlns:a16="http://schemas.microsoft.com/office/drawing/2014/main" id="{450653B8-7169-BD07-295D-B30516F0A370}"/>
              </a:ext>
            </a:extLst>
          </p:cNvPr>
          <p:cNvSpPr>
            <a:spLocks noGrp="1"/>
          </p:cNvSpPr>
          <p:nvPr>
            <p:ph type="ftr" sz="quarter" idx="14"/>
          </p:nvPr>
        </p:nvSpPr>
        <p:spPr/>
        <p:txBody>
          <a:bodyPr/>
          <a:lstStyle>
            <a:lvl1pPr rtl="0">
              <a:defRPr>
                <a:solidFill>
                  <a:schemeClr val="bg1"/>
                </a:solidFill>
              </a:defRPr>
            </a:lvl1pPr>
          </a:lstStyle>
          <a:p>
            <a:pPr>
              <a:defRPr/>
            </a:pPr>
            <a:r>
              <a:rPr lang="en-GB"/>
              <a:t>Type here if  add info needed  for every slide</a:t>
            </a:r>
          </a:p>
        </p:txBody>
      </p:sp>
      <p:sp>
        <p:nvSpPr>
          <p:cNvPr id="7" name="Datumsplatzhalter 28">
            <a:extLst>
              <a:ext uri="{FF2B5EF4-FFF2-40B4-BE49-F238E27FC236}">
                <a16:creationId xmlns:a16="http://schemas.microsoft.com/office/drawing/2014/main" id="{9BF3B8F6-2714-5AA7-4D9A-E29EB15285A4}"/>
              </a:ext>
            </a:extLst>
          </p:cNvPr>
          <p:cNvSpPr>
            <a:spLocks noGrp="1"/>
          </p:cNvSpPr>
          <p:nvPr>
            <p:ph type="dt" sz="half" idx="15"/>
          </p:nvPr>
        </p:nvSpPr>
        <p:spPr/>
        <p:txBody>
          <a:bodyPr/>
          <a:lstStyle>
            <a:lvl1pPr algn="l" rtl="0">
              <a:defRPr lang="de-DE" sz="600" b="1">
                <a:solidFill>
                  <a:srgbClr val="000000"/>
                </a:solidFill>
              </a:defRPr>
            </a:lvl1pPr>
          </a:lstStyle>
          <a:p>
            <a:pPr>
              <a:defRPr/>
            </a:pPr>
            <a:fld id="{5CFBDCF3-2874-DA41-B79F-F6EA2F0AB8D7}" type="datetime4">
              <a:rPr lang="en-GB"/>
              <a:pPr>
                <a:defRPr/>
              </a:pPr>
              <a:t>25 November 2025</a:t>
            </a:fld>
            <a:endParaRPr lang="en-GB" dirty="0"/>
          </a:p>
        </p:txBody>
      </p:sp>
    </p:spTree>
    <p:extLst>
      <p:ext uri="{BB962C8B-B14F-4D97-AF65-F5344CB8AC3E}">
        <p14:creationId xmlns:p14="http://schemas.microsoft.com/office/powerpoint/2010/main" val="17061003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pter slide with picture black text">
    <p:spTree>
      <p:nvGrpSpPr>
        <p:cNvPr id="1" name=""/>
        <p:cNvGrpSpPr/>
        <p:nvPr/>
      </p:nvGrpSpPr>
      <p:grpSpPr>
        <a:xfrm>
          <a:off x="0" y="0"/>
          <a:ext cx="0" cy="0"/>
          <a:chOff x="0" y="0"/>
          <a:chExt cx="0" cy="0"/>
        </a:xfrm>
      </p:grpSpPr>
      <p:graphicFrame>
        <p:nvGraphicFramePr>
          <p:cNvPr id="2" name="Objekt 12" hidden="1">
            <a:extLst>
              <a:ext uri="{FF2B5EF4-FFF2-40B4-BE49-F238E27FC236}">
                <a16:creationId xmlns:a16="http://schemas.microsoft.com/office/drawing/2014/main" id="{6A407392-521F-54CC-3489-C9CAF53D35D5}"/>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65551" name="Objekt 12" hidden="1">
                        <a:extLst>
                          <a:ext uri="{FF2B5EF4-FFF2-40B4-BE49-F238E27FC236}">
                            <a16:creationId xmlns:a16="http://schemas.microsoft.com/office/drawing/2014/main" id="{274C9986-CCCE-2513-9437-ACD024309E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 name="Gruppieren 20">
            <a:extLst>
              <a:ext uri="{FF2B5EF4-FFF2-40B4-BE49-F238E27FC236}">
                <a16:creationId xmlns:a16="http://schemas.microsoft.com/office/drawing/2014/main" id="{D9B170A4-2CC1-0E6E-4CCC-35E06417E6E3}"/>
              </a:ext>
            </a:extLst>
          </p:cNvPr>
          <p:cNvGrpSpPr>
            <a:grpSpLocks/>
          </p:cNvGrpSpPr>
          <p:nvPr userDrawn="1"/>
        </p:nvGrpSpPr>
        <p:grpSpPr bwMode="auto">
          <a:xfrm>
            <a:off x="9542463" y="431800"/>
            <a:ext cx="1614487" cy="1120775"/>
            <a:chOff x="9463668" y="1940312"/>
            <a:chExt cx="1614235" cy="1120234"/>
          </a:xfrm>
        </p:grpSpPr>
        <p:sp>
          <p:nvSpPr>
            <p:cNvPr id="4" name="Textfeld 21">
              <a:extLst>
                <a:ext uri="{FF2B5EF4-FFF2-40B4-BE49-F238E27FC236}">
                  <a16:creationId xmlns:a16="http://schemas.microsoft.com/office/drawing/2014/main" id="{C1803719-2FF6-2A19-0B9E-29757D354A90}"/>
                </a:ext>
              </a:extLst>
            </p:cNvPr>
            <p:cNvSpPr txBox="1">
              <a:spLocks noChangeArrowheads="1"/>
            </p:cNvSpPr>
            <p:nvPr/>
          </p:nvSpPr>
          <p:spPr bwMode="auto">
            <a:xfrm>
              <a:off x="9463668" y="1940312"/>
              <a:ext cx="1614235" cy="1120234"/>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divider slide for light images. Insert an 11 columns picture from the GFT image pack with the image placeholder or change image by right click. </a:t>
              </a:r>
            </a:p>
          </p:txBody>
        </p:sp>
        <p:sp>
          <p:nvSpPr>
            <p:cNvPr id="5" name="Freihandform: Form 122">
              <a:extLst>
                <a:ext uri="{FF2B5EF4-FFF2-40B4-BE49-F238E27FC236}">
                  <a16:creationId xmlns:a16="http://schemas.microsoft.com/office/drawing/2014/main" id="{9130676F-2FFC-9F57-90F1-CF173068D497}"/>
                </a:ext>
              </a:extLst>
            </p:cNvPr>
            <p:cNvSpPr/>
            <p:nvPr/>
          </p:nvSpPr>
          <p:spPr>
            <a:xfrm>
              <a:off x="9516047" y="1994261"/>
              <a:ext cx="360307" cy="360189"/>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5"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18" name="Bildplatzhalter 3"/>
          <p:cNvSpPr>
            <a:spLocks noGrp="1"/>
          </p:cNvSpPr>
          <p:nvPr>
            <p:ph type="pic" sz="quarter" idx="11"/>
          </p:nvPr>
        </p:nvSpPr>
        <p:spPr>
          <a:xfrm>
            <a:off x="188912" y="441325"/>
            <a:ext cx="8772525" cy="4519613"/>
          </a:xfrm>
          <a:solidFill>
            <a:schemeClr val="accent6"/>
          </a:solidFill>
        </p:spPr>
        <p:txBody>
          <a:bodyPr rtlCol="0">
            <a:noAutofit/>
          </a:bodyPr>
          <a:lstStyle>
            <a:lvl1pPr marL="0" indent="0" rtl="0">
              <a:buNone/>
              <a:defRPr sz="1200">
                <a:solidFill>
                  <a:schemeClr val="bg1"/>
                </a:solidFill>
              </a:defRPr>
            </a:lvl1pPr>
          </a:lstStyle>
          <a:p>
            <a:pPr lvl="0"/>
            <a:r>
              <a:rPr lang="en-US" noProof="0"/>
              <a:t>Click icon to add picture</a:t>
            </a:r>
            <a:endParaRPr lang="en-GB" noProof="0" dirty="0"/>
          </a:p>
        </p:txBody>
      </p:sp>
      <p:sp>
        <p:nvSpPr>
          <p:cNvPr id="9" name="Textplatzhalter 8"/>
          <p:cNvSpPr>
            <a:spLocks noGrp="1"/>
          </p:cNvSpPr>
          <p:nvPr>
            <p:ph type="body" sz="quarter" idx="13"/>
          </p:nvPr>
        </p:nvSpPr>
        <p:spPr>
          <a:xfrm>
            <a:off x="982662" y="4125566"/>
            <a:ext cx="7186612" cy="193899"/>
          </a:xfrm>
        </p:spPr>
        <p:txBody>
          <a:bodyPr/>
          <a:lstStyle>
            <a:lvl1pPr marL="0" indent="0" rtl="0">
              <a:buNone/>
              <a:defRPr sz="1400" b="0"/>
            </a:lvl1pPr>
          </a:lstStyle>
          <a:p>
            <a:pPr lvl="0"/>
            <a:r>
              <a:rPr lang="en-US"/>
              <a:t>Click to edit Master text styles</a:t>
            </a:r>
          </a:p>
        </p:txBody>
      </p:sp>
      <p:sp>
        <p:nvSpPr>
          <p:cNvPr id="11" name="Titel 10"/>
          <p:cNvSpPr>
            <a:spLocks noGrp="1"/>
          </p:cNvSpPr>
          <p:nvPr>
            <p:ph type="title"/>
          </p:nvPr>
        </p:nvSpPr>
        <p:spPr>
          <a:xfrm>
            <a:off x="978102" y="3449702"/>
            <a:ext cx="7185713" cy="541687"/>
          </a:xfrm>
        </p:spPr>
        <p:txBody>
          <a:bodyPr anchor="b"/>
          <a:lstStyle>
            <a:lvl1pPr rtl="0">
              <a:lnSpc>
                <a:spcPct val="80000"/>
              </a:lnSpc>
              <a:defRPr sz="4400"/>
            </a:lvl1pPr>
          </a:lstStyle>
          <a:p>
            <a:r>
              <a:rPr lang="en-US"/>
              <a:t>Click to edit Master title style</a:t>
            </a:r>
            <a:endParaRPr lang="en-GB" dirty="0"/>
          </a:p>
        </p:txBody>
      </p:sp>
      <p:sp>
        <p:nvSpPr>
          <p:cNvPr id="10" name="Textplatzhalter 4"/>
          <p:cNvSpPr>
            <a:spLocks noGrp="1"/>
          </p:cNvSpPr>
          <p:nvPr>
            <p:ph type="body" sz="quarter" idx="12"/>
          </p:nvPr>
        </p:nvSpPr>
        <p:spPr>
          <a:xfrm>
            <a:off x="3371850"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a:p>
            <a:pPr lvl="1"/>
            <a:r>
              <a:rPr lang="en-US"/>
              <a:t>Second level</a:t>
            </a:r>
          </a:p>
          <a:p>
            <a:pPr lvl="2"/>
            <a:r>
              <a:rPr lang="en-US"/>
              <a:t>Third level</a:t>
            </a:r>
          </a:p>
        </p:txBody>
      </p:sp>
      <p:sp>
        <p:nvSpPr>
          <p:cNvPr id="6" name="Fußzeilenplatzhalter 1">
            <a:extLst>
              <a:ext uri="{FF2B5EF4-FFF2-40B4-BE49-F238E27FC236}">
                <a16:creationId xmlns:a16="http://schemas.microsoft.com/office/drawing/2014/main" id="{DC9FD4AC-BD97-BBBA-8A9F-6AEB9F922C11}"/>
              </a:ext>
            </a:extLst>
          </p:cNvPr>
          <p:cNvSpPr>
            <a:spLocks noGrp="1"/>
          </p:cNvSpPr>
          <p:nvPr>
            <p:ph type="ftr" sz="quarter" idx="14"/>
          </p:nvPr>
        </p:nvSpPr>
        <p:spPr/>
        <p:txBody>
          <a:bodyPr/>
          <a:lstStyle>
            <a:lvl1pPr rtl="0">
              <a:defRPr>
                <a:solidFill>
                  <a:schemeClr val="bg1"/>
                </a:solidFill>
              </a:defRPr>
            </a:lvl1pPr>
          </a:lstStyle>
          <a:p>
            <a:pPr>
              <a:defRPr/>
            </a:pPr>
            <a:r>
              <a:rPr lang="en-GB"/>
              <a:t>Type here if  add info needed  for every slide</a:t>
            </a:r>
          </a:p>
        </p:txBody>
      </p:sp>
      <p:sp>
        <p:nvSpPr>
          <p:cNvPr id="7" name="Datumsplatzhalter 28">
            <a:extLst>
              <a:ext uri="{FF2B5EF4-FFF2-40B4-BE49-F238E27FC236}">
                <a16:creationId xmlns:a16="http://schemas.microsoft.com/office/drawing/2014/main" id="{83BBDFBC-C969-5391-D4F6-FC5D94179F16}"/>
              </a:ext>
            </a:extLst>
          </p:cNvPr>
          <p:cNvSpPr>
            <a:spLocks noGrp="1"/>
          </p:cNvSpPr>
          <p:nvPr>
            <p:ph type="dt" sz="half" idx="15"/>
          </p:nvPr>
        </p:nvSpPr>
        <p:spPr/>
        <p:txBody>
          <a:bodyPr/>
          <a:lstStyle>
            <a:lvl1pPr algn="l" rtl="0">
              <a:defRPr lang="de-DE" sz="600" b="1">
                <a:solidFill>
                  <a:srgbClr val="000000"/>
                </a:solidFill>
              </a:defRPr>
            </a:lvl1pPr>
          </a:lstStyle>
          <a:p>
            <a:pPr>
              <a:defRPr/>
            </a:pPr>
            <a:fld id="{2B4DB383-A936-5F4D-8B85-063E29165014}" type="datetime4">
              <a:rPr lang="en-GB"/>
              <a:pPr>
                <a:defRPr/>
              </a:pPr>
              <a:t>25 November 2025</a:t>
            </a:fld>
            <a:endParaRPr lang="en-GB" dirty="0"/>
          </a:p>
        </p:txBody>
      </p:sp>
    </p:spTree>
    <p:extLst>
      <p:ext uri="{BB962C8B-B14F-4D97-AF65-F5344CB8AC3E}">
        <p14:creationId xmlns:p14="http://schemas.microsoft.com/office/powerpoint/2010/main" val="10102452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cture 4 columns and text white">
    <p:spTree>
      <p:nvGrpSpPr>
        <p:cNvPr id="1" name=""/>
        <p:cNvGrpSpPr/>
        <p:nvPr/>
      </p:nvGrpSpPr>
      <p:grpSpPr>
        <a:xfrm>
          <a:off x="0" y="0"/>
          <a:ext cx="0" cy="0"/>
          <a:chOff x="0" y="0"/>
          <a:chExt cx="0" cy="0"/>
        </a:xfrm>
      </p:grpSpPr>
      <p:graphicFrame>
        <p:nvGraphicFramePr>
          <p:cNvPr id="2" name="Objekt 17" hidden="1">
            <a:extLst>
              <a:ext uri="{FF2B5EF4-FFF2-40B4-BE49-F238E27FC236}">
                <a16:creationId xmlns:a16="http://schemas.microsoft.com/office/drawing/2014/main" id="{2126AD30-E7D0-0EA6-734E-0CD1BE03B422}"/>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66575" name="Objekt 17" hidden="1">
                        <a:extLst>
                          <a:ext uri="{FF2B5EF4-FFF2-40B4-BE49-F238E27FC236}">
                            <a16:creationId xmlns:a16="http://schemas.microsoft.com/office/drawing/2014/main" id="{38992A9E-E1D1-85F7-85E0-AADD35E5B3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 name="Bildplatzhalter 10">
            <a:extLst>
              <a:ext uri="{FF2B5EF4-FFF2-40B4-BE49-F238E27FC236}">
                <a16:creationId xmlns:a16="http://schemas.microsoft.com/office/drawing/2014/main" id="{E4A775D2-978A-C84A-6932-E9D95C7F0927}"/>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l="5" r="5"/>
          <a:stretch>
            <a:fillRect/>
          </a:stretch>
        </p:blipFill>
        <p:spPr bwMode="auto">
          <a:xfrm>
            <a:off x="188913" y="441325"/>
            <a:ext cx="8772525" cy="451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uppieren 9">
            <a:extLst>
              <a:ext uri="{FF2B5EF4-FFF2-40B4-BE49-F238E27FC236}">
                <a16:creationId xmlns:a16="http://schemas.microsoft.com/office/drawing/2014/main" id="{CB3369DF-CD9F-C734-FB39-DA319619D0C9}"/>
              </a:ext>
            </a:extLst>
          </p:cNvPr>
          <p:cNvGrpSpPr>
            <a:grpSpLocks/>
          </p:cNvGrpSpPr>
          <p:nvPr userDrawn="1"/>
        </p:nvGrpSpPr>
        <p:grpSpPr bwMode="auto">
          <a:xfrm>
            <a:off x="9542463" y="431800"/>
            <a:ext cx="1614487" cy="1120775"/>
            <a:chOff x="9463668" y="1940312"/>
            <a:chExt cx="1614235" cy="1120234"/>
          </a:xfrm>
        </p:grpSpPr>
        <p:sp>
          <p:nvSpPr>
            <p:cNvPr id="7" name="Textfeld 11">
              <a:extLst>
                <a:ext uri="{FF2B5EF4-FFF2-40B4-BE49-F238E27FC236}">
                  <a16:creationId xmlns:a16="http://schemas.microsoft.com/office/drawing/2014/main" id="{C6E4868C-6215-489F-8AF5-59B9A5586793}"/>
                </a:ext>
              </a:extLst>
            </p:cNvPr>
            <p:cNvSpPr txBox="1">
              <a:spLocks noChangeArrowheads="1"/>
            </p:cNvSpPr>
            <p:nvPr/>
          </p:nvSpPr>
          <p:spPr bwMode="auto">
            <a:xfrm>
              <a:off x="9463668" y="1940312"/>
              <a:ext cx="1614235" cy="1120234"/>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white slide for black text with image. Insert a 4 columns picture from the GFT image pack with the image placeholder or change image by right click.</a:t>
              </a:r>
            </a:p>
          </p:txBody>
        </p:sp>
        <p:sp>
          <p:nvSpPr>
            <p:cNvPr id="8" name="Freihandform: Form 122">
              <a:extLst>
                <a:ext uri="{FF2B5EF4-FFF2-40B4-BE49-F238E27FC236}">
                  <a16:creationId xmlns:a16="http://schemas.microsoft.com/office/drawing/2014/main" id="{AA4E5040-4C0E-2350-5118-B3C5DEDD880D}"/>
                </a:ext>
              </a:extLst>
            </p:cNvPr>
            <p:cNvSpPr/>
            <p:nvPr/>
          </p:nvSpPr>
          <p:spPr>
            <a:xfrm>
              <a:off x="9516047" y="1994261"/>
              <a:ext cx="360307" cy="360189"/>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6"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6" name="Titel 5"/>
          <p:cNvSpPr>
            <a:spLocks noGrp="1"/>
          </p:cNvSpPr>
          <p:nvPr>
            <p:ph type="title"/>
          </p:nvPr>
        </p:nvSpPr>
        <p:spPr>
          <a:xfrm>
            <a:off x="3790949" y="633413"/>
            <a:ext cx="4372865" cy="276999"/>
          </a:xfrm>
        </p:spPr>
        <p:txBody>
          <a:bodyPr/>
          <a:lstStyle>
            <a:lvl1pPr rtl="0">
              <a:defRPr sz="2000" b="1"/>
            </a:lvl1pPr>
          </a:lstStyle>
          <a:p>
            <a:r>
              <a:rPr lang="en-US"/>
              <a:t>Click to edit Master title style</a:t>
            </a:r>
            <a:endParaRPr lang="en-GB" dirty="0"/>
          </a:p>
        </p:txBody>
      </p:sp>
      <p:sp>
        <p:nvSpPr>
          <p:cNvPr id="15" name="Bildplatzhalter 14"/>
          <p:cNvSpPr>
            <a:spLocks noGrp="1"/>
          </p:cNvSpPr>
          <p:nvPr>
            <p:ph type="pic" sz="quarter" idx="14"/>
          </p:nvPr>
        </p:nvSpPr>
        <p:spPr>
          <a:xfrm>
            <a:off x="188912" y="441325"/>
            <a:ext cx="3182731" cy="4516438"/>
          </a:xfrm>
          <a:solidFill>
            <a:schemeClr val="accent6"/>
          </a:solidFill>
        </p:spPr>
        <p:txBody>
          <a:bodyPr rtlCol="0">
            <a:noAutofit/>
          </a:bodyPr>
          <a:lstStyle>
            <a:lvl1pPr marL="0" indent="0" rtl="0">
              <a:buNone/>
              <a:defRPr sz="1200">
                <a:solidFill>
                  <a:schemeClr val="bg1"/>
                </a:solidFill>
              </a:defRPr>
            </a:lvl1pPr>
          </a:lstStyle>
          <a:p>
            <a:pPr lvl="0"/>
            <a:r>
              <a:rPr lang="en-US" noProof="0"/>
              <a:t>Click icon to add picture</a:t>
            </a:r>
            <a:endParaRPr lang="en-GB" noProof="0" dirty="0"/>
          </a:p>
        </p:txBody>
      </p:sp>
      <p:sp>
        <p:nvSpPr>
          <p:cNvPr id="3" name="Textplatzhalter 2"/>
          <p:cNvSpPr>
            <a:spLocks noGrp="1"/>
          </p:cNvSpPr>
          <p:nvPr>
            <p:ph type="body" sz="quarter" idx="15"/>
          </p:nvPr>
        </p:nvSpPr>
        <p:spPr>
          <a:xfrm>
            <a:off x="3790950" y="1264937"/>
            <a:ext cx="4378326" cy="1166473"/>
          </a:xfrm>
        </p:spPr>
        <p:txBody>
          <a:bodyPr/>
          <a:lstStyle>
            <a:lvl1pPr rtl="0">
              <a:defRPr/>
            </a:lvl1pPr>
            <a:lvl2pPr rtl="0">
              <a:defRPr/>
            </a:lvl2pPr>
            <a:lvl3pPr rtl="0">
              <a:defRPr/>
            </a:lvl3pPr>
            <a:lvl4pPr rtl="0">
              <a:defRPr/>
            </a:lvl4pPr>
            <a:lvl5pPr rtl="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extplatzhalter 4"/>
          <p:cNvSpPr>
            <a:spLocks noGrp="1"/>
          </p:cNvSpPr>
          <p:nvPr>
            <p:ph type="body" sz="quarter" idx="12"/>
          </p:nvPr>
        </p:nvSpPr>
        <p:spPr>
          <a:xfrm>
            <a:off x="3371850"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a:p>
            <a:pPr lvl="1"/>
            <a:r>
              <a:rPr lang="en-US"/>
              <a:t>Second level</a:t>
            </a:r>
          </a:p>
          <a:p>
            <a:pPr lvl="2"/>
            <a:r>
              <a:rPr lang="en-US"/>
              <a:t>Third level</a:t>
            </a:r>
          </a:p>
        </p:txBody>
      </p:sp>
      <p:sp>
        <p:nvSpPr>
          <p:cNvPr id="10" name="Fußzeilenplatzhalter 1">
            <a:extLst>
              <a:ext uri="{FF2B5EF4-FFF2-40B4-BE49-F238E27FC236}">
                <a16:creationId xmlns:a16="http://schemas.microsoft.com/office/drawing/2014/main" id="{3AE98860-3675-8CD3-8A18-FCFEDF659D58}"/>
              </a:ext>
            </a:extLst>
          </p:cNvPr>
          <p:cNvSpPr>
            <a:spLocks noGrp="1"/>
          </p:cNvSpPr>
          <p:nvPr>
            <p:ph type="ftr" sz="quarter" idx="16"/>
          </p:nvPr>
        </p:nvSpPr>
        <p:spPr/>
        <p:txBody>
          <a:bodyPr/>
          <a:lstStyle>
            <a:lvl1pPr rtl="0">
              <a:defRPr/>
            </a:lvl1pPr>
          </a:lstStyle>
          <a:p>
            <a:pPr>
              <a:defRPr/>
            </a:pPr>
            <a:r>
              <a:rPr lang="en-GB"/>
              <a:t>Type here if  add info needed  for every slide</a:t>
            </a:r>
          </a:p>
        </p:txBody>
      </p:sp>
      <p:sp>
        <p:nvSpPr>
          <p:cNvPr id="11" name="Datumsplatzhalter 28">
            <a:extLst>
              <a:ext uri="{FF2B5EF4-FFF2-40B4-BE49-F238E27FC236}">
                <a16:creationId xmlns:a16="http://schemas.microsoft.com/office/drawing/2014/main" id="{61B2334C-58C0-0A80-9ECD-6FF02E7864E6}"/>
              </a:ext>
            </a:extLst>
          </p:cNvPr>
          <p:cNvSpPr>
            <a:spLocks noGrp="1"/>
          </p:cNvSpPr>
          <p:nvPr>
            <p:ph type="dt" sz="half" idx="17"/>
          </p:nvPr>
        </p:nvSpPr>
        <p:spPr/>
        <p:txBody>
          <a:bodyPr/>
          <a:lstStyle>
            <a:lvl1pPr algn="l" rtl="0">
              <a:defRPr lang="de-DE" sz="600" b="1">
                <a:solidFill>
                  <a:srgbClr val="000000"/>
                </a:solidFill>
              </a:defRPr>
            </a:lvl1pPr>
          </a:lstStyle>
          <a:p>
            <a:pPr>
              <a:defRPr/>
            </a:pPr>
            <a:fld id="{FAF6DCFD-6F49-2E47-93C0-E933AAF34414}" type="datetime4">
              <a:rPr lang="en-GB"/>
              <a:pPr>
                <a:defRPr/>
              </a:pPr>
              <a:t>25 November 2025</a:t>
            </a:fld>
            <a:endParaRPr lang="en-GB" dirty="0"/>
          </a:p>
        </p:txBody>
      </p:sp>
    </p:spTree>
    <p:extLst>
      <p:ext uri="{BB962C8B-B14F-4D97-AF65-F5344CB8AC3E}">
        <p14:creationId xmlns:p14="http://schemas.microsoft.com/office/powerpoint/2010/main" val="17057477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 8 columns and text white">
    <p:spTree>
      <p:nvGrpSpPr>
        <p:cNvPr id="1" name=""/>
        <p:cNvGrpSpPr/>
        <p:nvPr/>
      </p:nvGrpSpPr>
      <p:grpSpPr>
        <a:xfrm>
          <a:off x="0" y="0"/>
          <a:ext cx="0" cy="0"/>
          <a:chOff x="0" y="0"/>
          <a:chExt cx="0" cy="0"/>
        </a:xfrm>
      </p:grpSpPr>
      <p:graphicFrame>
        <p:nvGraphicFramePr>
          <p:cNvPr id="2" name="Objekt 17" hidden="1">
            <a:extLst>
              <a:ext uri="{FF2B5EF4-FFF2-40B4-BE49-F238E27FC236}">
                <a16:creationId xmlns:a16="http://schemas.microsoft.com/office/drawing/2014/main" id="{8941EBCA-1E6B-1B8C-B3ED-D60824083E1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67599" name="Objekt 17" hidden="1">
                        <a:extLst>
                          <a:ext uri="{FF2B5EF4-FFF2-40B4-BE49-F238E27FC236}">
                            <a16:creationId xmlns:a16="http://schemas.microsoft.com/office/drawing/2014/main" id="{DA5498F2-B936-0EA9-07D1-B25A0264F2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 name="Bildplatzhalter 10">
            <a:extLst>
              <a:ext uri="{FF2B5EF4-FFF2-40B4-BE49-F238E27FC236}">
                <a16:creationId xmlns:a16="http://schemas.microsoft.com/office/drawing/2014/main" id="{BDE3E291-EF3E-F41E-9E77-EC814F35C3AD}"/>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l="5" r="5"/>
          <a:stretch>
            <a:fillRect/>
          </a:stretch>
        </p:blipFill>
        <p:spPr bwMode="auto">
          <a:xfrm>
            <a:off x="188913" y="441325"/>
            <a:ext cx="8772525" cy="451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uppieren 9">
            <a:extLst>
              <a:ext uri="{FF2B5EF4-FFF2-40B4-BE49-F238E27FC236}">
                <a16:creationId xmlns:a16="http://schemas.microsoft.com/office/drawing/2014/main" id="{074D72A2-3933-1EA1-90C1-E43122F50260}"/>
              </a:ext>
            </a:extLst>
          </p:cNvPr>
          <p:cNvGrpSpPr>
            <a:grpSpLocks/>
          </p:cNvGrpSpPr>
          <p:nvPr userDrawn="1"/>
        </p:nvGrpSpPr>
        <p:grpSpPr bwMode="auto">
          <a:xfrm>
            <a:off x="9542463" y="431800"/>
            <a:ext cx="1614487" cy="1120775"/>
            <a:chOff x="9463668" y="1940312"/>
            <a:chExt cx="1614235" cy="1120234"/>
          </a:xfrm>
        </p:grpSpPr>
        <p:sp>
          <p:nvSpPr>
            <p:cNvPr id="7" name="Textfeld 11">
              <a:extLst>
                <a:ext uri="{FF2B5EF4-FFF2-40B4-BE49-F238E27FC236}">
                  <a16:creationId xmlns:a16="http://schemas.microsoft.com/office/drawing/2014/main" id="{499FB860-5562-8659-BAA1-E04929525EF2}"/>
                </a:ext>
              </a:extLst>
            </p:cNvPr>
            <p:cNvSpPr txBox="1">
              <a:spLocks noChangeArrowheads="1"/>
            </p:cNvSpPr>
            <p:nvPr/>
          </p:nvSpPr>
          <p:spPr bwMode="auto">
            <a:xfrm>
              <a:off x="9463668" y="1940312"/>
              <a:ext cx="1614235" cy="1120234"/>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white slide for image with black text. Insert an 8 columns picture from the GFT image pack with the image placeholder or change image by right click.</a:t>
              </a:r>
            </a:p>
          </p:txBody>
        </p:sp>
        <p:sp>
          <p:nvSpPr>
            <p:cNvPr id="8" name="Freihandform: Form 122">
              <a:extLst>
                <a:ext uri="{FF2B5EF4-FFF2-40B4-BE49-F238E27FC236}">
                  <a16:creationId xmlns:a16="http://schemas.microsoft.com/office/drawing/2014/main" id="{273ADF3E-DF71-4C6B-B492-4F18F6B8167D}"/>
                </a:ext>
              </a:extLst>
            </p:cNvPr>
            <p:cNvSpPr/>
            <p:nvPr/>
          </p:nvSpPr>
          <p:spPr>
            <a:xfrm>
              <a:off x="9516047" y="1994261"/>
              <a:ext cx="360307" cy="360189"/>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6"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15" name="Bildplatzhalter 14"/>
          <p:cNvSpPr>
            <a:spLocks noGrp="1"/>
          </p:cNvSpPr>
          <p:nvPr>
            <p:ph type="pic" sz="quarter" idx="14"/>
          </p:nvPr>
        </p:nvSpPr>
        <p:spPr>
          <a:xfrm>
            <a:off x="188912" y="441325"/>
            <a:ext cx="6378575" cy="4519613"/>
          </a:xfrm>
          <a:solidFill>
            <a:schemeClr val="accent6"/>
          </a:solidFill>
        </p:spPr>
        <p:txBody>
          <a:bodyPr rtlCol="0">
            <a:noAutofit/>
          </a:bodyPr>
          <a:lstStyle>
            <a:lvl1pPr marL="0" indent="0" rtl="0">
              <a:buNone/>
              <a:defRPr sz="1200">
                <a:solidFill>
                  <a:schemeClr val="bg1"/>
                </a:solidFill>
              </a:defRPr>
            </a:lvl1pPr>
          </a:lstStyle>
          <a:p>
            <a:pPr lvl="0"/>
            <a:r>
              <a:rPr lang="en-US" noProof="0"/>
              <a:t>Click icon to add picture</a:t>
            </a:r>
            <a:endParaRPr lang="en-GB" noProof="0" dirty="0"/>
          </a:p>
        </p:txBody>
      </p:sp>
      <p:sp>
        <p:nvSpPr>
          <p:cNvPr id="6" name="Titel 5"/>
          <p:cNvSpPr>
            <a:spLocks noGrp="1"/>
          </p:cNvSpPr>
          <p:nvPr>
            <p:ph type="title"/>
          </p:nvPr>
        </p:nvSpPr>
        <p:spPr>
          <a:xfrm>
            <a:off x="6930391" y="633413"/>
            <a:ext cx="1648460" cy="276999"/>
          </a:xfrm>
        </p:spPr>
        <p:txBody>
          <a:bodyPr/>
          <a:lstStyle>
            <a:lvl1pPr rtl="0">
              <a:defRPr sz="2000" b="1"/>
            </a:lvl1pPr>
          </a:lstStyle>
          <a:p>
            <a:r>
              <a:rPr lang="en-US"/>
              <a:t>Click to edit Master title style</a:t>
            </a:r>
            <a:endParaRPr lang="en-GB" dirty="0"/>
          </a:p>
        </p:txBody>
      </p:sp>
      <p:sp>
        <p:nvSpPr>
          <p:cNvPr id="3" name="Textplatzhalter 2"/>
          <p:cNvSpPr>
            <a:spLocks noGrp="1"/>
          </p:cNvSpPr>
          <p:nvPr>
            <p:ph type="body" sz="quarter" idx="15"/>
          </p:nvPr>
        </p:nvSpPr>
        <p:spPr>
          <a:xfrm>
            <a:off x="6930391" y="1265238"/>
            <a:ext cx="1648460" cy="1158875"/>
          </a:xfrm>
        </p:spPr>
        <p:txBody>
          <a:bodyPr/>
          <a:lstStyle>
            <a:lvl1pPr rtl="0">
              <a:defRPr/>
            </a:lvl1pPr>
            <a:lvl2pPr rtl="0">
              <a:defRPr/>
            </a:lvl2pPr>
            <a:lvl3pPr rtl="0">
              <a:defRPr/>
            </a:lvl3pPr>
            <a:lvl4pPr rtl="0">
              <a:defRPr/>
            </a:lvl4pPr>
            <a:lvl5pPr rtl="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extplatzhalter 4"/>
          <p:cNvSpPr>
            <a:spLocks noGrp="1"/>
          </p:cNvSpPr>
          <p:nvPr>
            <p:ph type="body" sz="quarter" idx="12"/>
          </p:nvPr>
        </p:nvSpPr>
        <p:spPr>
          <a:xfrm>
            <a:off x="3371850"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a:p>
            <a:pPr lvl="1"/>
            <a:r>
              <a:rPr lang="en-US"/>
              <a:t>Second level</a:t>
            </a:r>
          </a:p>
          <a:p>
            <a:pPr lvl="2"/>
            <a:r>
              <a:rPr lang="en-US"/>
              <a:t>Third level</a:t>
            </a:r>
          </a:p>
        </p:txBody>
      </p:sp>
      <p:sp>
        <p:nvSpPr>
          <p:cNvPr id="10" name="Fußzeilenplatzhalter 1">
            <a:extLst>
              <a:ext uri="{FF2B5EF4-FFF2-40B4-BE49-F238E27FC236}">
                <a16:creationId xmlns:a16="http://schemas.microsoft.com/office/drawing/2014/main" id="{7861FD8A-9286-07EF-895B-17D302F82E4E}"/>
              </a:ext>
            </a:extLst>
          </p:cNvPr>
          <p:cNvSpPr>
            <a:spLocks noGrp="1"/>
          </p:cNvSpPr>
          <p:nvPr>
            <p:ph type="ftr" sz="quarter" idx="16"/>
          </p:nvPr>
        </p:nvSpPr>
        <p:spPr/>
        <p:txBody>
          <a:bodyPr/>
          <a:lstStyle>
            <a:lvl1pPr rtl="0">
              <a:defRPr/>
            </a:lvl1pPr>
          </a:lstStyle>
          <a:p>
            <a:pPr>
              <a:defRPr/>
            </a:pPr>
            <a:r>
              <a:rPr lang="en-GB"/>
              <a:t>Type here if  add info needed  for every slide</a:t>
            </a:r>
          </a:p>
        </p:txBody>
      </p:sp>
      <p:sp>
        <p:nvSpPr>
          <p:cNvPr id="11" name="Datumsplatzhalter 28">
            <a:extLst>
              <a:ext uri="{FF2B5EF4-FFF2-40B4-BE49-F238E27FC236}">
                <a16:creationId xmlns:a16="http://schemas.microsoft.com/office/drawing/2014/main" id="{A18E97D0-9DF2-5EED-5B81-E39FD0F2A1A3}"/>
              </a:ext>
            </a:extLst>
          </p:cNvPr>
          <p:cNvSpPr>
            <a:spLocks noGrp="1"/>
          </p:cNvSpPr>
          <p:nvPr>
            <p:ph type="dt" sz="half" idx="17"/>
          </p:nvPr>
        </p:nvSpPr>
        <p:spPr/>
        <p:txBody>
          <a:bodyPr/>
          <a:lstStyle>
            <a:lvl1pPr algn="l" rtl="0">
              <a:defRPr lang="de-DE" sz="600" b="1">
                <a:solidFill>
                  <a:srgbClr val="000000"/>
                </a:solidFill>
              </a:defRPr>
            </a:lvl1pPr>
          </a:lstStyle>
          <a:p>
            <a:pPr>
              <a:defRPr/>
            </a:pPr>
            <a:fld id="{8E627197-FD20-2043-A4FC-5CB8FE0B1354}" type="datetime4">
              <a:rPr lang="en-GB"/>
              <a:pPr>
                <a:defRPr/>
              </a:pPr>
              <a:t>25 November 2025</a:t>
            </a:fld>
            <a:endParaRPr lang="en-GB" dirty="0"/>
          </a:p>
        </p:txBody>
      </p:sp>
    </p:spTree>
    <p:extLst>
      <p:ext uri="{BB962C8B-B14F-4D97-AF65-F5344CB8AC3E}">
        <p14:creationId xmlns:p14="http://schemas.microsoft.com/office/powerpoint/2010/main" val="3022362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11 columns and text">
    <p:spTree>
      <p:nvGrpSpPr>
        <p:cNvPr id="1" name=""/>
        <p:cNvGrpSpPr/>
        <p:nvPr/>
      </p:nvGrpSpPr>
      <p:grpSpPr>
        <a:xfrm>
          <a:off x="0" y="0"/>
          <a:ext cx="0" cy="0"/>
          <a:chOff x="0" y="0"/>
          <a:chExt cx="0" cy="0"/>
        </a:xfrm>
      </p:grpSpPr>
      <p:graphicFrame>
        <p:nvGraphicFramePr>
          <p:cNvPr id="2" name="Objekt 12" hidden="1">
            <a:extLst>
              <a:ext uri="{FF2B5EF4-FFF2-40B4-BE49-F238E27FC236}">
                <a16:creationId xmlns:a16="http://schemas.microsoft.com/office/drawing/2014/main" id="{4104D079-2A8A-E444-9FBF-3A59B8A2CA52}"/>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68623" name="Objekt 12" hidden="1">
                        <a:extLst>
                          <a:ext uri="{FF2B5EF4-FFF2-40B4-BE49-F238E27FC236}">
                            <a16:creationId xmlns:a16="http://schemas.microsoft.com/office/drawing/2014/main" id="{5E9E85A7-08CC-7E4B-BEA9-8A7B250807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 name="Gruppieren 7">
            <a:extLst>
              <a:ext uri="{FF2B5EF4-FFF2-40B4-BE49-F238E27FC236}">
                <a16:creationId xmlns:a16="http://schemas.microsoft.com/office/drawing/2014/main" id="{5B987BEB-8165-B83E-FA7A-6F7EDFBA914D}"/>
              </a:ext>
            </a:extLst>
          </p:cNvPr>
          <p:cNvGrpSpPr>
            <a:grpSpLocks/>
          </p:cNvGrpSpPr>
          <p:nvPr userDrawn="1"/>
        </p:nvGrpSpPr>
        <p:grpSpPr bwMode="auto">
          <a:xfrm>
            <a:off x="9542463" y="431800"/>
            <a:ext cx="1614487" cy="1444625"/>
            <a:chOff x="9463668" y="1940312"/>
            <a:chExt cx="1614235" cy="1443399"/>
          </a:xfrm>
        </p:grpSpPr>
        <p:sp>
          <p:nvSpPr>
            <p:cNvPr id="4" name="Textfeld 11">
              <a:extLst>
                <a:ext uri="{FF2B5EF4-FFF2-40B4-BE49-F238E27FC236}">
                  <a16:creationId xmlns:a16="http://schemas.microsoft.com/office/drawing/2014/main" id="{E14BBF63-199A-EF6B-2386-87B7F6A5AFD3}"/>
                </a:ext>
              </a:extLst>
            </p:cNvPr>
            <p:cNvSpPr txBox="1">
              <a:spLocks noChangeArrowheads="1"/>
            </p:cNvSpPr>
            <p:nvPr/>
          </p:nvSpPr>
          <p:spPr bwMode="auto">
            <a:xfrm>
              <a:off x="9463668" y="1940312"/>
              <a:ext cx="1614235" cy="1443399"/>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slide with placeholder</a:t>
              </a:r>
              <a:br>
                <a:rPr lang="en-GB" altLang="en-VN" sz="700">
                  <a:solidFill>
                    <a:schemeClr val="bg1"/>
                  </a:solidFill>
                </a:rPr>
              </a:br>
              <a:r>
                <a:rPr lang="en-GB" altLang="en-VN" sz="700">
                  <a:solidFill>
                    <a:schemeClr val="bg1"/>
                  </a:solidFill>
                </a:rPr>
                <a:t>for an image with black headline. Insert an 11 columns picture from the GFT image pack with the image placeholder or change image by right click. Make sure there is no other text than the heading on the slide.</a:t>
              </a:r>
            </a:p>
          </p:txBody>
        </p:sp>
        <p:sp>
          <p:nvSpPr>
            <p:cNvPr id="5" name="Freihandform: Form 122">
              <a:extLst>
                <a:ext uri="{FF2B5EF4-FFF2-40B4-BE49-F238E27FC236}">
                  <a16:creationId xmlns:a16="http://schemas.microsoft.com/office/drawing/2014/main" id="{2E5EA62B-587A-7D03-EB3C-F512D52540B0}"/>
                </a:ext>
              </a:extLst>
            </p:cNvPr>
            <p:cNvSpPr/>
            <p:nvPr/>
          </p:nvSpPr>
          <p:spPr>
            <a:xfrm>
              <a:off x="9516047" y="1994241"/>
              <a:ext cx="360307" cy="360057"/>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5"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7" name="Bildplatzhalter 14"/>
          <p:cNvSpPr>
            <a:spLocks noGrp="1"/>
          </p:cNvSpPr>
          <p:nvPr>
            <p:ph type="pic" sz="quarter" idx="14"/>
          </p:nvPr>
        </p:nvSpPr>
        <p:spPr>
          <a:xfrm>
            <a:off x="188912" y="441325"/>
            <a:ext cx="8770144" cy="4519613"/>
          </a:xfrm>
          <a:solidFill>
            <a:schemeClr val="accent6"/>
          </a:solidFill>
        </p:spPr>
        <p:txBody>
          <a:bodyPr rtlCol="0">
            <a:noAutofit/>
          </a:bodyPr>
          <a:lstStyle>
            <a:lvl1pPr marL="0" indent="0" rtl="0">
              <a:buNone/>
              <a:defRPr sz="1200">
                <a:solidFill>
                  <a:schemeClr val="bg1"/>
                </a:solidFill>
              </a:defRPr>
            </a:lvl1pPr>
          </a:lstStyle>
          <a:p>
            <a:pPr lvl="0"/>
            <a:r>
              <a:rPr lang="en-US" noProof="0"/>
              <a:t>Click icon to add picture</a:t>
            </a:r>
            <a:endParaRPr lang="en-GB" noProof="0" dirty="0"/>
          </a:p>
        </p:txBody>
      </p:sp>
      <p:sp>
        <p:nvSpPr>
          <p:cNvPr id="11" name="Titel 10"/>
          <p:cNvSpPr>
            <a:spLocks noGrp="1"/>
          </p:cNvSpPr>
          <p:nvPr>
            <p:ph type="title"/>
          </p:nvPr>
        </p:nvSpPr>
        <p:spPr>
          <a:xfrm>
            <a:off x="978102" y="3449702"/>
            <a:ext cx="7185713" cy="541687"/>
          </a:xfrm>
        </p:spPr>
        <p:txBody>
          <a:bodyPr anchor="b"/>
          <a:lstStyle>
            <a:lvl1pPr rtl="0">
              <a:lnSpc>
                <a:spcPct val="80000"/>
              </a:lnSpc>
              <a:defRPr sz="4400"/>
            </a:lvl1pPr>
          </a:lstStyle>
          <a:p>
            <a:r>
              <a:rPr lang="en-US"/>
              <a:t>Click to edit Master title style</a:t>
            </a:r>
            <a:endParaRPr lang="en-GB" dirty="0"/>
          </a:p>
        </p:txBody>
      </p:sp>
      <p:sp>
        <p:nvSpPr>
          <p:cNvPr id="9" name="Textplatzhalter 4"/>
          <p:cNvSpPr>
            <a:spLocks noGrp="1"/>
          </p:cNvSpPr>
          <p:nvPr>
            <p:ph type="body" sz="quarter" idx="12"/>
          </p:nvPr>
        </p:nvSpPr>
        <p:spPr>
          <a:xfrm>
            <a:off x="3371850"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a:p>
            <a:pPr lvl="1"/>
            <a:r>
              <a:rPr lang="en-US"/>
              <a:t>Second level</a:t>
            </a:r>
          </a:p>
          <a:p>
            <a:pPr lvl="2"/>
            <a:r>
              <a:rPr lang="en-US"/>
              <a:t>Third level</a:t>
            </a:r>
          </a:p>
        </p:txBody>
      </p:sp>
      <p:sp>
        <p:nvSpPr>
          <p:cNvPr id="6" name="Fußzeilenplatzhalter 1">
            <a:extLst>
              <a:ext uri="{FF2B5EF4-FFF2-40B4-BE49-F238E27FC236}">
                <a16:creationId xmlns:a16="http://schemas.microsoft.com/office/drawing/2014/main" id="{48C0DC53-8735-1AC0-DBDA-BB5C3C3253C5}"/>
              </a:ext>
            </a:extLst>
          </p:cNvPr>
          <p:cNvSpPr>
            <a:spLocks noGrp="1"/>
          </p:cNvSpPr>
          <p:nvPr>
            <p:ph type="ftr" sz="quarter" idx="15"/>
          </p:nvPr>
        </p:nvSpPr>
        <p:spPr/>
        <p:txBody>
          <a:bodyPr/>
          <a:lstStyle>
            <a:lvl1pPr rtl="0">
              <a:defRPr/>
            </a:lvl1pPr>
          </a:lstStyle>
          <a:p>
            <a:pPr>
              <a:defRPr/>
            </a:pPr>
            <a:r>
              <a:rPr lang="en-GB"/>
              <a:t>Type here if  add info needed  for every slide</a:t>
            </a:r>
          </a:p>
        </p:txBody>
      </p:sp>
      <p:sp>
        <p:nvSpPr>
          <p:cNvPr id="8" name="Datumsplatzhalter 28">
            <a:extLst>
              <a:ext uri="{FF2B5EF4-FFF2-40B4-BE49-F238E27FC236}">
                <a16:creationId xmlns:a16="http://schemas.microsoft.com/office/drawing/2014/main" id="{C949DADA-4820-9667-FCD4-FB104147DE6A}"/>
              </a:ext>
            </a:extLst>
          </p:cNvPr>
          <p:cNvSpPr>
            <a:spLocks noGrp="1"/>
          </p:cNvSpPr>
          <p:nvPr>
            <p:ph type="dt" sz="half" idx="16"/>
          </p:nvPr>
        </p:nvSpPr>
        <p:spPr/>
        <p:txBody>
          <a:bodyPr/>
          <a:lstStyle>
            <a:lvl1pPr algn="l" rtl="0">
              <a:defRPr lang="de-DE" sz="600" b="1">
                <a:solidFill>
                  <a:srgbClr val="000000"/>
                </a:solidFill>
              </a:defRPr>
            </a:lvl1pPr>
          </a:lstStyle>
          <a:p>
            <a:pPr>
              <a:defRPr/>
            </a:pPr>
            <a:fld id="{6BA2CDCB-5F41-5649-ABCF-87F3B38C145A}" type="datetime4">
              <a:rPr lang="en-GB"/>
              <a:pPr>
                <a:defRPr/>
              </a:pPr>
              <a:t>25 November 2025</a:t>
            </a:fld>
            <a:endParaRPr lang="en-GB" dirty="0"/>
          </a:p>
        </p:txBody>
      </p:sp>
    </p:spTree>
    <p:extLst>
      <p:ext uri="{BB962C8B-B14F-4D97-AF65-F5344CB8AC3E}">
        <p14:creationId xmlns:p14="http://schemas.microsoft.com/office/powerpoint/2010/main" val="32343866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essage on picture 8 columns right white">
    <p:spTree>
      <p:nvGrpSpPr>
        <p:cNvPr id="1" name=""/>
        <p:cNvGrpSpPr/>
        <p:nvPr/>
      </p:nvGrpSpPr>
      <p:grpSpPr>
        <a:xfrm>
          <a:off x="0" y="0"/>
          <a:ext cx="0" cy="0"/>
          <a:chOff x="0" y="0"/>
          <a:chExt cx="0" cy="0"/>
        </a:xfrm>
      </p:grpSpPr>
      <p:graphicFrame>
        <p:nvGraphicFramePr>
          <p:cNvPr id="2" name="Objekt 17" hidden="1">
            <a:extLst>
              <a:ext uri="{FF2B5EF4-FFF2-40B4-BE49-F238E27FC236}">
                <a16:creationId xmlns:a16="http://schemas.microsoft.com/office/drawing/2014/main" id="{D6539A1B-2203-9CDD-07C6-F7229C0C73D9}"/>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69647" name="Objekt 17" hidden="1">
                        <a:extLst>
                          <a:ext uri="{FF2B5EF4-FFF2-40B4-BE49-F238E27FC236}">
                            <a16:creationId xmlns:a16="http://schemas.microsoft.com/office/drawing/2014/main" id="{32FD707D-DDED-FC40-9B89-6FE3D5630E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Freihandform: Form 12">
            <a:extLst>
              <a:ext uri="{FF2B5EF4-FFF2-40B4-BE49-F238E27FC236}">
                <a16:creationId xmlns:a16="http://schemas.microsoft.com/office/drawing/2014/main" id="{60DB5CA0-6AB0-5D02-EE81-B47730D8C01B}"/>
              </a:ext>
            </a:extLst>
          </p:cNvPr>
          <p:cNvSpPr>
            <a:spLocks/>
          </p:cNvSpPr>
          <p:nvPr userDrawn="1"/>
        </p:nvSpPr>
        <p:spPr bwMode="gray">
          <a:xfrm>
            <a:off x="981075" y="2376488"/>
            <a:ext cx="144463" cy="144462"/>
          </a:xfrm>
          <a:custGeom>
            <a:avLst/>
            <a:gdLst>
              <a:gd name="connsiteX0" fmla="*/ 0 w 899961"/>
              <a:gd name="connsiteY0" fmla="*/ 0 h 899961"/>
              <a:gd name="connsiteX1" fmla="*/ 313261 w 899961"/>
              <a:gd name="connsiteY1" fmla="*/ 0 h 899961"/>
              <a:gd name="connsiteX2" fmla="*/ 899961 w 899961"/>
              <a:gd name="connsiteY2" fmla="*/ 0 h 899961"/>
              <a:gd name="connsiteX3" fmla="*/ 899961 w 899961"/>
              <a:gd name="connsiteY3" fmla="*/ 313261 h 899961"/>
              <a:gd name="connsiteX4" fmla="*/ 313261 w 899961"/>
              <a:gd name="connsiteY4" fmla="*/ 313261 h 899961"/>
              <a:gd name="connsiteX5" fmla="*/ 313261 w 899961"/>
              <a:gd name="connsiteY5" fmla="*/ 899961 h 899961"/>
              <a:gd name="connsiteX6" fmla="*/ 0 w 899961"/>
              <a:gd name="connsiteY6" fmla="*/ 899961 h 899961"/>
              <a:gd name="connsiteX7" fmla="*/ 0 w 899961"/>
              <a:gd name="connsiteY7" fmla="*/ 313261 h 899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9961" h="899961">
                <a:moveTo>
                  <a:pt x="0" y="0"/>
                </a:moveTo>
                <a:lnTo>
                  <a:pt x="313261" y="0"/>
                </a:lnTo>
                <a:lnTo>
                  <a:pt x="899961" y="0"/>
                </a:lnTo>
                <a:lnTo>
                  <a:pt x="899961" y="313261"/>
                </a:lnTo>
                <a:lnTo>
                  <a:pt x="313261" y="313261"/>
                </a:lnTo>
                <a:lnTo>
                  <a:pt x="313261" y="899961"/>
                </a:lnTo>
                <a:lnTo>
                  <a:pt x="0" y="899961"/>
                </a:lnTo>
                <a:lnTo>
                  <a:pt x="0" y="313261"/>
                </a:lnTo>
                <a:close/>
              </a:path>
            </a:pathLst>
          </a:cu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eaLnBrk="1" fontAlgn="auto" hangingPunct="1">
              <a:spcBef>
                <a:spcPts val="0"/>
              </a:spcBef>
              <a:spcAft>
                <a:spcPts val="0"/>
              </a:spcAft>
              <a:defRPr/>
            </a:pPr>
            <a:endParaRPr lang="en-GB" sz="1200" dirty="0">
              <a:solidFill>
                <a:schemeClr val="tx1"/>
              </a:solidFill>
            </a:endParaRPr>
          </a:p>
        </p:txBody>
      </p:sp>
      <p:grpSp>
        <p:nvGrpSpPr>
          <p:cNvPr id="5" name="Gruppieren 9">
            <a:extLst>
              <a:ext uri="{FF2B5EF4-FFF2-40B4-BE49-F238E27FC236}">
                <a16:creationId xmlns:a16="http://schemas.microsoft.com/office/drawing/2014/main" id="{6B8D2D38-C2B9-8FC5-54C3-8CBF02565D1A}"/>
              </a:ext>
            </a:extLst>
          </p:cNvPr>
          <p:cNvGrpSpPr>
            <a:grpSpLocks/>
          </p:cNvGrpSpPr>
          <p:nvPr userDrawn="1"/>
        </p:nvGrpSpPr>
        <p:grpSpPr bwMode="auto">
          <a:xfrm>
            <a:off x="9542463" y="431800"/>
            <a:ext cx="1614487" cy="1444625"/>
            <a:chOff x="9463668" y="1940312"/>
            <a:chExt cx="1614235" cy="1443399"/>
          </a:xfrm>
        </p:grpSpPr>
        <p:sp>
          <p:nvSpPr>
            <p:cNvPr id="7" name="Textfeld 11">
              <a:extLst>
                <a:ext uri="{FF2B5EF4-FFF2-40B4-BE49-F238E27FC236}">
                  <a16:creationId xmlns:a16="http://schemas.microsoft.com/office/drawing/2014/main" id="{723C00B6-945D-0A96-C1BF-BD7E17AA3BE6}"/>
                </a:ext>
              </a:extLst>
            </p:cNvPr>
            <p:cNvSpPr txBox="1">
              <a:spLocks noChangeArrowheads="1"/>
            </p:cNvSpPr>
            <p:nvPr/>
          </p:nvSpPr>
          <p:spPr bwMode="auto">
            <a:xfrm>
              <a:off x="9463668" y="1940312"/>
              <a:ext cx="1614235" cy="1443399"/>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white slide for an image with black key message text. Insert an 8 columns picture from the GFT image pack with the image placeholder or change image by right click. Make sure there is no other text than heading and sub-heading on the slide.</a:t>
              </a:r>
            </a:p>
          </p:txBody>
        </p:sp>
        <p:sp>
          <p:nvSpPr>
            <p:cNvPr id="8" name="Freihandform: Form 122">
              <a:extLst>
                <a:ext uri="{FF2B5EF4-FFF2-40B4-BE49-F238E27FC236}">
                  <a16:creationId xmlns:a16="http://schemas.microsoft.com/office/drawing/2014/main" id="{90CA3E38-2A41-54A2-749B-E5BA6E283E07}"/>
                </a:ext>
              </a:extLst>
            </p:cNvPr>
            <p:cNvSpPr/>
            <p:nvPr/>
          </p:nvSpPr>
          <p:spPr>
            <a:xfrm>
              <a:off x="9516047" y="1994241"/>
              <a:ext cx="360307" cy="360057"/>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5"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15" name="Bildplatzhalter 14"/>
          <p:cNvSpPr>
            <a:spLocks noGrp="1"/>
          </p:cNvSpPr>
          <p:nvPr>
            <p:ph type="pic" sz="quarter" idx="14"/>
          </p:nvPr>
        </p:nvSpPr>
        <p:spPr>
          <a:xfrm>
            <a:off x="2582862" y="441325"/>
            <a:ext cx="6378575" cy="4519613"/>
          </a:xfrm>
          <a:solidFill>
            <a:schemeClr val="accent6"/>
          </a:solidFill>
        </p:spPr>
        <p:txBody>
          <a:bodyPr rtlCol="0">
            <a:noAutofit/>
          </a:bodyPr>
          <a:lstStyle>
            <a:lvl1pPr marL="0" indent="0" rtl="0">
              <a:buNone/>
              <a:defRPr sz="1200">
                <a:solidFill>
                  <a:schemeClr val="bg1"/>
                </a:solidFill>
              </a:defRPr>
            </a:lvl1pPr>
          </a:lstStyle>
          <a:p>
            <a:pPr lvl="0"/>
            <a:r>
              <a:rPr lang="en-US" noProof="0"/>
              <a:t>Click icon to add picture</a:t>
            </a:r>
            <a:endParaRPr lang="en-GB" noProof="0" dirty="0"/>
          </a:p>
        </p:txBody>
      </p:sp>
      <p:sp>
        <p:nvSpPr>
          <p:cNvPr id="6" name="Titel 5"/>
          <p:cNvSpPr>
            <a:spLocks noGrp="1"/>
          </p:cNvSpPr>
          <p:nvPr>
            <p:ph type="title"/>
          </p:nvPr>
        </p:nvSpPr>
        <p:spPr>
          <a:xfrm>
            <a:off x="976312" y="2041702"/>
            <a:ext cx="3195637" cy="276999"/>
          </a:xfrm>
        </p:spPr>
        <p:txBody>
          <a:bodyPr anchor="b"/>
          <a:lstStyle>
            <a:lvl1pPr rtl="0">
              <a:defRPr sz="2000" b="1"/>
            </a:lvl1pPr>
          </a:lstStyle>
          <a:p>
            <a:r>
              <a:rPr lang="en-US"/>
              <a:t>Click to edit Master title style</a:t>
            </a:r>
            <a:endParaRPr lang="en-GB" dirty="0"/>
          </a:p>
        </p:txBody>
      </p:sp>
      <p:sp>
        <p:nvSpPr>
          <p:cNvPr id="3" name="Textplatzhalter 2"/>
          <p:cNvSpPr>
            <a:spLocks noGrp="1"/>
          </p:cNvSpPr>
          <p:nvPr>
            <p:ph type="body" sz="quarter" idx="15"/>
          </p:nvPr>
        </p:nvSpPr>
        <p:spPr>
          <a:xfrm>
            <a:off x="976312" y="2622387"/>
            <a:ext cx="3195637" cy="193899"/>
          </a:xfrm>
        </p:spPr>
        <p:txBody>
          <a:bodyPr/>
          <a:lstStyle>
            <a:lvl1pPr marL="0" indent="0" rtl="0">
              <a:buNone/>
              <a:defRPr/>
            </a:lvl1pPr>
          </a:lstStyle>
          <a:p>
            <a:pPr lvl="0"/>
            <a:r>
              <a:rPr lang="en-US"/>
              <a:t>Click to edit Master text styles</a:t>
            </a:r>
          </a:p>
        </p:txBody>
      </p:sp>
      <p:sp>
        <p:nvSpPr>
          <p:cNvPr id="9" name="Textplatzhalter 4"/>
          <p:cNvSpPr>
            <a:spLocks noGrp="1"/>
          </p:cNvSpPr>
          <p:nvPr>
            <p:ph type="body" sz="quarter" idx="12"/>
          </p:nvPr>
        </p:nvSpPr>
        <p:spPr>
          <a:xfrm>
            <a:off x="3371850"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a:p>
            <a:pPr lvl="1"/>
            <a:r>
              <a:rPr lang="en-US"/>
              <a:t>Second level</a:t>
            </a:r>
          </a:p>
          <a:p>
            <a:pPr lvl="2"/>
            <a:r>
              <a:rPr lang="en-US"/>
              <a:t>Third level</a:t>
            </a:r>
          </a:p>
        </p:txBody>
      </p:sp>
      <p:sp>
        <p:nvSpPr>
          <p:cNvPr id="10" name="Fußzeilenplatzhalter 1">
            <a:extLst>
              <a:ext uri="{FF2B5EF4-FFF2-40B4-BE49-F238E27FC236}">
                <a16:creationId xmlns:a16="http://schemas.microsoft.com/office/drawing/2014/main" id="{769727E8-8D27-A337-0FD9-E1C388EC2F55}"/>
              </a:ext>
            </a:extLst>
          </p:cNvPr>
          <p:cNvSpPr>
            <a:spLocks noGrp="1"/>
          </p:cNvSpPr>
          <p:nvPr>
            <p:ph type="ftr" sz="quarter" idx="16"/>
          </p:nvPr>
        </p:nvSpPr>
        <p:spPr/>
        <p:txBody>
          <a:bodyPr/>
          <a:lstStyle>
            <a:lvl1pPr rtl="0">
              <a:defRPr/>
            </a:lvl1pPr>
          </a:lstStyle>
          <a:p>
            <a:pPr>
              <a:defRPr/>
            </a:pPr>
            <a:r>
              <a:rPr lang="en-GB"/>
              <a:t>Type here if  add info needed  for every slide</a:t>
            </a:r>
          </a:p>
        </p:txBody>
      </p:sp>
      <p:sp>
        <p:nvSpPr>
          <p:cNvPr id="11" name="Datumsplatzhalter 28">
            <a:extLst>
              <a:ext uri="{FF2B5EF4-FFF2-40B4-BE49-F238E27FC236}">
                <a16:creationId xmlns:a16="http://schemas.microsoft.com/office/drawing/2014/main" id="{2DAAE7CE-C861-77C5-82DF-88EBB16C6FD0}"/>
              </a:ext>
            </a:extLst>
          </p:cNvPr>
          <p:cNvSpPr>
            <a:spLocks noGrp="1"/>
          </p:cNvSpPr>
          <p:nvPr>
            <p:ph type="dt" sz="half" idx="17"/>
          </p:nvPr>
        </p:nvSpPr>
        <p:spPr/>
        <p:txBody>
          <a:bodyPr/>
          <a:lstStyle>
            <a:lvl1pPr algn="l" rtl="0">
              <a:defRPr lang="de-DE" sz="600" b="1">
                <a:solidFill>
                  <a:srgbClr val="000000"/>
                </a:solidFill>
              </a:defRPr>
            </a:lvl1pPr>
          </a:lstStyle>
          <a:p>
            <a:pPr>
              <a:defRPr/>
            </a:pPr>
            <a:fld id="{AF47CA36-07A0-5B4C-955A-B03CE9CFE216}" type="datetime4">
              <a:rPr lang="en-GB"/>
              <a:pPr>
                <a:defRPr/>
              </a:pPr>
              <a:t>25 November 2025</a:t>
            </a:fld>
            <a:endParaRPr lang="en-GB" dirty="0"/>
          </a:p>
        </p:txBody>
      </p:sp>
    </p:spTree>
    <p:extLst>
      <p:ext uri="{BB962C8B-B14F-4D97-AF65-F5344CB8AC3E}">
        <p14:creationId xmlns:p14="http://schemas.microsoft.com/office/powerpoint/2010/main" val="7692262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essage on picture 8 columns left white">
    <p:spTree>
      <p:nvGrpSpPr>
        <p:cNvPr id="1" name=""/>
        <p:cNvGrpSpPr/>
        <p:nvPr/>
      </p:nvGrpSpPr>
      <p:grpSpPr>
        <a:xfrm>
          <a:off x="0" y="0"/>
          <a:ext cx="0" cy="0"/>
          <a:chOff x="0" y="0"/>
          <a:chExt cx="0" cy="0"/>
        </a:xfrm>
      </p:grpSpPr>
      <p:graphicFrame>
        <p:nvGraphicFramePr>
          <p:cNvPr id="2" name="Objekt 17" hidden="1">
            <a:extLst>
              <a:ext uri="{FF2B5EF4-FFF2-40B4-BE49-F238E27FC236}">
                <a16:creationId xmlns:a16="http://schemas.microsoft.com/office/drawing/2014/main" id="{C3D0405F-9FD4-470E-D8A7-355FDB33F64B}"/>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70671" name="Objekt 17" hidden="1">
                        <a:extLst>
                          <a:ext uri="{FF2B5EF4-FFF2-40B4-BE49-F238E27FC236}">
                            <a16:creationId xmlns:a16="http://schemas.microsoft.com/office/drawing/2014/main" id="{D6D222D8-54D3-185A-9262-EB787B29A6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 name="Gruppieren 9">
            <a:extLst>
              <a:ext uri="{FF2B5EF4-FFF2-40B4-BE49-F238E27FC236}">
                <a16:creationId xmlns:a16="http://schemas.microsoft.com/office/drawing/2014/main" id="{484E684F-3BD1-C542-898A-E9F736D68FB3}"/>
              </a:ext>
            </a:extLst>
          </p:cNvPr>
          <p:cNvGrpSpPr>
            <a:grpSpLocks/>
          </p:cNvGrpSpPr>
          <p:nvPr userDrawn="1"/>
        </p:nvGrpSpPr>
        <p:grpSpPr bwMode="auto">
          <a:xfrm>
            <a:off x="9542463" y="431800"/>
            <a:ext cx="1614487" cy="1444625"/>
            <a:chOff x="9463668" y="1940312"/>
            <a:chExt cx="1614235" cy="1443399"/>
          </a:xfrm>
        </p:grpSpPr>
        <p:sp>
          <p:nvSpPr>
            <p:cNvPr id="5" name="Textfeld 12">
              <a:extLst>
                <a:ext uri="{FF2B5EF4-FFF2-40B4-BE49-F238E27FC236}">
                  <a16:creationId xmlns:a16="http://schemas.microsoft.com/office/drawing/2014/main" id="{0EF2D4D9-0BEF-37D9-A61E-61079AB706FC}"/>
                </a:ext>
              </a:extLst>
            </p:cNvPr>
            <p:cNvSpPr txBox="1">
              <a:spLocks noChangeArrowheads="1"/>
            </p:cNvSpPr>
            <p:nvPr/>
          </p:nvSpPr>
          <p:spPr bwMode="auto">
            <a:xfrm>
              <a:off x="9463668" y="1940312"/>
              <a:ext cx="1614235" cy="1443399"/>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white slide for an image with black key message text. Insert an 8 columns picture from the GFT image pack with the image placeholder or change image by right click. Make sure there is no other text than heading and sub-heading on the slide.</a:t>
              </a:r>
            </a:p>
          </p:txBody>
        </p:sp>
        <p:sp>
          <p:nvSpPr>
            <p:cNvPr id="7" name="Freihandform: Form 122">
              <a:extLst>
                <a:ext uri="{FF2B5EF4-FFF2-40B4-BE49-F238E27FC236}">
                  <a16:creationId xmlns:a16="http://schemas.microsoft.com/office/drawing/2014/main" id="{DD33CC79-6427-59EF-B799-53C8DA42EAA9}"/>
                </a:ext>
              </a:extLst>
            </p:cNvPr>
            <p:cNvSpPr/>
            <p:nvPr/>
          </p:nvSpPr>
          <p:spPr>
            <a:xfrm>
              <a:off x="9516047" y="1994241"/>
              <a:ext cx="360307" cy="360057"/>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5"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12" name="Bildplatzhalter 11"/>
          <p:cNvSpPr>
            <a:spLocks noGrp="1"/>
          </p:cNvSpPr>
          <p:nvPr>
            <p:ph type="pic" sz="quarter" idx="14"/>
          </p:nvPr>
        </p:nvSpPr>
        <p:spPr>
          <a:xfrm>
            <a:off x="188912" y="441325"/>
            <a:ext cx="6378575" cy="4519613"/>
          </a:xfrm>
          <a:custGeom>
            <a:avLst/>
            <a:gdLst>
              <a:gd name="connsiteX0" fmla="*/ 0 w 6378575"/>
              <a:gd name="connsiteY0" fmla="*/ 0 h 4519613"/>
              <a:gd name="connsiteX1" fmla="*/ 6378575 w 6378575"/>
              <a:gd name="connsiteY1" fmla="*/ 0 h 4519613"/>
              <a:gd name="connsiteX2" fmla="*/ 6378575 w 6378575"/>
              <a:gd name="connsiteY2" fmla="*/ 4519613 h 4519613"/>
              <a:gd name="connsiteX3" fmla="*/ 0 w 6378575"/>
              <a:gd name="connsiteY3" fmla="*/ 4519613 h 4519613"/>
            </a:gdLst>
            <a:ahLst/>
            <a:cxnLst>
              <a:cxn ang="0">
                <a:pos x="connsiteX0" y="connsiteY0"/>
              </a:cxn>
              <a:cxn ang="0">
                <a:pos x="connsiteX1" y="connsiteY1"/>
              </a:cxn>
              <a:cxn ang="0">
                <a:pos x="connsiteX2" y="connsiteY2"/>
              </a:cxn>
              <a:cxn ang="0">
                <a:pos x="connsiteX3" y="connsiteY3"/>
              </a:cxn>
            </a:cxnLst>
            <a:rect l="l" t="t" r="r" b="b"/>
            <a:pathLst>
              <a:path w="6378575" h="4519613">
                <a:moveTo>
                  <a:pt x="0" y="0"/>
                </a:moveTo>
                <a:lnTo>
                  <a:pt x="6378575" y="0"/>
                </a:lnTo>
                <a:lnTo>
                  <a:pt x="6378575" y="4519613"/>
                </a:lnTo>
                <a:lnTo>
                  <a:pt x="0" y="4519613"/>
                </a:lnTo>
                <a:close/>
              </a:path>
            </a:pathLst>
          </a:custGeom>
          <a:solidFill>
            <a:schemeClr val="accent6"/>
          </a:solidFill>
        </p:spPr>
        <p:txBody>
          <a:bodyPr rtlCol="0">
            <a:noAutofit/>
          </a:bodyPr>
          <a:lstStyle>
            <a:lvl1pPr marL="0" indent="0" rtl="0">
              <a:buNone/>
              <a:defRPr sz="1200">
                <a:solidFill>
                  <a:schemeClr val="bg1"/>
                </a:solidFill>
              </a:defRPr>
            </a:lvl1pPr>
          </a:lstStyle>
          <a:p>
            <a:pPr lvl="0"/>
            <a:r>
              <a:rPr lang="en-US" noProof="0"/>
              <a:t>Click icon to add picture</a:t>
            </a:r>
            <a:endParaRPr lang="en-GB" noProof="0" dirty="0"/>
          </a:p>
        </p:txBody>
      </p:sp>
      <p:sp>
        <p:nvSpPr>
          <p:cNvPr id="6" name="Titel 5"/>
          <p:cNvSpPr>
            <a:spLocks noGrp="1"/>
          </p:cNvSpPr>
          <p:nvPr>
            <p:ph type="title"/>
          </p:nvPr>
        </p:nvSpPr>
        <p:spPr>
          <a:xfrm>
            <a:off x="4969669" y="2041702"/>
            <a:ext cx="3196431" cy="276999"/>
          </a:xfrm>
        </p:spPr>
        <p:txBody>
          <a:bodyPr anchor="b"/>
          <a:lstStyle>
            <a:lvl1pPr rtl="0">
              <a:defRPr sz="2000" b="1"/>
            </a:lvl1pPr>
          </a:lstStyle>
          <a:p>
            <a:r>
              <a:rPr lang="en-US"/>
              <a:t>Click to edit Master title style</a:t>
            </a:r>
            <a:endParaRPr lang="en-GB" dirty="0"/>
          </a:p>
        </p:txBody>
      </p:sp>
      <p:sp>
        <p:nvSpPr>
          <p:cNvPr id="3" name="Textplatzhalter 2"/>
          <p:cNvSpPr>
            <a:spLocks noGrp="1"/>
          </p:cNvSpPr>
          <p:nvPr>
            <p:ph type="body" sz="quarter" idx="15"/>
          </p:nvPr>
        </p:nvSpPr>
        <p:spPr>
          <a:xfrm>
            <a:off x="4969669" y="2622387"/>
            <a:ext cx="3196431" cy="193899"/>
          </a:xfrm>
        </p:spPr>
        <p:txBody>
          <a:bodyPr/>
          <a:lstStyle>
            <a:lvl1pPr marL="0" indent="0" rtl="0">
              <a:buNone/>
              <a:defRPr/>
            </a:lvl1pPr>
          </a:lstStyle>
          <a:p>
            <a:pPr lvl="0"/>
            <a:r>
              <a:rPr lang="en-US"/>
              <a:t>Click to edit Master text styles</a:t>
            </a:r>
          </a:p>
        </p:txBody>
      </p:sp>
      <p:sp>
        <p:nvSpPr>
          <p:cNvPr id="9" name="Textplatzhalter 4"/>
          <p:cNvSpPr>
            <a:spLocks noGrp="1"/>
          </p:cNvSpPr>
          <p:nvPr>
            <p:ph type="body" sz="quarter" idx="12"/>
          </p:nvPr>
        </p:nvSpPr>
        <p:spPr>
          <a:xfrm>
            <a:off x="3371850"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a:p>
            <a:pPr lvl="1"/>
            <a:r>
              <a:rPr lang="en-US"/>
              <a:t>Second level</a:t>
            </a:r>
          </a:p>
          <a:p>
            <a:pPr lvl="2"/>
            <a:r>
              <a:rPr lang="en-US"/>
              <a:t>Third level</a:t>
            </a:r>
          </a:p>
        </p:txBody>
      </p:sp>
      <p:sp>
        <p:nvSpPr>
          <p:cNvPr id="8" name="Fußzeilenplatzhalter 1">
            <a:extLst>
              <a:ext uri="{FF2B5EF4-FFF2-40B4-BE49-F238E27FC236}">
                <a16:creationId xmlns:a16="http://schemas.microsoft.com/office/drawing/2014/main" id="{819B5022-22BD-BB35-8321-F2C6F81EF7CE}"/>
              </a:ext>
            </a:extLst>
          </p:cNvPr>
          <p:cNvSpPr>
            <a:spLocks noGrp="1"/>
          </p:cNvSpPr>
          <p:nvPr>
            <p:ph type="ftr" sz="quarter" idx="16"/>
          </p:nvPr>
        </p:nvSpPr>
        <p:spPr/>
        <p:txBody>
          <a:bodyPr/>
          <a:lstStyle>
            <a:lvl1pPr rtl="0">
              <a:defRPr/>
            </a:lvl1pPr>
          </a:lstStyle>
          <a:p>
            <a:pPr>
              <a:defRPr/>
            </a:pPr>
            <a:r>
              <a:rPr lang="en-GB"/>
              <a:t>Type here if  add info needed  for every slide</a:t>
            </a:r>
          </a:p>
        </p:txBody>
      </p:sp>
      <p:sp>
        <p:nvSpPr>
          <p:cNvPr id="10" name="Datumsplatzhalter 28">
            <a:extLst>
              <a:ext uri="{FF2B5EF4-FFF2-40B4-BE49-F238E27FC236}">
                <a16:creationId xmlns:a16="http://schemas.microsoft.com/office/drawing/2014/main" id="{ED624420-9CD9-6853-A7A0-F09807CEDE32}"/>
              </a:ext>
            </a:extLst>
          </p:cNvPr>
          <p:cNvSpPr>
            <a:spLocks noGrp="1"/>
          </p:cNvSpPr>
          <p:nvPr>
            <p:ph type="dt" sz="half" idx="17"/>
          </p:nvPr>
        </p:nvSpPr>
        <p:spPr/>
        <p:txBody>
          <a:bodyPr/>
          <a:lstStyle>
            <a:lvl1pPr algn="l" rtl="0">
              <a:defRPr lang="de-DE" sz="600" b="1">
                <a:solidFill>
                  <a:srgbClr val="000000"/>
                </a:solidFill>
              </a:defRPr>
            </a:lvl1pPr>
          </a:lstStyle>
          <a:p>
            <a:pPr>
              <a:defRPr/>
            </a:pPr>
            <a:fld id="{66625457-ED96-FA40-94B8-DEF2FEB5BA56}" type="datetime4">
              <a:rPr lang="en-GB"/>
              <a:pPr>
                <a:defRPr/>
              </a:pPr>
              <a:t>25 November 2025</a:t>
            </a:fld>
            <a:endParaRPr lang="en-GB" dirty="0"/>
          </a:p>
        </p:txBody>
      </p:sp>
    </p:spTree>
    <p:extLst>
      <p:ext uri="{BB962C8B-B14F-4D97-AF65-F5344CB8AC3E}">
        <p14:creationId xmlns:p14="http://schemas.microsoft.com/office/powerpoint/2010/main" val="30037618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uccess story white">
    <p:spTree>
      <p:nvGrpSpPr>
        <p:cNvPr id="1" name=""/>
        <p:cNvGrpSpPr/>
        <p:nvPr/>
      </p:nvGrpSpPr>
      <p:grpSpPr>
        <a:xfrm>
          <a:off x="0" y="0"/>
          <a:ext cx="0" cy="0"/>
          <a:chOff x="0" y="0"/>
          <a:chExt cx="0" cy="0"/>
        </a:xfrm>
      </p:grpSpPr>
      <p:graphicFrame>
        <p:nvGraphicFramePr>
          <p:cNvPr id="2" name="Objekt 12" hidden="1">
            <a:extLst>
              <a:ext uri="{FF2B5EF4-FFF2-40B4-BE49-F238E27FC236}">
                <a16:creationId xmlns:a16="http://schemas.microsoft.com/office/drawing/2014/main" id="{BF37E4DB-F012-2DDB-793E-8CEAB3A342AE}"/>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71695" name="Objekt 12" hidden="1">
                        <a:extLst>
                          <a:ext uri="{FF2B5EF4-FFF2-40B4-BE49-F238E27FC236}">
                            <a16:creationId xmlns:a16="http://schemas.microsoft.com/office/drawing/2014/main" id="{91C58671-F195-66A2-AF60-0690467445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 name="Bildplatzhalter 10">
            <a:extLst>
              <a:ext uri="{FF2B5EF4-FFF2-40B4-BE49-F238E27FC236}">
                <a16:creationId xmlns:a16="http://schemas.microsoft.com/office/drawing/2014/main" id="{5678D3A8-AB11-CA56-81AF-1842C3B435A7}"/>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l="5" r="5"/>
          <a:stretch>
            <a:fillRect/>
          </a:stretch>
        </p:blipFill>
        <p:spPr bwMode="auto">
          <a:xfrm>
            <a:off x="188913" y="441325"/>
            <a:ext cx="8772525" cy="451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hteck 17">
            <a:extLst>
              <a:ext uri="{FF2B5EF4-FFF2-40B4-BE49-F238E27FC236}">
                <a16:creationId xmlns:a16="http://schemas.microsoft.com/office/drawing/2014/main" id="{DC4EBAC6-DEEF-F6F4-7625-10ECECD733B7}"/>
              </a:ext>
            </a:extLst>
          </p:cNvPr>
          <p:cNvSpPr>
            <a:spLocks noChangeArrowheads="1"/>
          </p:cNvSpPr>
          <p:nvPr userDrawn="1"/>
        </p:nvSpPr>
        <p:spPr bwMode="auto">
          <a:xfrm>
            <a:off x="976313" y="633413"/>
            <a:ext cx="2233612" cy="82550"/>
          </a:xfrm>
          <a:prstGeom prst="rect">
            <a:avLst/>
          </a:prstGeom>
          <a:noFill/>
          <a:ln>
            <a:noFill/>
          </a:ln>
        </p:spPr>
        <p:txBody>
          <a:bodyPr lIns="0" tIns="0" rIns="0" bIns="0">
            <a:spAutoFit/>
          </a:bodyPr>
          <a:lstStyle>
            <a:lvl1pPr defTabSz="685800">
              <a:defRPr>
                <a:solidFill>
                  <a:schemeClr val="tx1"/>
                </a:solidFill>
                <a:latin typeface="Arial" panose="020B0604020202020204" pitchFamily="34" charset="0"/>
              </a:defRPr>
            </a:lvl1pPr>
            <a:lvl2pPr marL="742950" indent="-285750" defTabSz="685800">
              <a:defRPr>
                <a:solidFill>
                  <a:schemeClr val="tx1"/>
                </a:solidFill>
                <a:latin typeface="Arial" panose="020B0604020202020204" pitchFamily="34" charset="0"/>
              </a:defRPr>
            </a:lvl2pPr>
            <a:lvl3pPr marL="1143000" indent="-228600" defTabSz="685800">
              <a:defRPr>
                <a:solidFill>
                  <a:schemeClr val="tx1"/>
                </a:solidFill>
                <a:latin typeface="Arial" panose="020B0604020202020204" pitchFamily="34" charset="0"/>
              </a:defRPr>
            </a:lvl3pPr>
            <a:lvl4pPr marL="1600200" indent="-228600" defTabSz="685800">
              <a:defRPr>
                <a:solidFill>
                  <a:schemeClr val="tx1"/>
                </a:solidFill>
                <a:latin typeface="Arial" panose="020B0604020202020204" pitchFamily="34" charset="0"/>
              </a:defRPr>
            </a:lvl4pPr>
            <a:lvl5pPr marL="2057400" indent="-228600" defTabSz="685800">
              <a:defRPr>
                <a:solidFill>
                  <a:schemeClr val="tx1"/>
                </a:solidFill>
                <a:latin typeface="Arial" panose="020B0604020202020204" pitchFamily="34" charset="0"/>
              </a:defRPr>
            </a:lvl5pPr>
            <a:lvl6pPr marL="2514600" indent="-228600" defTabSz="685800" fontAlgn="base">
              <a:spcBef>
                <a:spcPct val="0"/>
              </a:spcBef>
              <a:spcAft>
                <a:spcPct val="0"/>
              </a:spcAft>
              <a:defRPr>
                <a:solidFill>
                  <a:schemeClr val="tx1"/>
                </a:solidFill>
                <a:latin typeface="Arial" panose="020B0604020202020204" pitchFamily="34" charset="0"/>
              </a:defRPr>
            </a:lvl6pPr>
            <a:lvl7pPr marL="2971800" indent="-228600" defTabSz="685800" fontAlgn="base">
              <a:spcBef>
                <a:spcPct val="0"/>
              </a:spcBef>
              <a:spcAft>
                <a:spcPct val="0"/>
              </a:spcAft>
              <a:defRPr>
                <a:solidFill>
                  <a:schemeClr val="tx1"/>
                </a:solidFill>
                <a:latin typeface="Arial" panose="020B0604020202020204" pitchFamily="34" charset="0"/>
              </a:defRPr>
            </a:lvl7pPr>
            <a:lvl8pPr marL="3429000" indent="-228600" defTabSz="685800" fontAlgn="base">
              <a:spcBef>
                <a:spcPct val="0"/>
              </a:spcBef>
              <a:spcAft>
                <a:spcPct val="0"/>
              </a:spcAft>
              <a:defRPr>
                <a:solidFill>
                  <a:schemeClr val="tx1"/>
                </a:solidFill>
                <a:latin typeface="Arial" panose="020B0604020202020204" pitchFamily="34" charset="0"/>
              </a:defRPr>
            </a:lvl8pPr>
            <a:lvl9pPr marL="3886200" indent="-228600" defTabSz="685800" fontAlgn="base">
              <a:spcBef>
                <a:spcPct val="0"/>
              </a:spcBef>
              <a:spcAft>
                <a:spcPct val="0"/>
              </a:spcAft>
              <a:defRPr>
                <a:solidFill>
                  <a:schemeClr val="tx1"/>
                </a:solidFill>
                <a:latin typeface="Arial" panose="020B0604020202020204" pitchFamily="34" charset="0"/>
              </a:defRPr>
            </a:lvl9pPr>
          </a:lstStyle>
          <a:p>
            <a:pPr eaLnBrk="1" hangingPunct="1">
              <a:lnSpc>
                <a:spcPct val="90000"/>
              </a:lnSpc>
              <a:spcBef>
                <a:spcPts val="600"/>
              </a:spcBef>
              <a:buClr>
                <a:srgbClr val="000000"/>
              </a:buClr>
              <a:buFont typeface="Wingdings" pitchFamily="2" charset="2"/>
              <a:buNone/>
              <a:defRPr/>
            </a:pPr>
            <a:r>
              <a:rPr lang="en-GB" altLang="en-VN" sz="600">
                <a:solidFill>
                  <a:srgbClr val="969696"/>
                </a:solidFill>
                <a:ea typeface="Geneva" panose="020B0503030404040204" pitchFamily="34" charset="0"/>
                <a:cs typeface="Geneva" panose="020B0503030404040204" pitchFamily="34" charset="0"/>
              </a:rPr>
              <a:t>SUCCESS STORY</a:t>
            </a:r>
          </a:p>
        </p:txBody>
      </p:sp>
      <p:sp>
        <p:nvSpPr>
          <p:cNvPr id="5" name="Textplatzhalter 3">
            <a:extLst>
              <a:ext uri="{FF2B5EF4-FFF2-40B4-BE49-F238E27FC236}">
                <a16:creationId xmlns:a16="http://schemas.microsoft.com/office/drawing/2014/main" id="{0CB542D3-3B23-B683-662F-B2A4EB15623D}"/>
              </a:ext>
            </a:extLst>
          </p:cNvPr>
          <p:cNvSpPr txBox="1">
            <a:spLocks/>
          </p:cNvSpPr>
          <p:nvPr userDrawn="1"/>
        </p:nvSpPr>
        <p:spPr>
          <a:xfrm>
            <a:off x="9542463" y="1477963"/>
            <a:ext cx="2173287" cy="2852737"/>
          </a:xfrm>
          <a:prstGeom prst="rect">
            <a:avLst/>
          </a:prstGeom>
        </p:spPr>
        <p:txBody>
          <a:bodyPr lIns="0" tIns="0" rIns="0" bIns="0">
            <a:spAutoFit/>
          </a:bodyPr>
          <a:lstStyle>
            <a:lvl1pPr marL="0" marR="0" indent="0" algn="l" defTabSz="685800" rtl="0" eaLnBrk="1" fontAlgn="base" latinLnBrk="0" hangingPunct="1">
              <a:lnSpc>
                <a:spcPct val="90000"/>
              </a:lnSpc>
              <a:spcBef>
                <a:spcPts val="400"/>
              </a:spcBef>
              <a:spcAft>
                <a:spcPct val="0"/>
              </a:spcAft>
              <a:buClr>
                <a:srgbClr val="000000"/>
              </a:buClr>
              <a:buSzTx/>
              <a:buFont typeface="Wingdings" panose="05000000000000000000" pitchFamily="2" charset="2"/>
              <a:buNone/>
              <a:tabLst/>
              <a:defRPr lang="de-DE" sz="800" b="1" kern="1200" cap="all" baseline="0">
                <a:solidFill>
                  <a:schemeClr val="accent1"/>
                </a:solidFill>
                <a:latin typeface="+mn-lt"/>
                <a:ea typeface="Geneva" pitchFamily="-128" charset="-128"/>
                <a:cs typeface="+mn-cs"/>
              </a:defRPr>
            </a:lvl1pPr>
            <a:lvl2pPr marL="0" marR="0" indent="0" algn="l" defTabSz="685800" rtl="0" eaLnBrk="1" fontAlgn="base" latinLnBrk="0" hangingPunct="1">
              <a:lnSpc>
                <a:spcPct val="90000"/>
              </a:lnSpc>
              <a:spcBef>
                <a:spcPts val="0"/>
              </a:spcBef>
              <a:spcAft>
                <a:spcPct val="0"/>
              </a:spcAft>
              <a:buClr>
                <a:srgbClr val="000000"/>
              </a:buClr>
              <a:buSzTx/>
              <a:buFont typeface="Wingdings" panose="05000000000000000000" pitchFamily="2" charset="2"/>
              <a:buNone/>
              <a:tabLst/>
              <a:defRPr lang="de-DE" sz="1000" b="1" kern="1200">
                <a:solidFill>
                  <a:schemeClr val="tx1"/>
                </a:solidFill>
                <a:latin typeface="+mn-lt"/>
                <a:ea typeface="Geneva" pitchFamily="-128" charset="-128"/>
                <a:cs typeface="+mn-cs"/>
              </a:defRPr>
            </a:lvl2pPr>
            <a:lvl3pPr marL="0" marR="0" indent="0" algn="l" defTabSz="685800" rtl="0" eaLnBrk="1" fontAlgn="base" latinLnBrk="0" hangingPunct="1">
              <a:lnSpc>
                <a:spcPct val="90000"/>
              </a:lnSpc>
              <a:spcBef>
                <a:spcPts val="400"/>
              </a:spcBef>
              <a:spcAft>
                <a:spcPct val="0"/>
              </a:spcAft>
              <a:buClr>
                <a:srgbClr val="000000"/>
              </a:buClr>
              <a:buSzTx/>
              <a:buFont typeface="Wingdings" panose="05000000000000000000" pitchFamily="2" charset="2"/>
              <a:buNone/>
              <a:tabLst/>
              <a:defRPr lang="de-DE" sz="1000" b="0" kern="1200" baseline="0">
                <a:solidFill>
                  <a:schemeClr val="tx1"/>
                </a:solidFill>
                <a:latin typeface="+mn-lt"/>
                <a:ea typeface="Geneva" pitchFamily="-128" charset="-128"/>
                <a:cs typeface="+mn-cs"/>
              </a:defRPr>
            </a:lvl3pPr>
            <a:lvl4pPr marL="0" marR="0" indent="0" algn="l" defTabSz="685800" rtl="0" eaLnBrk="1" fontAlgn="base" latinLnBrk="0" hangingPunct="1">
              <a:lnSpc>
                <a:spcPct val="90000"/>
              </a:lnSpc>
              <a:spcBef>
                <a:spcPts val="600"/>
              </a:spcBef>
              <a:spcAft>
                <a:spcPct val="0"/>
              </a:spcAft>
              <a:buClr>
                <a:srgbClr val="000000"/>
              </a:buClr>
              <a:buSzTx/>
              <a:buFont typeface="Wingdings" panose="05000000000000000000" pitchFamily="2" charset="2"/>
              <a:buNone/>
              <a:tabLst/>
              <a:defRPr lang="de-DE" sz="1000" b="1" kern="1200" smtClean="0">
                <a:solidFill>
                  <a:srgbClr val="EC6601"/>
                </a:solidFill>
                <a:latin typeface="+mn-lt"/>
                <a:ea typeface="Geneva" pitchFamily="-128" charset="-128"/>
                <a:cs typeface="+mn-cs"/>
              </a:defRPr>
            </a:lvl4pPr>
            <a:lvl5pPr marL="895350" marR="0" indent="-177800" algn="l" defTabSz="685800" rtl="0" eaLnBrk="1" fontAlgn="base" latinLnBrk="0" hangingPunct="1">
              <a:lnSpc>
                <a:spcPct val="90000"/>
              </a:lnSpc>
              <a:spcBef>
                <a:spcPts val="600"/>
              </a:spcBef>
              <a:spcAft>
                <a:spcPct val="0"/>
              </a:spcAft>
              <a:buClr>
                <a:srgbClr val="000000"/>
              </a:buClr>
              <a:buSzTx/>
              <a:buFont typeface="Wingdings" panose="05000000000000000000" pitchFamily="2" charset="2"/>
              <a:buChar char="§"/>
              <a:tabLst/>
              <a:defRPr lang="de-DE" sz="1200" b="0" kern="1200" baseline="0">
                <a:solidFill>
                  <a:schemeClr val="tx1"/>
                </a:solidFill>
                <a:latin typeface="+mn-lt"/>
                <a:ea typeface="Geneva" pitchFamily="-128" charset="-128"/>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3">
              <a:defRPr/>
            </a:pPr>
            <a:r>
              <a:rPr lang="en-GB" sz="900" b="0" dirty="0"/>
              <a:t>Please use this structure and style:</a:t>
            </a:r>
          </a:p>
          <a:p>
            <a:pPr lvl="3">
              <a:defRPr/>
            </a:pPr>
            <a:endParaRPr lang="en-GB" dirty="0"/>
          </a:p>
          <a:p>
            <a:pPr>
              <a:spcBef>
                <a:spcPts val="200"/>
              </a:spcBef>
              <a:defRPr/>
            </a:pPr>
            <a:r>
              <a:rPr lang="en-GB" sz="600" b="0" dirty="0"/>
              <a:t>The CHallenGE, 6 pt, unbold</a:t>
            </a:r>
          </a:p>
          <a:p>
            <a:pPr lvl="1">
              <a:spcBef>
                <a:spcPts val="200"/>
              </a:spcBef>
              <a:defRPr/>
            </a:pPr>
            <a:r>
              <a:rPr lang="en-GB" sz="900" dirty="0"/>
              <a:t>One-sentence-summary, 9 pt, bold</a:t>
            </a:r>
          </a:p>
          <a:p>
            <a:pPr marL="138113" lvl="2" indent="-138113">
              <a:spcBef>
                <a:spcPts val="200"/>
              </a:spcBef>
              <a:buFont typeface="Wingdings" panose="05000000000000000000" pitchFamily="2" charset="2"/>
              <a:buChar char="§"/>
              <a:defRPr/>
            </a:pPr>
            <a:r>
              <a:rPr lang="en-GB" sz="900" dirty="0"/>
              <a:t>Bullets, 9 pt, unbold</a:t>
            </a:r>
          </a:p>
          <a:p>
            <a:pPr marL="138113" lvl="2" indent="-138113">
              <a:spcBef>
                <a:spcPts val="200"/>
              </a:spcBef>
              <a:buFont typeface="Wingdings" panose="05000000000000000000" pitchFamily="2" charset="2"/>
              <a:buChar char="§"/>
              <a:defRPr/>
            </a:pPr>
            <a:endParaRPr lang="en-GB" sz="900" dirty="0"/>
          </a:p>
          <a:p>
            <a:pPr lvl="2">
              <a:spcBef>
                <a:spcPts val="200"/>
              </a:spcBef>
              <a:defRPr/>
            </a:pPr>
            <a:r>
              <a:rPr lang="en-GB" sz="900" dirty="0"/>
              <a:t>1 empty line before next paragraph</a:t>
            </a:r>
          </a:p>
          <a:p>
            <a:pPr lvl="2">
              <a:spcBef>
                <a:spcPts val="200"/>
              </a:spcBef>
              <a:defRPr/>
            </a:pPr>
            <a:endParaRPr lang="en-GB" dirty="0"/>
          </a:p>
          <a:p>
            <a:pPr>
              <a:spcBef>
                <a:spcPts val="200"/>
              </a:spcBef>
              <a:defRPr/>
            </a:pPr>
            <a:r>
              <a:rPr lang="en-GB" sz="600" b="0" dirty="0"/>
              <a:t>The ENGAGEMENT, 6 pt, unbold</a:t>
            </a:r>
          </a:p>
          <a:p>
            <a:pPr lvl="1">
              <a:spcBef>
                <a:spcPts val="200"/>
              </a:spcBef>
              <a:defRPr/>
            </a:pPr>
            <a:r>
              <a:rPr lang="en-GB" sz="900" dirty="0"/>
              <a:t>One-sentence-summary, 9 pt, bold</a:t>
            </a:r>
          </a:p>
          <a:p>
            <a:pPr marL="138113" lvl="2" indent="-138113">
              <a:spcBef>
                <a:spcPts val="200"/>
              </a:spcBef>
              <a:buFont typeface="Wingdings" panose="05000000000000000000" pitchFamily="2" charset="2"/>
              <a:buChar char="§"/>
              <a:defRPr/>
            </a:pPr>
            <a:r>
              <a:rPr lang="en-GB" sz="900" dirty="0"/>
              <a:t>Bullets, 9 pt, unbold</a:t>
            </a:r>
          </a:p>
          <a:p>
            <a:pPr marL="138113" lvl="2" indent="-138113">
              <a:spcBef>
                <a:spcPts val="200"/>
              </a:spcBef>
              <a:buFont typeface="Wingdings" panose="05000000000000000000" pitchFamily="2" charset="2"/>
              <a:buChar char="§"/>
              <a:defRPr/>
            </a:pPr>
            <a:endParaRPr lang="en-GB" sz="900" dirty="0"/>
          </a:p>
          <a:p>
            <a:pPr lvl="2">
              <a:spcBef>
                <a:spcPts val="200"/>
              </a:spcBef>
              <a:defRPr/>
            </a:pPr>
            <a:r>
              <a:rPr lang="en-GB" sz="900" dirty="0"/>
              <a:t>1 empty line before next paragraph</a:t>
            </a:r>
          </a:p>
          <a:p>
            <a:pPr lvl="2">
              <a:spcBef>
                <a:spcPts val="200"/>
              </a:spcBef>
              <a:defRPr/>
            </a:pPr>
            <a:endParaRPr lang="en-GB" dirty="0"/>
          </a:p>
          <a:p>
            <a:pPr>
              <a:spcBef>
                <a:spcPts val="200"/>
              </a:spcBef>
              <a:defRPr/>
            </a:pPr>
            <a:r>
              <a:rPr lang="en-GB" sz="600" b="0" dirty="0"/>
              <a:t>The BENEFIT, 6 pt, unbold</a:t>
            </a:r>
          </a:p>
          <a:p>
            <a:pPr lvl="1">
              <a:spcBef>
                <a:spcPts val="200"/>
              </a:spcBef>
              <a:defRPr/>
            </a:pPr>
            <a:r>
              <a:rPr lang="en-GB" sz="900" dirty="0"/>
              <a:t>One-sentence-summary, 9 pt, bold</a:t>
            </a:r>
          </a:p>
          <a:p>
            <a:pPr marL="138113" lvl="2" indent="-138113">
              <a:spcBef>
                <a:spcPts val="200"/>
              </a:spcBef>
              <a:buFont typeface="Wingdings" panose="05000000000000000000" pitchFamily="2" charset="2"/>
              <a:buChar char="§"/>
              <a:defRPr/>
            </a:pPr>
            <a:r>
              <a:rPr lang="en-GB" sz="900" dirty="0"/>
              <a:t>Bullets, 9 pt, unbold</a:t>
            </a:r>
          </a:p>
          <a:p>
            <a:pPr marL="138113" lvl="2" indent="-138113">
              <a:spcBef>
                <a:spcPts val="200"/>
              </a:spcBef>
              <a:buFont typeface="Wingdings" panose="05000000000000000000" pitchFamily="2" charset="2"/>
              <a:buChar char="§"/>
              <a:defRPr/>
            </a:pPr>
            <a:endParaRPr lang="en-GB" sz="900" dirty="0"/>
          </a:p>
          <a:p>
            <a:pPr lvl="2">
              <a:spcBef>
                <a:spcPts val="200"/>
              </a:spcBef>
              <a:defRPr/>
            </a:pPr>
            <a:endParaRPr lang="en-GB" dirty="0"/>
          </a:p>
        </p:txBody>
      </p:sp>
      <p:sp>
        <p:nvSpPr>
          <p:cNvPr id="6" name="Freihandform: Form 24">
            <a:extLst>
              <a:ext uri="{FF2B5EF4-FFF2-40B4-BE49-F238E27FC236}">
                <a16:creationId xmlns:a16="http://schemas.microsoft.com/office/drawing/2014/main" id="{DCC35DCB-20EE-072E-5E04-577165D5083E}"/>
              </a:ext>
            </a:extLst>
          </p:cNvPr>
          <p:cNvSpPr>
            <a:spLocks/>
          </p:cNvSpPr>
          <p:nvPr userDrawn="1"/>
        </p:nvSpPr>
        <p:spPr>
          <a:xfrm>
            <a:off x="981075" y="1524000"/>
            <a:ext cx="142875" cy="142875"/>
          </a:xfrm>
          <a:custGeom>
            <a:avLst/>
            <a:gdLst>
              <a:gd name="connsiteX0" fmla="*/ 0 w 899961"/>
              <a:gd name="connsiteY0" fmla="*/ 0 h 899961"/>
              <a:gd name="connsiteX1" fmla="*/ 313261 w 899961"/>
              <a:gd name="connsiteY1" fmla="*/ 0 h 899961"/>
              <a:gd name="connsiteX2" fmla="*/ 899961 w 899961"/>
              <a:gd name="connsiteY2" fmla="*/ 0 h 899961"/>
              <a:gd name="connsiteX3" fmla="*/ 899961 w 899961"/>
              <a:gd name="connsiteY3" fmla="*/ 313261 h 899961"/>
              <a:gd name="connsiteX4" fmla="*/ 313261 w 899961"/>
              <a:gd name="connsiteY4" fmla="*/ 313261 h 899961"/>
              <a:gd name="connsiteX5" fmla="*/ 313261 w 899961"/>
              <a:gd name="connsiteY5" fmla="*/ 899961 h 899961"/>
              <a:gd name="connsiteX6" fmla="*/ 0 w 899961"/>
              <a:gd name="connsiteY6" fmla="*/ 899961 h 899961"/>
              <a:gd name="connsiteX7" fmla="*/ 0 w 899961"/>
              <a:gd name="connsiteY7" fmla="*/ 313261 h 899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9961" h="899961">
                <a:moveTo>
                  <a:pt x="0" y="0"/>
                </a:moveTo>
                <a:lnTo>
                  <a:pt x="313261" y="0"/>
                </a:lnTo>
                <a:lnTo>
                  <a:pt x="899961" y="0"/>
                </a:lnTo>
                <a:lnTo>
                  <a:pt x="899961" y="313261"/>
                </a:lnTo>
                <a:lnTo>
                  <a:pt x="313261" y="313261"/>
                </a:lnTo>
                <a:lnTo>
                  <a:pt x="313261" y="899961"/>
                </a:lnTo>
                <a:lnTo>
                  <a:pt x="0" y="899961"/>
                </a:lnTo>
                <a:lnTo>
                  <a:pt x="0" y="313261"/>
                </a:lnTo>
                <a:close/>
              </a:path>
            </a:pathLst>
          </a:cu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eaLnBrk="1" fontAlgn="auto" hangingPunct="1">
              <a:spcBef>
                <a:spcPts val="0"/>
              </a:spcBef>
              <a:spcAft>
                <a:spcPts val="0"/>
              </a:spcAft>
              <a:defRPr/>
            </a:pPr>
            <a:endParaRPr lang="en-GB" sz="1200" dirty="0">
              <a:solidFill>
                <a:schemeClr val="tx1"/>
              </a:solidFill>
            </a:endParaRPr>
          </a:p>
        </p:txBody>
      </p:sp>
      <p:cxnSp>
        <p:nvCxnSpPr>
          <p:cNvPr id="7" name="Gerader Verbinder 28">
            <a:extLst>
              <a:ext uri="{FF2B5EF4-FFF2-40B4-BE49-F238E27FC236}">
                <a16:creationId xmlns:a16="http://schemas.microsoft.com/office/drawing/2014/main" id="{DF438061-6C39-737D-57A0-4A4C756AD5C7}"/>
              </a:ext>
            </a:extLst>
          </p:cNvPr>
          <p:cNvCxnSpPr/>
          <p:nvPr userDrawn="1"/>
        </p:nvCxnSpPr>
        <p:spPr bwMode="gray">
          <a:xfrm>
            <a:off x="3371850" y="627063"/>
            <a:ext cx="0" cy="414020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 name="Gruppieren 25">
            <a:extLst>
              <a:ext uri="{FF2B5EF4-FFF2-40B4-BE49-F238E27FC236}">
                <a16:creationId xmlns:a16="http://schemas.microsoft.com/office/drawing/2014/main" id="{3F1D5090-E2C9-3A6B-61F0-1E1A3C646B14}"/>
              </a:ext>
            </a:extLst>
          </p:cNvPr>
          <p:cNvGrpSpPr>
            <a:grpSpLocks/>
          </p:cNvGrpSpPr>
          <p:nvPr userDrawn="1"/>
        </p:nvGrpSpPr>
        <p:grpSpPr bwMode="auto">
          <a:xfrm>
            <a:off x="9542463" y="431800"/>
            <a:ext cx="1614487" cy="798513"/>
            <a:chOff x="9463668" y="1940312"/>
            <a:chExt cx="1614235" cy="797069"/>
          </a:xfrm>
        </p:grpSpPr>
        <p:sp>
          <p:nvSpPr>
            <p:cNvPr id="9" name="Textfeld 29">
              <a:extLst>
                <a:ext uri="{FF2B5EF4-FFF2-40B4-BE49-F238E27FC236}">
                  <a16:creationId xmlns:a16="http://schemas.microsoft.com/office/drawing/2014/main" id="{AF2412AB-ACC1-FA3B-4114-941407B5B19E}"/>
                </a:ext>
              </a:extLst>
            </p:cNvPr>
            <p:cNvSpPr txBox="1">
              <a:spLocks noChangeArrowheads="1"/>
            </p:cNvSpPr>
            <p:nvPr/>
          </p:nvSpPr>
          <p:spPr bwMode="auto">
            <a:xfrm>
              <a:off x="9463668" y="1940312"/>
              <a:ext cx="1614235" cy="797069"/>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the standard slide </a:t>
              </a:r>
              <a:br>
                <a:rPr lang="en-GB" altLang="en-VN" sz="700">
                  <a:solidFill>
                    <a:schemeClr val="bg1"/>
                  </a:solidFill>
                </a:rPr>
              </a:br>
              <a:r>
                <a:rPr lang="en-GB" altLang="en-VN" sz="700">
                  <a:solidFill>
                    <a:schemeClr val="bg1"/>
                  </a:solidFill>
                </a:rPr>
                <a:t>for success stories. </a:t>
              </a:r>
            </a:p>
          </p:txBody>
        </p:sp>
        <p:sp>
          <p:nvSpPr>
            <p:cNvPr id="10" name="Freihandform: Form 122">
              <a:extLst>
                <a:ext uri="{FF2B5EF4-FFF2-40B4-BE49-F238E27FC236}">
                  <a16:creationId xmlns:a16="http://schemas.microsoft.com/office/drawing/2014/main" id="{98F3C510-C8F8-1B8C-AEDE-D68AB00B3DF5}"/>
                </a:ext>
              </a:extLst>
            </p:cNvPr>
            <p:cNvSpPr/>
            <p:nvPr/>
          </p:nvSpPr>
          <p:spPr>
            <a:xfrm>
              <a:off x="9516047" y="1994189"/>
              <a:ext cx="360307" cy="359711"/>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6"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15" name="Titel 5"/>
          <p:cNvSpPr>
            <a:spLocks noGrp="1"/>
          </p:cNvSpPr>
          <p:nvPr>
            <p:ph type="title"/>
          </p:nvPr>
        </p:nvSpPr>
        <p:spPr>
          <a:xfrm>
            <a:off x="976314" y="739984"/>
            <a:ext cx="2233612" cy="747897"/>
          </a:xfrm>
          <a:noFill/>
        </p:spPr>
        <p:txBody>
          <a:bodyPr anchor="b"/>
          <a:lstStyle>
            <a:lvl1pPr rtl="0">
              <a:defRPr sz="1800" b="1">
                <a:solidFill>
                  <a:schemeClr val="tx1"/>
                </a:solidFill>
              </a:defRPr>
            </a:lvl1pPr>
          </a:lstStyle>
          <a:p>
            <a:r>
              <a:rPr lang="en-US" noProof="0"/>
              <a:t>Click to edit Master title style</a:t>
            </a:r>
            <a:endParaRPr lang="en-GB" noProof="0" dirty="0"/>
          </a:p>
        </p:txBody>
      </p:sp>
      <p:sp>
        <p:nvSpPr>
          <p:cNvPr id="17" name="Textplatzhalter 18"/>
          <p:cNvSpPr>
            <a:spLocks noGrp="1"/>
          </p:cNvSpPr>
          <p:nvPr>
            <p:ph type="body" sz="quarter" idx="23"/>
          </p:nvPr>
        </p:nvSpPr>
        <p:spPr>
          <a:xfrm>
            <a:off x="976313" y="2007962"/>
            <a:ext cx="2233612" cy="326243"/>
          </a:xfrm>
        </p:spPr>
        <p:txBody>
          <a:bodyPr/>
          <a:lstStyle>
            <a:lvl1pPr marL="0" indent="0" rtl="0">
              <a:buNone/>
              <a:defRPr sz="900" b="1" baseline="0">
                <a:solidFill>
                  <a:schemeClr val="tx1"/>
                </a:solidFill>
              </a:defRPr>
            </a:lvl1pPr>
            <a:lvl2pPr marL="0" indent="0" rtl="0">
              <a:buNone/>
              <a:tabLst/>
              <a:defRPr sz="900" b="0"/>
            </a:lvl2pPr>
          </a:lstStyle>
          <a:p>
            <a:pPr lvl="0"/>
            <a:r>
              <a:rPr lang="en-US"/>
              <a:t>Click to edit Master text styles</a:t>
            </a:r>
          </a:p>
          <a:p>
            <a:pPr lvl="1"/>
            <a:r>
              <a:rPr lang="en-US"/>
              <a:t>Second level</a:t>
            </a:r>
          </a:p>
        </p:txBody>
      </p:sp>
      <p:sp>
        <p:nvSpPr>
          <p:cNvPr id="19" name="Textplatzhalter 3"/>
          <p:cNvSpPr>
            <a:spLocks noGrp="1"/>
          </p:cNvSpPr>
          <p:nvPr>
            <p:ph type="body" sz="quarter" idx="26"/>
          </p:nvPr>
        </p:nvSpPr>
        <p:spPr>
          <a:xfrm>
            <a:off x="3530600" y="633413"/>
            <a:ext cx="5429250" cy="3306546"/>
          </a:xfrm>
        </p:spPr>
        <p:txBody>
          <a:bodyPr/>
          <a:lstStyle>
            <a:lvl1pPr marL="0" indent="0" rtl="0">
              <a:spcBef>
                <a:spcPts val="200"/>
              </a:spcBef>
              <a:buNone/>
              <a:defRPr sz="600" b="0" cap="all" baseline="0">
                <a:solidFill>
                  <a:schemeClr val="accent5"/>
                </a:solidFill>
              </a:defRPr>
            </a:lvl1pPr>
            <a:lvl2pPr marL="0" marR="0" indent="0" algn="l" defTabSz="685800" rtl="0" eaLnBrk="1" fontAlgn="base" latinLnBrk="0" hangingPunct="1">
              <a:lnSpc>
                <a:spcPct val="90000"/>
              </a:lnSpc>
              <a:spcBef>
                <a:spcPts val="200"/>
              </a:spcBef>
              <a:spcAft>
                <a:spcPct val="0"/>
              </a:spcAft>
              <a:buClr>
                <a:srgbClr val="000000"/>
              </a:buClr>
              <a:buSzTx/>
              <a:buFont typeface="Wingdings" panose="05000000000000000000" pitchFamily="2" charset="2"/>
              <a:buNone/>
              <a:tabLst/>
              <a:defRPr sz="900" b="1"/>
            </a:lvl2pPr>
            <a:lvl3pPr marL="136525" indent="-136525" rtl="0">
              <a:spcBef>
                <a:spcPts val="200"/>
              </a:spcBef>
              <a:defRPr sz="9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1" name="Textplatzhalter 4"/>
          <p:cNvSpPr>
            <a:spLocks noGrp="1"/>
          </p:cNvSpPr>
          <p:nvPr>
            <p:ph type="body" sz="quarter" idx="12"/>
          </p:nvPr>
        </p:nvSpPr>
        <p:spPr>
          <a:xfrm>
            <a:off x="4168774" y="86336"/>
            <a:ext cx="720000" cy="249299"/>
          </a:xfrm>
        </p:spPr>
        <p:txBody>
          <a:bodyPr>
            <a:noAutofit/>
          </a:bodyPr>
          <a:lstStyle>
            <a:lvl1pPr marL="0" indent="0" rtl="0">
              <a:spcBef>
                <a:spcPts val="0"/>
              </a:spcBef>
              <a:buNone/>
              <a:defRPr sz="600" b="1">
                <a:solidFill>
                  <a:schemeClr val="accent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p:txBody>
      </p:sp>
      <p:sp>
        <p:nvSpPr>
          <p:cNvPr id="22" name="Textplatzhalter 4"/>
          <p:cNvSpPr>
            <a:spLocks noGrp="1"/>
          </p:cNvSpPr>
          <p:nvPr>
            <p:ph type="body" sz="quarter" idx="27"/>
          </p:nvPr>
        </p:nvSpPr>
        <p:spPr>
          <a:xfrm>
            <a:off x="3371850" y="86336"/>
            <a:ext cx="720000" cy="249299"/>
          </a:xfrm>
        </p:spPr>
        <p:txBody>
          <a:bodyPr>
            <a:noAutofit/>
          </a:bodyPr>
          <a:lstStyle>
            <a:lvl1pPr marL="0" indent="0" rtl="0">
              <a:spcBef>
                <a:spcPts val="0"/>
              </a:spcBef>
              <a:buNone/>
              <a:defRPr sz="600" b="1">
                <a:solidFill>
                  <a:schemeClr val="accent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p:txBody>
      </p:sp>
      <p:sp>
        <p:nvSpPr>
          <p:cNvPr id="23" name="Textplatzhalter 4"/>
          <p:cNvSpPr>
            <a:spLocks noGrp="1"/>
          </p:cNvSpPr>
          <p:nvPr>
            <p:ph type="body" sz="quarter" idx="24"/>
          </p:nvPr>
        </p:nvSpPr>
        <p:spPr>
          <a:xfrm>
            <a:off x="4960936"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p:txBody>
      </p:sp>
      <p:sp>
        <p:nvSpPr>
          <p:cNvPr id="24" name="Textplatzhalter 4"/>
          <p:cNvSpPr>
            <a:spLocks noGrp="1"/>
          </p:cNvSpPr>
          <p:nvPr>
            <p:ph type="body" sz="quarter" idx="25"/>
          </p:nvPr>
        </p:nvSpPr>
        <p:spPr>
          <a:xfrm>
            <a:off x="5753098"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p:txBody>
      </p:sp>
      <p:sp>
        <p:nvSpPr>
          <p:cNvPr id="11" name="Fußzeilenplatzhalter 1">
            <a:extLst>
              <a:ext uri="{FF2B5EF4-FFF2-40B4-BE49-F238E27FC236}">
                <a16:creationId xmlns:a16="http://schemas.microsoft.com/office/drawing/2014/main" id="{5764B793-8C20-31C1-1231-E945EF67A06C}"/>
              </a:ext>
            </a:extLst>
          </p:cNvPr>
          <p:cNvSpPr>
            <a:spLocks noGrp="1"/>
          </p:cNvSpPr>
          <p:nvPr>
            <p:ph type="ftr" sz="quarter" idx="28"/>
          </p:nvPr>
        </p:nvSpPr>
        <p:spPr/>
        <p:txBody>
          <a:bodyPr/>
          <a:lstStyle>
            <a:lvl1pPr rtl="0">
              <a:defRPr>
                <a:solidFill>
                  <a:schemeClr val="bg1"/>
                </a:solidFill>
              </a:defRPr>
            </a:lvl1pPr>
          </a:lstStyle>
          <a:p>
            <a:pPr>
              <a:defRPr/>
            </a:pPr>
            <a:r>
              <a:rPr lang="en-GB"/>
              <a:t>Type here if  add info needed  for every slide</a:t>
            </a:r>
          </a:p>
        </p:txBody>
      </p:sp>
      <p:sp>
        <p:nvSpPr>
          <p:cNvPr id="12" name="Datumsplatzhalter 28">
            <a:extLst>
              <a:ext uri="{FF2B5EF4-FFF2-40B4-BE49-F238E27FC236}">
                <a16:creationId xmlns:a16="http://schemas.microsoft.com/office/drawing/2014/main" id="{0A1A7A35-219C-FB59-47F1-58A7570D4EC5}"/>
              </a:ext>
            </a:extLst>
          </p:cNvPr>
          <p:cNvSpPr>
            <a:spLocks noGrp="1"/>
          </p:cNvSpPr>
          <p:nvPr>
            <p:ph type="dt" sz="half" idx="29"/>
          </p:nvPr>
        </p:nvSpPr>
        <p:spPr/>
        <p:txBody>
          <a:bodyPr/>
          <a:lstStyle>
            <a:lvl1pPr algn="l" rtl="0">
              <a:defRPr lang="de-DE" sz="600" b="1">
                <a:solidFill>
                  <a:srgbClr val="000000"/>
                </a:solidFill>
              </a:defRPr>
            </a:lvl1pPr>
          </a:lstStyle>
          <a:p>
            <a:pPr>
              <a:defRPr/>
            </a:pPr>
            <a:fld id="{24B7FF67-EF13-2541-B0C0-C7FB6F7F68F1}" type="datetime4">
              <a:rPr lang="en-GB"/>
              <a:pPr>
                <a:defRPr/>
              </a:pPr>
              <a:t>25 November 2025</a:t>
            </a:fld>
            <a:endParaRPr lang="en-GB" dirty="0"/>
          </a:p>
        </p:txBody>
      </p:sp>
    </p:spTree>
    <p:extLst>
      <p:ext uri="{BB962C8B-B14F-4D97-AF65-F5344CB8AC3E}">
        <p14:creationId xmlns:p14="http://schemas.microsoft.com/office/powerpoint/2010/main" val="34769035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uccess story with picture white">
    <p:spTree>
      <p:nvGrpSpPr>
        <p:cNvPr id="1" name=""/>
        <p:cNvGrpSpPr/>
        <p:nvPr/>
      </p:nvGrpSpPr>
      <p:grpSpPr>
        <a:xfrm>
          <a:off x="0" y="0"/>
          <a:ext cx="0" cy="0"/>
          <a:chOff x="0" y="0"/>
          <a:chExt cx="0" cy="0"/>
        </a:xfrm>
      </p:grpSpPr>
      <p:graphicFrame>
        <p:nvGraphicFramePr>
          <p:cNvPr id="2" name="Objekt 12" hidden="1">
            <a:extLst>
              <a:ext uri="{FF2B5EF4-FFF2-40B4-BE49-F238E27FC236}">
                <a16:creationId xmlns:a16="http://schemas.microsoft.com/office/drawing/2014/main" id="{5C45FAA5-F918-5188-C964-BE83EB986C2C}"/>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72719" name="Objekt 12" hidden="1">
                        <a:extLst>
                          <a:ext uri="{FF2B5EF4-FFF2-40B4-BE49-F238E27FC236}">
                            <a16:creationId xmlns:a16="http://schemas.microsoft.com/office/drawing/2014/main" id="{9D25CFF7-622A-8E09-8261-0DBAA9A8FB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 name="Bildplatzhalter 10">
            <a:extLst>
              <a:ext uri="{FF2B5EF4-FFF2-40B4-BE49-F238E27FC236}">
                <a16:creationId xmlns:a16="http://schemas.microsoft.com/office/drawing/2014/main" id="{F8E88A3D-C569-E499-9B8E-183851100989}"/>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l="5" r="5"/>
          <a:stretch>
            <a:fillRect/>
          </a:stretch>
        </p:blipFill>
        <p:spPr bwMode="auto">
          <a:xfrm>
            <a:off x="187325" y="441325"/>
            <a:ext cx="8772525" cy="451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reihandform: Form 24">
            <a:extLst>
              <a:ext uri="{FF2B5EF4-FFF2-40B4-BE49-F238E27FC236}">
                <a16:creationId xmlns:a16="http://schemas.microsoft.com/office/drawing/2014/main" id="{594072D8-1A17-7004-4AA0-A7D80DFFD865}"/>
              </a:ext>
            </a:extLst>
          </p:cNvPr>
          <p:cNvSpPr>
            <a:spLocks/>
          </p:cNvSpPr>
          <p:nvPr userDrawn="1"/>
        </p:nvSpPr>
        <p:spPr>
          <a:xfrm>
            <a:off x="981075" y="1524000"/>
            <a:ext cx="142875" cy="142875"/>
          </a:xfrm>
          <a:custGeom>
            <a:avLst/>
            <a:gdLst>
              <a:gd name="connsiteX0" fmla="*/ 0 w 899961"/>
              <a:gd name="connsiteY0" fmla="*/ 0 h 899961"/>
              <a:gd name="connsiteX1" fmla="*/ 313261 w 899961"/>
              <a:gd name="connsiteY1" fmla="*/ 0 h 899961"/>
              <a:gd name="connsiteX2" fmla="*/ 899961 w 899961"/>
              <a:gd name="connsiteY2" fmla="*/ 0 h 899961"/>
              <a:gd name="connsiteX3" fmla="*/ 899961 w 899961"/>
              <a:gd name="connsiteY3" fmla="*/ 313261 h 899961"/>
              <a:gd name="connsiteX4" fmla="*/ 313261 w 899961"/>
              <a:gd name="connsiteY4" fmla="*/ 313261 h 899961"/>
              <a:gd name="connsiteX5" fmla="*/ 313261 w 899961"/>
              <a:gd name="connsiteY5" fmla="*/ 899961 h 899961"/>
              <a:gd name="connsiteX6" fmla="*/ 0 w 899961"/>
              <a:gd name="connsiteY6" fmla="*/ 899961 h 899961"/>
              <a:gd name="connsiteX7" fmla="*/ 0 w 899961"/>
              <a:gd name="connsiteY7" fmla="*/ 313261 h 899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9961" h="899961">
                <a:moveTo>
                  <a:pt x="0" y="0"/>
                </a:moveTo>
                <a:lnTo>
                  <a:pt x="313261" y="0"/>
                </a:lnTo>
                <a:lnTo>
                  <a:pt x="899961" y="0"/>
                </a:lnTo>
                <a:lnTo>
                  <a:pt x="899961" y="313261"/>
                </a:lnTo>
                <a:lnTo>
                  <a:pt x="313261" y="313261"/>
                </a:lnTo>
                <a:lnTo>
                  <a:pt x="313261" y="899961"/>
                </a:lnTo>
                <a:lnTo>
                  <a:pt x="0" y="899961"/>
                </a:lnTo>
                <a:lnTo>
                  <a:pt x="0" y="313261"/>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eaLnBrk="1" fontAlgn="auto" hangingPunct="1">
              <a:spcBef>
                <a:spcPts val="0"/>
              </a:spcBef>
              <a:spcAft>
                <a:spcPts val="0"/>
              </a:spcAft>
              <a:defRPr/>
            </a:pPr>
            <a:endParaRPr lang="en-GB" sz="1200" dirty="0">
              <a:solidFill>
                <a:schemeClr val="tx1"/>
              </a:solidFill>
            </a:endParaRPr>
          </a:p>
        </p:txBody>
      </p:sp>
      <p:sp>
        <p:nvSpPr>
          <p:cNvPr id="5" name="Textplatzhalter 3">
            <a:extLst>
              <a:ext uri="{FF2B5EF4-FFF2-40B4-BE49-F238E27FC236}">
                <a16:creationId xmlns:a16="http://schemas.microsoft.com/office/drawing/2014/main" id="{EFB45517-665F-5C13-A3E8-0B50E537BC9D}"/>
              </a:ext>
            </a:extLst>
          </p:cNvPr>
          <p:cNvSpPr txBox="1">
            <a:spLocks/>
          </p:cNvSpPr>
          <p:nvPr userDrawn="1"/>
        </p:nvSpPr>
        <p:spPr>
          <a:xfrm>
            <a:off x="9542463" y="1477963"/>
            <a:ext cx="2173287" cy="2852737"/>
          </a:xfrm>
          <a:prstGeom prst="rect">
            <a:avLst/>
          </a:prstGeom>
        </p:spPr>
        <p:txBody>
          <a:bodyPr lIns="0" tIns="0" rIns="0" bIns="0">
            <a:spAutoFit/>
          </a:bodyPr>
          <a:lstStyle>
            <a:lvl1pPr marL="0" marR="0" indent="0" algn="l" defTabSz="685800" rtl="0" eaLnBrk="1" fontAlgn="base" latinLnBrk="0" hangingPunct="1">
              <a:lnSpc>
                <a:spcPct val="90000"/>
              </a:lnSpc>
              <a:spcBef>
                <a:spcPts val="400"/>
              </a:spcBef>
              <a:spcAft>
                <a:spcPct val="0"/>
              </a:spcAft>
              <a:buClr>
                <a:srgbClr val="000000"/>
              </a:buClr>
              <a:buSzTx/>
              <a:buFont typeface="Wingdings" panose="05000000000000000000" pitchFamily="2" charset="2"/>
              <a:buNone/>
              <a:tabLst/>
              <a:defRPr lang="de-DE" sz="800" b="1" kern="1200" cap="all" baseline="0">
                <a:solidFill>
                  <a:schemeClr val="accent1"/>
                </a:solidFill>
                <a:latin typeface="+mn-lt"/>
                <a:ea typeface="Geneva" pitchFamily="-128" charset="-128"/>
                <a:cs typeface="+mn-cs"/>
              </a:defRPr>
            </a:lvl1pPr>
            <a:lvl2pPr marL="0" marR="0" indent="0" algn="l" defTabSz="685800" rtl="0" eaLnBrk="1" fontAlgn="base" latinLnBrk="0" hangingPunct="1">
              <a:lnSpc>
                <a:spcPct val="90000"/>
              </a:lnSpc>
              <a:spcBef>
                <a:spcPts val="0"/>
              </a:spcBef>
              <a:spcAft>
                <a:spcPct val="0"/>
              </a:spcAft>
              <a:buClr>
                <a:srgbClr val="000000"/>
              </a:buClr>
              <a:buSzTx/>
              <a:buFont typeface="Wingdings" panose="05000000000000000000" pitchFamily="2" charset="2"/>
              <a:buNone/>
              <a:tabLst/>
              <a:defRPr lang="de-DE" sz="1000" b="1" kern="1200">
                <a:solidFill>
                  <a:schemeClr val="tx1"/>
                </a:solidFill>
                <a:latin typeface="+mn-lt"/>
                <a:ea typeface="Geneva" pitchFamily="-128" charset="-128"/>
                <a:cs typeface="+mn-cs"/>
              </a:defRPr>
            </a:lvl2pPr>
            <a:lvl3pPr marL="0" marR="0" indent="0" algn="l" defTabSz="685800" rtl="0" eaLnBrk="1" fontAlgn="base" latinLnBrk="0" hangingPunct="1">
              <a:lnSpc>
                <a:spcPct val="90000"/>
              </a:lnSpc>
              <a:spcBef>
                <a:spcPts val="400"/>
              </a:spcBef>
              <a:spcAft>
                <a:spcPct val="0"/>
              </a:spcAft>
              <a:buClr>
                <a:srgbClr val="000000"/>
              </a:buClr>
              <a:buSzTx/>
              <a:buFont typeface="Wingdings" panose="05000000000000000000" pitchFamily="2" charset="2"/>
              <a:buNone/>
              <a:tabLst/>
              <a:defRPr lang="de-DE" sz="1000" b="0" kern="1200" baseline="0">
                <a:solidFill>
                  <a:schemeClr val="tx1"/>
                </a:solidFill>
                <a:latin typeface="+mn-lt"/>
                <a:ea typeface="Geneva" pitchFamily="-128" charset="-128"/>
                <a:cs typeface="+mn-cs"/>
              </a:defRPr>
            </a:lvl3pPr>
            <a:lvl4pPr marL="0" marR="0" indent="0" algn="l" defTabSz="685800" rtl="0" eaLnBrk="1" fontAlgn="base" latinLnBrk="0" hangingPunct="1">
              <a:lnSpc>
                <a:spcPct val="90000"/>
              </a:lnSpc>
              <a:spcBef>
                <a:spcPts val="600"/>
              </a:spcBef>
              <a:spcAft>
                <a:spcPct val="0"/>
              </a:spcAft>
              <a:buClr>
                <a:srgbClr val="000000"/>
              </a:buClr>
              <a:buSzTx/>
              <a:buFont typeface="Wingdings" panose="05000000000000000000" pitchFamily="2" charset="2"/>
              <a:buNone/>
              <a:tabLst/>
              <a:defRPr lang="de-DE" sz="1000" b="1" kern="1200" smtClean="0">
                <a:solidFill>
                  <a:srgbClr val="EC6601"/>
                </a:solidFill>
                <a:latin typeface="+mn-lt"/>
                <a:ea typeface="Geneva" pitchFamily="-128" charset="-128"/>
                <a:cs typeface="+mn-cs"/>
              </a:defRPr>
            </a:lvl4pPr>
            <a:lvl5pPr marL="895350" marR="0" indent="-177800" algn="l" defTabSz="685800" rtl="0" eaLnBrk="1" fontAlgn="base" latinLnBrk="0" hangingPunct="1">
              <a:lnSpc>
                <a:spcPct val="90000"/>
              </a:lnSpc>
              <a:spcBef>
                <a:spcPts val="600"/>
              </a:spcBef>
              <a:spcAft>
                <a:spcPct val="0"/>
              </a:spcAft>
              <a:buClr>
                <a:srgbClr val="000000"/>
              </a:buClr>
              <a:buSzTx/>
              <a:buFont typeface="Wingdings" panose="05000000000000000000" pitchFamily="2" charset="2"/>
              <a:buChar char="§"/>
              <a:tabLst/>
              <a:defRPr lang="de-DE" sz="1200" b="0" kern="1200" baseline="0">
                <a:solidFill>
                  <a:schemeClr val="tx1"/>
                </a:solidFill>
                <a:latin typeface="+mn-lt"/>
                <a:ea typeface="Geneva" pitchFamily="-128" charset="-128"/>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3">
              <a:defRPr/>
            </a:pPr>
            <a:r>
              <a:rPr lang="en-GB" sz="900" b="0" dirty="0"/>
              <a:t>Please use this structure and style:</a:t>
            </a:r>
          </a:p>
          <a:p>
            <a:pPr lvl="3">
              <a:defRPr/>
            </a:pPr>
            <a:endParaRPr lang="en-GB" dirty="0"/>
          </a:p>
          <a:p>
            <a:pPr>
              <a:spcBef>
                <a:spcPts val="200"/>
              </a:spcBef>
              <a:defRPr/>
            </a:pPr>
            <a:r>
              <a:rPr lang="en-GB" sz="600" b="0" dirty="0"/>
              <a:t>The CHallenGE, 6 pt, unbold</a:t>
            </a:r>
          </a:p>
          <a:p>
            <a:pPr lvl="1">
              <a:spcBef>
                <a:spcPts val="200"/>
              </a:spcBef>
              <a:defRPr/>
            </a:pPr>
            <a:r>
              <a:rPr lang="en-GB" sz="900" dirty="0"/>
              <a:t>One-sentence-summary, 9 pt, bold</a:t>
            </a:r>
          </a:p>
          <a:p>
            <a:pPr marL="138113" lvl="2" indent="-138113">
              <a:spcBef>
                <a:spcPts val="200"/>
              </a:spcBef>
              <a:buFont typeface="Wingdings" panose="05000000000000000000" pitchFamily="2" charset="2"/>
              <a:buChar char="§"/>
              <a:defRPr/>
            </a:pPr>
            <a:r>
              <a:rPr lang="en-GB" sz="900" dirty="0"/>
              <a:t>Bullets, 9 pt, unbold</a:t>
            </a:r>
          </a:p>
          <a:p>
            <a:pPr marL="138113" lvl="2" indent="-138113">
              <a:spcBef>
                <a:spcPts val="200"/>
              </a:spcBef>
              <a:buFont typeface="Wingdings" panose="05000000000000000000" pitchFamily="2" charset="2"/>
              <a:buChar char="§"/>
              <a:defRPr/>
            </a:pPr>
            <a:endParaRPr lang="en-GB" sz="900" dirty="0"/>
          </a:p>
          <a:p>
            <a:pPr lvl="2">
              <a:spcBef>
                <a:spcPts val="200"/>
              </a:spcBef>
              <a:defRPr/>
            </a:pPr>
            <a:r>
              <a:rPr lang="en-GB" sz="900" dirty="0"/>
              <a:t>1 empty line before next paragraph</a:t>
            </a:r>
          </a:p>
          <a:p>
            <a:pPr lvl="2">
              <a:spcBef>
                <a:spcPts val="200"/>
              </a:spcBef>
              <a:defRPr/>
            </a:pPr>
            <a:endParaRPr lang="en-GB" dirty="0"/>
          </a:p>
          <a:p>
            <a:pPr>
              <a:spcBef>
                <a:spcPts val="200"/>
              </a:spcBef>
              <a:defRPr/>
            </a:pPr>
            <a:r>
              <a:rPr lang="en-GB" sz="600" b="0" dirty="0"/>
              <a:t>The ENGAGEMENT, 6 pt, unbold</a:t>
            </a:r>
          </a:p>
          <a:p>
            <a:pPr lvl="1">
              <a:spcBef>
                <a:spcPts val="200"/>
              </a:spcBef>
              <a:defRPr/>
            </a:pPr>
            <a:r>
              <a:rPr lang="en-GB" sz="900" dirty="0"/>
              <a:t>One-sentence-summary, 9 pt, bold</a:t>
            </a:r>
          </a:p>
          <a:p>
            <a:pPr marL="138113" lvl="2" indent="-138113">
              <a:spcBef>
                <a:spcPts val="200"/>
              </a:spcBef>
              <a:buFont typeface="Wingdings" panose="05000000000000000000" pitchFamily="2" charset="2"/>
              <a:buChar char="§"/>
              <a:defRPr/>
            </a:pPr>
            <a:r>
              <a:rPr lang="en-GB" sz="900" dirty="0"/>
              <a:t>Bullets, 9 pt, unbold</a:t>
            </a:r>
          </a:p>
          <a:p>
            <a:pPr marL="138113" lvl="2" indent="-138113">
              <a:spcBef>
                <a:spcPts val="200"/>
              </a:spcBef>
              <a:buFont typeface="Wingdings" panose="05000000000000000000" pitchFamily="2" charset="2"/>
              <a:buChar char="§"/>
              <a:defRPr/>
            </a:pPr>
            <a:endParaRPr lang="en-GB" sz="900" dirty="0"/>
          </a:p>
          <a:p>
            <a:pPr lvl="2">
              <a:spcBef>
                <a:spcPts val="200"/>
              </a:spcBef>
              <a:defRPr/>
            </a:pPr>
            <a:r>
              <a:rPr lang="en-GB" sz="900" dirty="0"/>
              <a:t>1 empty line before next paragraph</a:t>
            </a:r>
          </a:p>
          <a:p>
            <a:pPr lvl="2">
              <a:spcBef>
                <a:spcPts val="200"/>
              </a:spcBef>
              <a:defRPr/>
            </a:pPr>
            <a:endParaRPr lang="en-GB" dirty="0"/>
          </a:p>
          <a:p>
            <a:pPr>
              <a:spcBef>
                <a:spcPts val="200"/>
              </a:spcBef>
              <a:defRPr/>
            </a:pPr>
            <a:r>
              <a:rPr lang="en-GB" sz="600" b="0" dirty="0"/>
              <a:t>The BENEFIT, 6 pt, unbold</a:t>
            </a:r>
          </a:p>
          <a:p>
            <a:pPr lvl="1">
              <a:spcBef>
                <a:spcPts val="200"/>
              </a:spcBef>
              <a:defRPr/>
            </a:pPr>
            <a:r>
              <a:rPr lang="en-GB" sz="900" dirty="0"/>
              <a:t>One-sentence-summary, 9 pt, bold</a:t>
            </a:r>
          </a:p>
          <a:p>
            <a:pPr marL="138113" lvl="2" indent="-138113">
              <a:spcBef>
                <a:spcPts val="200"/>
              </a:spcBef>
              <a:buFont typeface="Wingdings" panose="05000000000000000000" pitchFamily="2" charset="2"/>
              <a:buChar char="§"/>
              <a:defRPr/>
            </a:pPr>
            <a:r>
              <a:rPr lang="en-GB" sz="900" dirty="0"/>
              <a:t>Bullets, 9 pt, unbold</a:t>
            </a:r>
          </a:p>
          <a:p>
            <a:pPr marL="138113" lvl="2" indent="-138113">
              <a:spcBef>
                <a:spcPts val="200"/>
              </a:spcBef>
              <a:buFont typeface="Wingdings" panose="05000000000000000000" pitchFamily="2" charset="2"/>
              <a:buChar char="§"/>
              <a:defRPr/>
            </a:pPr>
            <a:endParaRPr lang="en-GB" sz="900" dirty="0"/>
          </a:p>
          <a:p>
            <a:pPr lvl="2">
              <a:spcBef>
                <a:spcPts val="200"/>
              </a:spcBef>
              <a:defRPr/>
            </a:pPr>
            <a:endParaRPr lang="en-GB" dirty="0"/>
          </a:p>
        </p:txBody>
      </p:sp>
      <p:grpSp>
        <p:nvGrpSpPr>
          <p:cNvPr id="6" name="Gruppieren 25">
            <a:extLst>
              <a:ext uri="{FF2B5EF4-FFF2-40B4-BE49-F238E27FC236}">
                <a16:creationId xmlns:a16="http://schemas.microsoft.com/office/drawing/2014/main" id="{98247F7D-A41A-E9DC-12DC-3F039E6ECF90}"/>
              </a:ext>
            </a:extLst>
          </p:cNvPr>
          <p:cNvGrpSpPr>
            <a:grpSpLocks/>
          </p:cNvGrpSpPr>
          <p:nvPr userDrawn="1"/>
        </p:nvGrpSpPr>
        <p:grpSpPr bwMode="auto">
          <a:xfrm>
            <a:off x="9542463" y="431800"/>
            <a:ext cx="1614487" cy="798513"/>
            <a:chOff x="9463668" y="1940312"/>
            <a:chExt cx="1614235" cy="797069"/>
          </a:xfrm>
        </p:grpSpPr>
        <p:sp>
          <p:nvSpPr>
            <p:cNvPr id="7" name="Textfeld 28">
              <a:extLst>
                <a:ext uri="{FF2B5EF4-FFF2-40B4-BE49-F238E27FC236}">
                  <a16:creationId xmlns:a16="http://schemas.microsoft.com/office/drawing/2014/main" id="{A372E89C-9F3C-B9C7-DDC6-0AF450B80CC7}"/>
                </a:ext>
              </a:extLst>
            </p:cNvPr>
            <p:cNvSpPr txBox="1">
              <a:spLocks noChangeArrowheads="1"/>
            </p:cNvSpPr>
            <p:nvPr/>
          </p:nvSpPr>
          <p:spPr bwMode="auto">
            <a:xfrm>
              <a:off x="9463668" y="1940312"/>
              <a:ext cx="1614235" cy="797069"/>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slide for success stories with image. </a:t>
              </a:r>
            </a:p>
          </p:txBody>
        </p:sp>
        <p:sp>
          <p:nvSpPr>
            <p:cNvPr id="8" name="Freihandform: Form 122">
              <a:extLst>
                <a:ext uri="{FF2B5EF4-FFF2-40B4-BE49-F238E27FC236}">
                  <a16:creationId xmlns:a16="http://schemas.microsoft.com/office/drawing/2014/main" id="{1C242F30-6C05-CB06-CC0F-4B904FFA26BC}"/>
                </a:ext>
              </a:extLst>
            </p:cNvPr>
            <p:cNvSpPr/>
            <p:nvPr/>
          </p:nvSpPr>
          <p:spPr>
            <a:xfrm>
              <a:off x="9516047" y="1994189"/>
              <a:ext cx="360307" cy="359711"/>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6"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30" name="Bildplatzhalter 29"/>
          <p:cNvSpPr>
            <a:spLocks noGrp="1"/>
          </p:cNvSpPr>
          <p:nvPr>
            <p:ph type="pic" sz="quarter" idx="28"/>
          </p:nvPr>
        </p:nvSpPr>
        <p:spPr>
          <a:xfrm>
            <a:off x="188912" y="441325"/>
            <a:ext cx="3184525" cy="4519613"/>
          </a:xfrm>
          <a:custGeom>
            <a:avLst/>
            <a:gdLst>
              <a:gd name="connsiteX0" fmla="*/ 792957 w 3184525"/>
              <a:gd name="connsiteY0" fmla="*/ 1082009 h 4519613"/>
              <a:gd name="connsiteX1" fmla="*/ 792957 w 3184525"/>
              <a:gd name="connsiteY1" fmla="*/ 1132133 h 4519613"/>
              <a:gd name="connsiteX2" fmla="*/ 792957 w 3184525"/>
              <a:gd name="connsiteY2" fmla="*/ 1226009 h 4519613"/>
              <a:gd name="connsiteX3" fmla="*/ 843081 w 3184525"/>
              <a:gd name="connsiteY3" fmla="*/ 1226009 h 4519613"/>
              <a:gd name="connsiteX4" fmla="*/ 843081 w 3184525"/>
              <a:gd name="connsiteY4" fmla="*/ 1132133 h 4519613"/>
              <a:gd name="connsiteX5" fmla="*/ 936957 w 3184525"/>
              <a:gd name="connsiteY5" fmla="*/ 1132133 h 4519613"/>
              <a:gd name="connsiteX6" fmla="*/ 936957 w 3184525"/>
              <a:gd name="connsiteY6" fmla="*/ 1082009 h 4519613"/>
              <a:gd name="connsiteX7" fmla="*/ 843081 w 3184525"/>
              <a:gd name="connsiteY7" fmla="*/ 1082009 h 4519613"/>
              <a:gd name="connsiteX8" fmla="*/ 0 w 3184525"/>
              <a:gd name="connsiteY8" fmla="*/ 0 h 4519613"/>
              <a:gd name="connsiteX9" fmla="*/ 3184525 w 3184525"/>
              <a:gd name="connsiteY9" fmla="*/ 0 h 4519613"/>
              <a:gd name="connsiteX10" fmla="*/ 3184525 w 3184525"/>
              <a:gd name="connsiteY10" fmla="*/ 4519613 h 4519613"/>
              <a:gd name="connsiteX11" fmla="*/ 0 w 3184525"/>
              <a:gd name="connsiteY11" fmla="*/ 4519613 h 4519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4525" h="4519613">
                <a:moveTo>
                  <a:pt x="792957" y="1082009"/>
                </a:moveTo>
                <a:lnTo>
                  <a:pt x="792957" y="1132133"/>
                </a:lnTo>
                <a:lnTo>
                  <a:pt x="792957" y="1226009"/>
                </a:lnTo>
                <a:lnTo>
                  <a:pt x="843081" y="1226009"/>
                </a:lnTo>
                <a:lnTo>
                  <a:pt x="843081" y="1132133"/>
                </a:lnTo>
                <a:lnTo>
                  <a:pt x="936957" y="1132133"/>
                </a:lnTo>
                <a:lnTo>
                  <a:pt x="936957" y="1082009"/>
                </a:lnTo>
                <a:lnTo>
                  <a:pt x="843081" y="1082009"/>
                </a:lnTo>
                <a:close/>
                <a:moveTo>
                  <a:pt x="0" y="0"/>
                </a:moveTo>
                <a:lnTo>
                  <a:pt x="3184525" y="0"/>
                </a:lnTo>
                <a:lnTo>
                  <a:pt x="3184525" y="4519613"/>
                </a:lnTo>
                <a:lnTo>
                  <a:pt x="0" y="4519613"/>
                </a:lnTo>
                <a:close/>
              </a:path>
            </a:pathLst>
          </a:custGeom>
          <a:solidFill>
            <a:schemeClr val="accent6"/>
          </a:solidFill>
        </p:spPr>
        <p:txBody>
          <a:bodyPr rtlCol="0">
            <a:noAutofit/>
          </a:bodyPr>
          <a:lstStyle>
            <a:lvl1pPr marL="0" indent="0" rtl="0">
              <a:buNone/>
              <a:defRPr>
                <a:solidFill>
                  <a:schemeClr val="bg1"/>
                </a:solidFill>
              </a:defRPr>
            </a:lvl1pPr>
          </a:lstStyle>
          <a:p>
            <a:pPr lvl="0"/>
            <a:r>
              <a:rPr lang="en-US" noProof="0"/>
              <a:t>Click icon to add picture</a:t>
            </a:r>
            <a:endParaRPr lang="en-GB" noProof="0" dirty="0"/>
          </a:p>
        </p:txBody>
      </p:sp>
      <p:sp>
        <p:nvSpPr>
          <p:cNvPr id="15" name="Titel 5"/>
          <p:cNvSpPr>
            <a:spLocks noGrp="1"/>
          </p:cNvSpPr>
          <p:nvPr>
            <p:ph type="title"/>
          </p:nvPr>
        </p:nvSpPr>
        <p:spPr>
          <a:xfrm>
            <a:off x="976314" y="739984"/>
            <a:ext cx="2233612" cy="747897"/>
          </a:xfrm>
          <a:noFill/>
        </p:spPr>
        <p:txBody>
          <a:bodyPr anchor="b"/>
          <a:lstStyle>
            <a:lvl1pPr rtl="0">
              <a:defRPr sz="1800" b="1">
                <a:solidFill>
                  <a:schemeClr val="bg1"/>
                </a:solidFill>
              </a:defRPr>
            </a:lvl1pPr>
          </a:lstStyle>
          <a:p>
            <a:r>
              <a:rPr lang="en-US" noProof="0"/>
              <a:t>Click to edit Master title style</a:t>
            </a:r>
            <a:endParaRPr lang="en-GB" noProof="0" dirty="0"/>
          </a:p>
        </p:txBody>
      </p:sp>
      <p:sp>
        <p:nvSpPr>
          <p:cNvPr id="17" name="Textplatzhalter 18"/>
          <p:cNvSpPr>
            <a:spLocks noGrp="1"/>
          </p:cNvSpPr>
          <p:nvPr>
            <p:ph type="body" sz="quarter" idx="23"/>
          </p:nvPr>
        </p:nvSpPr>
        <p:spPr>
          <a:xfrm>
            <a:off x="976313" y="2007962"/>
            <a:ext cx="2233612" cy="326243"/>
          </a:xfrm>
        </p:spPr>
        <p:txBody>
          <a:bodyPr/>
          <a:lstStyle>
            <a:lvl1pPr marL="0" indent="0" rtl="0">
              <a:buNone/>
              <a:defRPr sz="900" b="1" baseline="0">
                <a:solidFill>
                  <a:schemeClr val="bg1"/>
                </a:solidFill>
              </a:defRPr>
            </a:lvl1pPr>
            <a:lvl2pPr marL="0" indent="0" rtl="0">
              <a:buNone/>
              <a:tabLst/>
              <a:defRPr sz="900" b="0">
                <a:solidFill>
                  <a:schemeClr val="bg1"/>
                </a:solidFill>
              </a:defRPr>
            </a:lvl2pPr>
          </a:lstStyle>
          <a:p>
            <a:pPr lvl="0"/>
            <a:r>
              <a:rPr lang="en-US"/>
              <a:t>Click to edit Master text styles</a:t>
            </a:r>
          </a:p>
          <a:p>
            <a:pPr lvl="1"/>
            <a:r>
              <a:rPr lang="en-US"/>
              <a:t>Second level</a:t>
            </a:r>
          </a:p>
        </p:txBody>
      </p:sp>
      <p:sp>
        <p:nvSpPr>
          <p:cNvPr id="19" name="Textplatzhalter 3"/>
          <p:cNvSpPr>
            <a:spLocks noGrp="1"/>
          </p:cNvSpPr>
          <p:nvPr>
            <p:ph type="body" sz="quarter" idx="26"/>
          </p:nvPr>
        </p:nvSpPr>
        <p:spPr>
          <a:xfrm>
            <a:off x="3530600" y="633413"/>
            <a:ext cx="5429250" cy="3306546"/>
          </a:xfrm>
        </p:spPr>
        <p:txBody>
          <a:bodyPr/>
          <a:lstStyle>
            <a:lvl1pPr marL="0" indent="0" rtl="0">
              <a:spcBef>
                <a:spcPts val="200"/>
              </a:spcBef>
              <a:buNone/>
              <a:defRPr sz="600" b="0" cap="all" baseline="0">
                <a:solidFill>
                  <a:schemeClr val="accent5"/>
                </a:solidFill>
              </a:defRPr>
            </a:lvl1pPr>
            <a:lvl2pPr marL="0" marR="0" indent="0" algn="l" defTabSz="685800" rtl="0" eaLnBrk="1" fontAlgn="base" latinLnBrk="0" hangingPunct="1">
              <a:lnSpc>
                <a:spcPct val="90000"/>
              </a:lnSpc>
              <a:spcBef>
                <a:spcPts val="200"/>
              </a:spcBef>
              <a:spcAft>
                <a:spcPct val="0"/>
              </a:spcAft>
              <a:buClr>
                <a:srgbClr val="000000"/>
              </a:buClr>
              <a:buSzTx/>
              <a:buFont typeface="Wingdings" panose="05000000000000000000" pitchFamily="2" charset="2"/>
              <a:buNone/>
              <a:tabLst/>
              <a:defRPr sz="900" b="1"/>
            </a:lvl2pPr>
            <a:lvl3pPr marL="136525" indent="-136525" rtl="0">
              <a:spcBef>
                <a:spcPts val="200"/>
              </a:spcBef>
              <a:defRPr sz="9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1" name="Textplatzhalter 4"/>
          <p:cNvSpPr>
            <a:spLocks noGrp="1"/>
          </p:cNvSpPr>
          <p:nvPr>
            <p:ph type="body" sz="quarter" idx="12"/>
          </p:nvPr>
        </p:nvSpPr>
        <p:spPr>
          <a:xfrm>
            <a:off x="4168774" y="86336"/>
            <a:ext cx="720000" cy="249299"/>
          </a:xfrm>
        </p:spPr>
        <p:txBody>
          <a:bodyPr>
            <a:noAutofit/>
          </a:bodyPr>
          <a:lstStyle>
            <a:lvl1pPr marL="0" indent="0" rtl="0">
              <a:spcBef>
                <a:spcPts val="0"/>
              </a:spcBef>
              <a:buNone/>
              <a:defRPr sz="600" b="1">
                <a:solidFill>
                  <a:schemeClr val="accent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p:txBody>
      </p:sp>
      <p:sp>
        <p:nvSpPr>
          <p:cNvPr id="22" name="Textplatzhalter 4"/>
          <p:cNvSpPr>
            <a:spLocks noGrp="1"/>
          </p:cNvSpPr>
          <p:nvPr>
            <p:ph type="body" sz="quarter" idx="27"/>
          </p:nvPr>
        </p:nvSpPr>
        <p:spPr>
          <a:xfrm>
            <a:off x="3371850" y="86336"/>
            <a:ext cx="720000" cy="249299"/>
          </a:xfrm>
        </p:spPr>
        <p:txBody>
          <a:bodyPr>
            <a:noAutofit/>
          </a:bodyPr>
          <a:lstStyle>
            <a:lvl1pPr marL="0" indent="0" rtl="0">
              <a:spcBef>
                <a:spcPts val="0"/>
              </a:spcBef>
              <a:buNone/>
              <a:defRPr sz="600" b="1">
                <a:solidFill>
                  <a:schemeClr val="accent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p:txBody>
      </p:sp>
      <p:sp>
        <p:nvSpPr>
          <p:cNvPr id="23" name="Textplatzhalter 4"/>
          <p:cNvSpPr>
            <a:spLocks noGrp="1"/>
          </p:cNvSpPr>
          <p:nvPr>
            <p:ph type="body" sz="quarter" idx="24"/>
          </p:nvPr>
        </p:nvSpPr>
        <p:spPr>
          <a:xfrm>
            <a:off x="4960936"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p:txBody>
      </p:sp>
      <p:sp>
        <p:nvSpPr>
          <p:cNvPr id="24" name="Textplatzhalter 4"/>
          <p:cNvSpPr>
            <a:spLocks noGrp="1"/>
          </p:cNvSpPr>
          <p:nvPr>
            <p:ph type="body" sz="quarter" idx="25"/>
          </p:nvPr>
        </p:nvSpPr>
        <p:spPr>
          <a:xfrm>
            <a:off x="5753098"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p:txBody>
      </p:sp>
      <p:sp>
        <p:nvSpPr>
          <p:cNvPr id="31" name="Textplatzhalter 18"/>
          <p:cNvSpPr>
            <a:spLocks noGrp="1"/>
          </p:cNvSpPr>
          <p:nvPr>
            <p:ph type="body" sz="quarter" idx="29"/>
          </p:nvPr>
        </p:nvSpPr>
        <p:spPr>
          <a:xfrm>
            <a:off x="976313" y="633413"/>
            <a:ext cx="2233612" cy="83100"/>
          </a:xfrm>
        </p:spPr>
        <p:txBody>
          <a:bodyPr/>
          <a:lstStyle>
            <a:lvl1pPr marL="0" indent="0" rtl="0">
              <a:buNone/>
              <a:defRPr sz="600" b="0" cap="all" baseline="0">
                <a:solidFill>
                  <a:schemeClr val="bg1"/>
                </a:solidFill>
              </a:defRPr>
            </a:lvl1pPr>
            <a:lvl2pPr marL="0" indent="0">
              <a:buNone/>
              <a:tabLst/>
              <a:defRPr sz="900" b="0">
                <a:solidFill>
                  <a:schemeClr val="bg1"/>
                </a:solidFill>
              </a:defRPr>
            </a:lvl2pPr>
          </a:lstStyle>
          <a:p>
            <a:pPr lvl="0"/>
            <a:r>
              <a:rPr lang="en-US"/>
              <a:t>Click to edit Master text styles</a:t>
            </a:r>
          </a:p>
        </p:txBody>
      </p:sp>
      <p:sp>
        <p:nvSpPr>
          <p:cNvPr id="9" name="Fußzeilenplatzhalter 1">
            <a:extLst>
              <a:ext uri="{FF2B5EF4-FFF2-40B4-BE49-F238E27FC236}">
                <a16:creationId xmlns:a16="http://schemas.microsoft.com/office/drawing/2014/main" id="{D42DA00D-FB70-98DD-C735-A38698A6BB96}"/>
              </a:ext>
            </a:extLst>
          </p:cNvPr>
          <p:cNvSpPr>
            <a:spLocks noGrp="1"/>
          </p:cNvSpPr>
          <p:nvPr>
            <p:ph type="ftr" sz="quarter" idx="30"/>
          </p:nvPr>
        </p:nvSpPr>
        <p:spPr/>
        <p:txBody>
          <a:bodyPr/>
          <a:lstStyle>
            <a:lvl1pPr rtl="0">
              <a:defRPr>
                <a:solidFill>
                  <a:schemeClr val="bg1"/>
                </a:solidFill>
              </a:defRPr>
            </a:lvl1pPr>
          </a:lstStyle>
          <a:p>
            <a:pPr>
              <a:defRPr/>
            </a:pPr>
            <a:r>
              <a:rPr lang="en-GB"/>
              <a:t>Type here if  add info needed  for every slide</a:t>
            </a:r>
          </a:p>
        </p:txBody>
      </p:sp>
      <p:sp>
        <p:nvSpPr>
          <p:cNvPr id="10" name="Datumsplatzhalter 28">
            <a:extLst>
              <a:ext uri="{FF2B5EF4-FFF2-40B4-BE49-F238E27FC236}">
                <a16:creationId xmlns:a16="http://schemas.microsoft.com/office/drawing/2014/main" id="{6E03119E-8DBF-F415-29CA-CCF7BA8FA7AB}"/>
              </a:ext>
            </a:extLst>
          </p:cNvPr>
          <p:cNvSpPr>
            <a:spLocks noGrp="1"/>
          </p:cNvSpPr>
          <p:nvPr>
            <p:ph type="dt" sz="half" idx="31"/>
          </p:nvPr>
        </p:nvSpPr>
        <p:spPr/>
        <p:txBody>
          <a:bodyPr/>
          <a:lstStyle>
            <a:lvl1pPr algn="l" rtl="0">
              <a:defRPr lang="de-DE" sz="600" b="1">
                <a:solidFill>
                  <a:srgbClr val="000000"/>
                </a:solidFill>
              </a:defRPr>
            </a:lvl1pPr>
          </a:lstStyle>
          <a:p>
            <a:pPr>
              <a:defRPr/>
            </a:pPr>
            <a:fld id="{6EDE9306-C0FD-5E4F-BBD4-76FCE361F959}" type="datetime4">
              <a:rPr lang="en-GB"/>
              <a:pPr>
                <a:defRPr/>
              </a:pPr>
              <a:t>25 November 2025</a:t>
            </a:fld>
            <a:endParaRPr lang="en-GB" dirty="0"/>
          </a:p>
        </p:txBody>
      </p:sp>
    </p:spTree>
    <p:extLst>
      <p:ext uri="{BB962C8B-B14F-4D97-AF65-F5344CB8AC3E}">
        <p14:creationId xmlns:p14="http://schemas.microsoft.com/office/powerpoint/2010/main" val="16087148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ontact slide white">
    <p:spTree>
      <p:nvGrpSpPr>
        <p:cNvPr id="1" name=""/>
        <p:cNvGrpSpPr/>
        <p:nvPr/>
      </p:nvGrpSpPr>
      <p:grpSpPr>
        <a:xfrm>
          <a:off x="0" y="0"/>
          <a:ext cx="0" cy="0"/>
          <a:chOff x="0" y="0"/>
          <a:chExt cx="0" cy="0"/>
        </a:xfrm>
      </p:grpSpPr>
      <p:graphicFrame>
        <p:nvGraphicFramePr>
          <p:cNvPr id="2" name="Objekt 12" hidden="1">
            <a:extLst>
              <a:ext uri="{FF2B5EF4-FFF2-40B4-BE49-F238E27FC236}">
                <a16:creationId xmlns:a16="http://schemas.microsoft.com/office/drawing/2014/main" id="{7D46EC83-A9D6-41A9-9C8B-0B5F4FA29CA3}"/>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73730" name="Objekt 12" hidden="1">
                        <a:extLst>
                          <a:ext uri="{FF2B5EF4-FFF2-40B4-BE49-F238E27FC236}">
                            <a16:creationId xmlns:a16="http://schemas.microsoft.com/office/drawing/2014/main" id="{26C71196-6748-EEE3-8B16-5B72E8AF57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 name="Bildplatzhalter 10">
            <a:extLst>
              <a:ext uri="{FF2B5EF4-FFF2-40B4-BE49-F238E27FC236}">
                <a16:creationId xmlns:a16="http://schemas.microsoft.com/office/drawing/2014/main" id="{9C1C59C2-74CD-B2AD-F0B2-940B66422C04}"/>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l="5" r="5"/>
          <a:stretch>
            <a:fillRect/>
          </a:stretch>
        </p:blipFill>
        <p:spPr bwMode="auto">
          <a:xfrm>
            <a:off x="188913" y="441325"/>
            <a:ext cx="8772525" cy="451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feld 5">
            <a:extLst>
              <a:ext uri="{FF2B5EF4-FFF2-40B4-BE49-F238E27FC236}">
                <a16:creationId xmlns:a16="http://schemas.microsoft.com/office/drawing/2014/main" id="{1594C8A7-82D2-D496-2D21-B5B2B2196675}"/>
              </a:ext>
            </a:extLst>
          </p:cNvPr>
          <p:cNvSpPr txBox="1">
            <a:spLocks noChangeArrowheads="1"/>
          </p:cNvSpPr>
          <p:nvPr userDrawn="1"/>
        </p:nvSpPr>
        <p:spPr bwMode="white">
          <a:xfrm>
            <a:off x="977900" y="663575"/>
            <a:ext cx="7191375" cy="1354138"/>
          </a:xfrm>
          <a:prstGeom prst="rect">
            <a:avLst/>
          </a:prstGeom>
          <a:noFill/>
          <a:ln>
            <a:noFill/>
          </a:ln>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4400" b="1"/>
              <a:t>Shaping the future </a:t>
            </a:r>
            <a:br>
              <a:rPr lang="en-GB" altLang="en-VN" sz="4400" b="1"/>
            </a:br>
            <a:r>
              <a:rPr lang="en-GB" altLang="en-VN" sz="4400" b="1"/>
              <a:t>of digital business </a:t>
            </a:r>
          </a:p>
        </p:txBody>
      </p:sp>
      <p:grpSp>
        <p:nvGrpSpPr>
          <p:cNvPr id="6" name="Gruppieren 9">
            <a:extLst>
              <a:ext uri="{FF2B5EF4-FFF2-40B4-BE49-F238E27FC236}">
                <a16:creationId xmlns:a16="http://schemas.microsoft.com/office/drawing/2014/main" id="{69DE7E96-E63B-6799-2322-DA7F172CCDF0}"/>
              </a:ext>
            </a:extLst>
          </p:cNvPr>
          <p:cNvGrpSpPr>
            <a:grpSpLocks/>
          </p:cNvGrpSpPr>
          <p:nvPr userDrawn="1"/>
        </p:nvGrpSpPr>
        <p:grpSpPr bwMode="auto">
          <a:xfrm>
            <a:off x="7767638" y="106363"/>
            <a:ext cx="1193800" cy="222250"/>
            <a:chOff x="8174038" y="147638"/>
            <a:chExt cx="787400" cy="146050"/>
          </a:xfrm>
        </p:grpSpPr>
        <p:sp>
          <p:nvSpPr>
            <p:cNvPr id="7" name="AutoShape 89">
              <a:extLst>
                <a:ext uri="{FF2B5EF4-FFF2-40B4-BE49-F238E27FC236}">
                  <a16:creationId xmlns:a16="http://schemas.microsoft.com/office/drawing/2014/main" id="{16038201-B87F-AB99-1C68-E4F3E1FCEFDA}"/>
                </a:ext>
              </a:extLst>
            </p:cNvPr>
            <p:cNvSpPr>
              <a:spLocks noChangeAspect="1" noChangeArrowheads="1" noTextEdit="1"/>
            </p:cNvSpPr>
            <p:nvPr userDrawn="1"/>
          </p:nvSpPr>
          <p:spPr bwMode="auto">
            <a:xfrm>
              <a:off x="8174038" y="147638"/>
              <a:ext cx="787400"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VN"/>
            </a:p>
          </p:txBody>
        </p:sp>
        <p:sp>
          <p:nvSpPr>
            <p:cNvPr id="8" name="Rectangle 91">
              <a:extLst>
                <a:ext uri="{FF2B5EF4-FFF2-40B4-BE49-F238E27FC236}">
                  <a16:creationId xmlns:a16="http://schemas.microsoft.com/office/drawing/2014/main" id="{15F3C218-E43B-C317-306D-6C25CCEC1300}"/>
                </a:ext>
              </a:extLst>
            </p:cNvPr>
            <p:cNvSpPr>
              <a:spLocks noChangeArrowheads="1"/>
            </p:cNvSpPr>
            <p:nvPr userDrawn="1"/>
          </p:nvSpPr>
          <p:spPr bwMode="auto">
            <a:xfrm>
              <a:off x="8174038" y="147638"/>
              <a:ext cx="787400" cy="146050"/>
            </a:xfrm>
            <a:prstGeom prst="rect">
              <a:avLst/>
            </a:prstGeom>
            <a:solidFill>
              <a:schemeClr val="accent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10" name="Rectangle 92">
              <a:extLst>
                <a:ext uri="{FF2B5EF4-FFF2-40B4-BE49-F238E27FC236}">
                  <a16:creationId xmlns:a16="http://schemas.microsoft.com/office/drawing/2014/main" id="{C0C413BE-3F83-749F-0AA1-3A4FA0405CEF}"/>
                </a:ext>
              </a:extLst>
            </p:cNvPr>
            <p:cNvSpPr>
              <a:spLocks noChangeArrowheads="1"/>
            </p:cNvSpPr>
            <p:nvPr userDrawn="1"/>
          </p:nvSpPr>
          <p:spPr bwMode="auto">
            <a:xfrm>
              <a:off x="8854636" y="187280"/>
              <a:ext cx="69107" cy="66766"/>
            </a:xfrm>
            <a:prstGeom prst="rect">
              <a:avLst/>
            </a:prstGeom>
            <a:solidFill>
              <a:schemeClr val="bg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11" name="Freeform 93">
              <a:extLst>
                <a:ext uri="{FF2B5EF4-FFF2-40B4-BE49-F238E27FC236}">
                  <a16:creationId xmlns:a16="http://schemas.microsoft.com/office/drawing/2014/main" id="{82C82ECE-DA97-FDEF-5616-27EAA157DC3A}"/>
                </a:ext>
              </a:extLst>
            </p:cNvPr>
            <p:cNvSpPr>
              <a:spLocks/>
            </p:cNvSpPr>
            <p:nvPr userDrawn="1"/>
          </p:nvSpPr>
          <p:spPr bwMode="auto">
            <a:xfrm>
              <a:off x="8621713" y="185738"/>
              <a:ext cx="65088" cy="69850"/>
            </a:xfrm>
            <a:custGeom>
              <a:avLst/>
              <a:gdLst>
                <a:gd name="T0" fmla="*/ 2147483646 w 40"/>
                <a:gd name="T1" fmla="*/ 2147483646 h 44"/>
                <a:gd name="T2" fmla="*/ 2147483646 w 40"/>
                <a:gd name="T3" fmla="*/ 2147483646 h 44"/>
                <a:gd name="T4" fmla="*/ 2147483646 w 40"/>
                <a:gd name="T5" fmla="*/ 2147483646 h 44"/>
                <a:gd name="T6" fmla="*/ 2147483646 w 40"/>
                <a:gd name="T7" fmla="*/ 2147483646 h 44"/>
                <a:gd name="T8" fmla="*/ 2147483646 w 40"/>
                <a:gd name="T9" fmla="*/ 2147483646 h 44"/>
                <a:gd name="T10" fmla="*/ 2147483646 w 40"/>
                <a:gd name="T11" fmla="*/ 2147483646 h 44"/>
                <a:gd name="T12" fmla="*/ 2147483646 w 40"/>
                <a:gd name="T13" fmla="*/ 2147483646 h 44"/>
                <a:gd name="T14" fmla="*/ 2147483646 w 40"/>
                <a:gd name="T15" fmla="*/ 2147483646 h 44"/>
                <a:gd name="T16" fmla="*/ 2147483646 w 40"/>
                <a:gd name="T17" fmla="*/ 2147483646 h 44"/>
                <a:gd name="T18" fmla="*/ 2147483646 w 40"/>
                <a:gd name="T19" fmla="*/ 2147483646 h 44"/>
                <a:gd name="T20" fmla="*/ 2147483646 w 40"/>
                <a:gd name="T21" fmla="*/ 2147483646 h 44"/>
                <a:gd name="T22" fmla="*/ 2147483646 w 40"/>
                <a:gd name="T23" fmla="*/ 0 h 44"/>
                <a:gd name="T24" fmla="*/ 0 w 40"/>
                <a:gd name="T25" fmla="*/ 2147483646 h 44"/>
                <a:gd name="T26" fmla="*/ 2147483646 w 40"/>
                <a:gd name="T27" fmla="*/ 2147483646 h 44"/>
                <a:gd name="T28" fmla="*/ 2147483646 w 40"/>
                <a:gd name="T29" fmla="*/ 2147483646 h 44"/>
                <a:gd name="T30" fmla="*/ 2147483646 w 40"/>
                <a:gd name="T31" fmla="*/ 2147483646 h 44"/>
                <a:gd name="T32" fmla="*/ 2147483646 w 40"/>
                <a:gd name="T33" fmla="*/ 2147483646 h 44"/>
                <a:gd name="T34" fmla="*/ 2147483646 w 40"/>
                <a:gd name="T35" fmla="*/ 2147483646 h 4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0" h="44">
                  <a:moveTo>
                    <a:pt x="21" y="18"/>
                  </a:moveTo>
                  <a:cubicBezTo>
                    <a:pt x="21" y="26"/>
                    <a:pt x="21" y="26"/>
                    <a:pt x="21" y="26"/>
                  </a:cubicBezTo>
                  <a:cubicBezTo>
                    <a:pt x="31" y="26"/>
                    <a:pt x="31" y="26"/>
                    <a:pt x="31" y="26"/>
                  </a:cubicBezTo>
                  <a:cubicBezTo>
                    <a:pt x="31" y="33"/>
                    <a:pt x="31" y="33"/>
                    <a:pt x="31" y="33"/>
                  </a:cubicBezTo>
                  <a:cubicBezTo>
                    <a:pt x="29" y="35"/>
                    <a:pt x="26" y="36"/>
                    <a:pt x="22" y="36"/>
                  </a:cubicBezTo>
                  <a:cubicBezTo>
                    <a:pt x="14" y="36"/>
                    <a:pt x="8" y="31"/>
                    <a:pt x="8" y="22"/>
                  </a:cubicBezTo>
                  <a:cubicBezTo>
                    <a:pt x="8" y="13"/>
                    <a:pt x="14" y="8"/>
                    <a:pt x="22" y="8"/>
                  </a:cubicBezTo>
                  <a:cubicBezTo>
                    <a:pt x="26" y="8"/>
                    <a:pt x="30" y="9"/>
                    <a:pt x="33" y="12"/>
                  </a:cubicBezTo>
                  <a:cubicBezTo>
                    <a:pt x="33" y="12"/>
                    <a:pt x="33" y="12"/>
                    <a:pt x="33" y="12"/>
                  </a:cubicBezTo>
                  <a:cubicBezTo>
                    <a:pt x="39" y="7"/>
                    <a:pt x="39" y="7"/>
                    <a:pt x="39" y="7"/>
                  </a:cubicBezTo>
                  <a:cubicBezTo>
                    <a:pt x="38" y="7"/>
                    <a:pt x="38" y="7"/>
                    <a:pt x="38" y="7"/>
                  </a:cubicBezTo>
                  <a:cubicBezTo>
                    <a:pt x="34" y="3"/>
                    <a:pt x="29" y="0"/>
                    <a:pt x="22" y="0"/>
                  </a:cubicBezTo>
                  <a:cubicBezTo>
                    <a:pt x="9" y="0"/>
                    <a:pt x="0" y="9"/>
                    <a:pt x="0" y="22"/>
                  </a:cubicBezTo>
                  <a:cubicBezTo>
                    <a:pt x="0" y="35"/>
                    <a:pt x="9" y="44"/>
                    <a:pt x="22" y="44"/>
                  </a:cubicBezTo>
                  <a:cubicBezTo>
                    <a:pt x="29" y="44"/>
                    <a:pt x="36" y="41"/>
                    <a:pt x="40" y="36"/>
                  </a:cubicBezTo>
                  <a:cubicBezTo>
                    <a:pt x="40" y="35"/>
                    <a:pt x="40" y="35"/>
                    <a:pt x="40" y="35"/>
                  </a:cubicBezTo>
                  <a:cubicBezTo>
                    <a:pt x="40" y="18"/>
                    <a:pt x="40" y="18"/>
                    <a:pt x="40" y="18"/>
                  </a:cubicBezTo>
                  <a:lnTo>
                    <a:pt x="21" y="1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2" name="Freeform 94">
              <a:extLst>
                <a:ext uri="{FF2B5EF4-FFF2-40B4-BE49-F238E27FC236}">
                  <a16:creationId xmlns:a16="http://schemas.microsoft.com/office/drawing/2014/main" id="{49B281C4-039C-372C-A3AC-EFE0D22E837E}"/>
                </a:ext>
              </a:extLst>
            </p:cNvPr>
            <p:cNvSpPr>
              <a:spLocks/>
            </p:cNvSpPr>
            <p:nvPr userDrawn="1"/>
          </p:nvSpPr>
          <p:spPr bwMode="auto">
            <a:xfrm>
              <a:off x="8702676" y="187326"/>
              <a:ext cx="50800" cy="66675"/>
            </a:xfrm>
            <a:custGeom>
              <a:avLst/>
              <a:gdLst>
                <a:gd name="T0" fmla="*/ 2147483646 w 32"/>
                <a:gd name="T1" fmla="*/ 2147483646 h 42"/>
                <a:gd name="T2" fmla="*/ 2147483646 w 32"/>
                <a:gd name="T3" fmla="*/ 0 h 42"/>
                <a:gd name="T4" fmla="*/ 0 w 32"/>
                <a:gd name="T5" fmla="*/ 0 h 42"/>
                <a:gd name="T6" fmla="*/ 0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2147483646 h 42"/>
                <a:gd name="T16" fmla="*/ 2147483646 w 32"/>
                <a:gd name="T17" fmla="*/ 2147483646 h 42"/>
                <a:gd name="T18" fmla="*/ 2147483646 w 32"/>
                <a:gd name="T19" fmla="*/ 2147483646 h 42"/>
                <a:gd name="T20" fmla="*/ 2147483646 w 32"/>
                <a:gd name="T21" fmla="*/ 2147483646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2" h="42">
                  <a:moveTo>
                    <a:pt x="32" y="8"/>
                  </a:moveTo>
                  <a:lnTo>
                    <a:pt x="32" y="0"/>
                  </a:lnTo>
                  <a:lnTo>
                    <a:pt x="0" y="0"/>
                  </a:lnTo>
                  <a:lnTo>
                    <a:pt x="0" y="42"/>
                  </a:lnTo>
                  <a:lnTo>
                    <a:pt x="9" y="42"/>
                  </a:lnTo>
                  <a:lnTo>
                    <a:pt x="9" y="25"/>
                  </a:lnTo>
                  <a:lnTo>
                    <a:pt x="31" y="25"/>
                  </a:lnTo>
                  <a:lnTo>
                    <a:pt x="31" y="18"/>
                  </a:lnTo>
                  <a:lnTo>
                    <a:pt x="9" y="18"/>
                  </a:lnTo>
                  <a:lnTo>
                    <a:pt x="9" y="8"/>
                  </a:lnTo>
                  <a:lnTo>
                    <a:pt x="32" y="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3" name="Freeform 95">
              <a:extLst>
                <a:ext uri="{FF2B5EF4-FFF2-40B4-BE49-F238E27FC236}">
                  <a16:creationId xmlns:a16="http://schemas.microsoft.com/office/drawing/2014/main" id="{8E30974A-DF76-6715-544F-EBCFF2B80A88}"/>
                </a:ext>
              </a:extLst>
            </p:cNvPr>
            <p:cNvSpPr>
              <a:spLocks/>
            </p:cNvSpPr>
            <p:nvPr userDrawn="1"/>
          </p:nvSpPr>
          <p:spPr bwMode="auto">
            <a:xfrm>
              <a:off x="8761413" y="187326"/>
              <a:ext cx="50800" cy="66675"/>
            </a:xfrm>
            <a:custGeom>
              <a:avLst/>
              <a:gdLst>
                <a:gd name="T0" fmla="*/ 0 w 32"/>
                <a:gd name="T1" fmla="*/ 0 h 42"/>
                <a:gd name="T2" fmla="*/ 0 w 32"/>
                <a:gd name="T3" fmla="*/ 2147483646 h 42"/>
                <a:gd name="T4" fmla="*/ 2147483646 w 32"/>
                <a:gd name="T5" fmla="*/ 2147483646 h 42"/>
                <a:gd name="T6" fmla="*/ 2147483646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0 h 42"/>
                <a:gd name="T16" fmla="*/ 0 w 32"/>
                <a:gd name="T17" fmla="*/ 0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 h="42">
                  <a:moveTo>
                    <a:pt x="0" y="0"/>
                  </a:moveTo>
                  <a:lnTo>
                    <a:pt x="0" y="8"/>
                  </a:lnTo>
                  <a:lnTo>
                    <a:pt x="11" y="8"/>
                  </a:lnTo>
                  <a:lnTo>
                    <a:pt x="11" y="42"/>
                  </a:lnTo>
                  <a:lnTo>
                    <a:pt x="20" y="42"/>
                  </a:lnTo>
                  <a:lnTo>
                    <a:pt x="20" y="8"/>
                  </a:lnTo>
                  <a:lnTo>
                    <a:pt x="32" y="8"/>
                  </a:lnTo>
                  <a:lnTo>
                    <a:pt x="32"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grpSp>
      <p:sp>
        <p:nvSpPr>
          <p:cNvPr id="14" name="Textfeld 4">
            <a:extLst>
              <a:ext uri="{FF2B5EF4-FFF2-40B4-BE49-F238E27FC236}">
                <a16:creationId xmlns:a16="http://schemas.microsoft.com/office/drawing/2014/main" id="{EFE9BCD1-1B5C-7C35-5348-BE996CE18988}"/>
              </a:ext>
            </a:extLst>
          </p:cNvPr>
          <p:cNvSpPr txBox="1">
            <a:spLocks noChangeArrowheads="1"/>
          </p:cNvSpPr>
          <p:nvPr userDrawn="1"/>
        </p:nvSpPr>
        <p:spPr bwMode="auto">
          <a:xfrm>
            <a:off x="982663" y="5003800"/>
            <a:ext cx="7186612" cy="92075"/>
          </a:xfrm>
          <a:prstGeom prst="rect">
            <a:avLst/>
          </a:prstGeom>
          <a:noFill/>
          <a:ln>
            <a:noFill/>
          </a:ln>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600" b="1"/>
              <a:t>© 2023 | GFT Technologies SE and its affiliates. All rights reserved.</a:t>
            </a:r>
          </a:p>
        </p:txBody>
      </p:sp>
      <p:grpSp>
        <p:nvGrpSpPr>
          <p:cNvPr id="15" name="Gruppieren 19">
            <a:extLst>
              <a:ext uri="{FF2B5EF4-FFF2-40B4-BE49-F238E27FC236}">
                <a16:creationId xmlns:a16="http://schemas.microsoft.com/office/drawing/2014/main" id="{6AC87A2B-8561-30D4-DA3F-F7D910D7CC24}"/>
              </a:ext>
            </a:extLst>
          </p:cNvPr>
          <p:cNvGrpSpPr>
            <a:grpSpLocks/>
          </p:cNvGrpSpPr>
          <p:nvPr userDrawn="1"/>
        </p:nvGrpSpPr>
        <p:grpSpPr bwMode="auto">
          <a:xfrm>
            <a:off x="9542463" y="431800"/>
            <a:ext cx="1614487" cy="904875"/>
            <a:chOff x="9463668" y="1940312"/>
            <a:chExt cx="1614235" cy="904790"/>
          </a:xfrm>
        </p:grpSpPr>
        <p:sp>
          <p:nvSpPr>
            <p:cNvPr id="16" name="Textfeld 23">
              <a:extLst>
                <a:ext uri="{FF2B5EF4-FFF2-40B4-BE49-F238E27FC236}">
                  <a16:creationId xmlns:a16="http://schemas.microsoft.com/office/drawing/2014/main" id="{821B5B7D-F1AE-2232-10DA-5474A8F0DA57}"/>
                </a:ext>
              </a:extLst>
            </p:cNvPr>
            <p:cNvSpPr txBox="1">
              <a:spLocks noChangeArrowheads="1"/>
            </p:cNvSpPr>
            <p:nvPr/>
          </p:nvSpPr>
          <p:spPr bwMode="auto">
            <a:xfrm>
              <a:off x="9463668" y="1940312"/>
              <a:ext cx="1614235" cy="904790"/>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white thank-you-slide</a:t>
              </a:r>
              <a:br>
                <a:rPr lang="en-GB" altLang="en-VN" sz="700">
                  <a:solidFill>
                    <a:schemeClr val="bg1"/>
                  </a:solidFill>
                </a:rPr>
              </a:br>
              <a:r>
                <a:rPr lang="en-GB" altLang="en-VN" sz="700">
                  <a:solidFill>
                    <a:schemeClr val="bg1"/>
                  </a:solidFill>
                </a:rPr>
                <a:t>for black font with optional contact picture.</a:t>
              </a:r>
            </a:p>
          </p:txBody>
        </p:sp>
        <p:sp>
          <p:nvSpPr>
            <p:cNvPr id="17" name="Freihandform: Form 122">
              <a:extLst>
                <a:ext uri="{FF2B5EF4-FFF2-40B4-BE49-F238E27FC236}">
                  <a16:creationId xmlns:a16="http://schemas.microsoft.com/office/drawing/2014/main" id="{B08517DD-1799-3717-E405-17C456195547}"/>
                </a:ext>
              </a:extLst>
            </p:cNvPr>
            <p:cNvSpPr/>
            <p:nvPr/>
          </p:nvSpPr>
          <p:spPr>
            <a:xfrm>
              <a:off x="9516047" y="1994282"/>
              <a:ext cx="360307" cy="360329"/>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6"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9" name="Textplatzhalter 8"/>
          <p:cNvSpPr>
            <a:spLocks noGrp="1"/>
          </p:cNvSpPr>
          <p:nvPr>
            <p:ph type="body" sz="quarter" idx="13"/>
          </p:nvPr>
        </p:nvSpPr>
        <p:spPr bwMode="gray">
          <a:xfrm>
            <a:off x="982662" y="2701925"/>
            <a:ext cx="3989388" cy="193899"/>
          </a:xfrm>
        </p:spPr>
        <p:txBody>
          <a:bodyPr/>
          <a:lstStyle>
            <a:lvl1pPr marL="0" indent="0" rtl="0">
              <a:buNone/>
              <a:defRPr sz="1400" b="1">
                <a:solidFill>
                  <a:schemeClr val="tx1"/>
                </a:solidFill>
              </a:defRPr>
            </a:lvl1pPr>
          </a:lstStyle>
          <a:p>
            <a:pPr lvl="0"/>
            <a:r>
              <a:rPr lang="en-US"/>
              <a:t>Click to edit Master text styles</a:t>
            </a:r>
          </a:p>
        </p:txBody>
      </p:sp>
      <p:sp>
        <p:nvSpPr>
          <p:cNvPr id="3" name="Textplatzhalter 2"/>
          <p:cNvSpPr>
            <a:spLocks noGrp="1"/>
          </p:cNvSpPr>
          <p:nvPr>
            <p:ph type="body" sz="quarter" idx="15"/>
          </p:nvPr>
        </p:nvSpPr>
        <p:spPr bwMode="gray">
          <a:xfrm>
            <a:off x="982662" y="3027095"/>
            <a:ext cx="3989388" cy="1123384"/>
          </a:xfrm>
        </p:spPr>
        <p:txBody>
          <a:bodyPr/>
          <a:lstStyle>
            <a:lvl1pPr marL="0" marR="0" indent="0" algn="l" defTabSz="685800" rtl="0" eaLnBrk="1" fontAlgn="base" latinLnBrk="0" hangingPunct="1">
              <a:lnSpc>
                <a:spcPct val="90000"/>
              </a:lnSpc>
              <a:spcBef>
                <a:spcPts val="600"/>
              </a:spcBef>
              <a:spcAft>
                <a:spcPct val="0"/>
              </a:spcAft>
              <a:buClr>
                <a:srgbClr val="000000"/>
              </a:buClr>
              <a:buSzTx/>
              <a:buFont typeface="Wingdings" panose="05000000000000000000" pitchFamily="2" charset="2"/>
              <a:buNone/>
              <a:tabLst/>
              <a:defRPr sz="1000" baseline="0">
                <a:solidFill>
                  <a:schemeClr val="tx1"/>
                </a:solidFill>
              </a:defRPr>
            </a:lvl1pPr>
            <a:lvl2pPr>
              <a:defRPr sz="14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p:txBody>
      </p:sp>
      <p:sp>
        <p:nvSpPr>
          <p:cNvPr id="18" name="Bildplatzhalter 14"/>
          <p:cNvSpPr>
            <a:spLocks noGrp="1" noChangeAspect="1"/>
          </p:cNvSpPr>
          <p:nvPr>
            <p:ph type="pic" sz="quarter" idx="14"/>
          </p:nvPr>
        </p:nvSpPr>
        <p:spPr>
          <a:xfrm>
            <a:off x="5776715" y="2701925"/>
            <a:ext cx="1591200" cy="1591200"/>
          </a:xfrm>
          <a:solidFill>
            <a:schemeClr val="bg2"/>
          </a:solidFill>
          <a:ln w="19050">
            <a:solidFill>
              <a:schemeClr val="bg1"/>
            </a:solidFill>
          </a:ln>
        </p:spPr>
        <p:txBody>
          <a:bodyPr rtlCol="0" anchor="ctr">
            <a:noAutofit/>
          </a:bodyPr>
          <a:lstStyle>
            <a:lvl1pPr marL="0" indent="0" algn="ctr" rtl="0">
              <a:buNone/>
              <a:defRPr sz="1000">
                <a:solidFill>
                  <a:schemeClr val="tx1"/>
                </a:solidFill>
              </a:defRPr>
            </a:lvl1pPr>
          </a:lstStyle>
          <a:p>
            <a:pPr lvl="0"/>
            <a:r>
              <a:rPr lang="en-US" noProof="0"/>
              <a:t>Click icon to add picture</a:t>
            </a:r>
            <a:endParaRPr lang="en-GB" noProof="0" dirty="0"/>
          </a:p>
        </p:txBody>
      </p:sp>
    </p:spTree>
    <p:extLst>
      <p:ext uri="{BB962C8B-B14F-4D97-AF65-F5344CB8AC3E}">
        <p14:creationId xmlns:p14="http://schemas.microsoft.com/office/powerpoint/2010/main" val="30001809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ontact slide with picture ">
    <p:spTree>
      <p:nvGrpSpPr>
        <p:cNvPr id="1" name=""/>
        <p:cNvGrpSpPr/>
        <p:nvPr/>
      </p:nvGrpSpPr>
      <p:grpSpPr>
        <a:xfrm>
          <a:off x="0" y="0"/>
          <a:ext cx="0" cy="0"/>
          <a:chOff x="0" y="0"/>
          <a:chExt cx="0" cy="0"/>
        </a:xfrm>
      </p:grpSpPr>
      <p:graphicFrame>
        <p:nvGraphicFramePr>
          <p:cNvPr id="2" name="Objekt 12" hidden="1">
            <a:extLst>
              <a:ext uri="{FF2B5EF4-FFF2-40B4-BE49-F238E27FC236}">
                <a16:creationId xmlns:a16="http://schemas.microsoft.com/office/drawing/2014/main" id="{06706AFA-1A16-113D-B43D-C0FFB5FF021B}"/>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74754" name="Objekt 12" hidden="1">
                        <a:extLst>
                          <a:ext uri="{FF2B5EF4-FFF2-40B4-BE49-F238E27FC236}">
                            <a16:creationId xmlns:a16="http://schemas.microsoft.com/office/drawing/2014/main" id="{C440C7CC-372E-C83B-C8D6-97AB22C74D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 name="Gruppieren 9">
            <a:extLst>
              <a:ext uri="{FF2B5EF4-FFF2-40B4-BE49-F238E27FC236}">
                <a16:creationId xmlns:a16="http://schemas.microsoft.com/office/drawing/2014/main" id="{D1123A61-2B8C-4FBE-9B5C-6DA2DAE9EBB4}"/>
              </a:ext>
            </a:extLst>
          </p:cNvPr>
          <p:cNvGrpSpPr>
            <a:grpSpLocks/>
          </p:cNvGrpSpPr>
          <p:nvPr userDrawn="1"/>
        </p:nvGrpSpPr>
        <p:grpSpPr bwMode="auto">
          <a:xfrm>
            <a:off x="7767638" y="106363"/>
            <a:ext cx="1193800" cy="222250"/>
            <a:chOff x="8174038" y="147638"/>
            <a:chExt cx="787400" cy="146050"/>
          </a:xfrm>
        </p:grpSpPr>
        <p:sp>
          <p:nvSpPr>
            <p:cNvPr id="5" name="AutoShape 89">
              <a:extLst>
                <a:ext uri="{FF2B5EF4-FFF2-40B4-BE49-F238E27FC236}">
                  <a16:creationId xmlns:a16="http://schemas.microsoft.com/office/drawing/2014/main" id="{97CF518E-F59C-F556-99A7-61DA21FB2255}"/>
                </a:ext>
              </a:extLst>
            </p:cNvPr>
            <p:cNvSpPr>
              <a:spLocks noChangeAspect="1" noChangeArrowheads="1" noTextEdit="1"/>
            </p:cNvSpPr>
            <p:nvPr userDrawn="1"/>
          </p:nvSpPr>
          <p:spPr bwMode="auto">
            <a:xfrm>
              <a:off x="8174038" y="147638"/>
              <a:ext cx="787400"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VN"/>
            </a:p>
          </p:txBody>
        </p:sp>
        <p:sp>
          <p:nvSpPr>
            <p:cNvPr id="6" name="Rectangle 91">
              <a:extLst>
                <a:ext uri="{FF2B5EF4-FFF2-40B4-BE49-F238E27FC236}">
                  <a16:creationId xmlns:a16="http://schemas.microsoft.com/office/drawing/2014/main" id="{72C9375A-BE80-6D3A-E61B-7298C6257A5C}"/>
                </a:ext>
              </a:extLst>
            </p:cNvPr>
            <p:cNvSpPr>
              <a:spLocks noChangeArrowheads="1"/>
            </p:cNvSpPr>
            <p:nvPr userDrawn="1"/>
          </p:nvSpPr>
          <p:spPr bwMode="auto">
            <a:xfrm>
              <a:off x="8174038" y="147638"/>
              <a:ext cx="787400" cy="146050"/>
            </a:xfrm>
            <a:prstGeom prst="rect">
              <a:avLst/>
            </a:prstGeom>
            <a:solidFill>
              <a:schemeClr val="accent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7" name="Rectangle 92">
              <a:extLst>
                <a:ext uri="{FF2B5EF4-FFF2-40B4-BE49-F238E27FC236}">
                  <a16:creationId xmlns:a16="http://schemas.microsoft.com/office/drawing/2014/main" id="{60114EFA-DDC5-7FF6-ED5D-94890D46D2D9}"/>
                </a:ext>
              </a:extLst>
            </p:cNvPr>
            <p:cNvSpPr>
              <a:spLocks noChangeArrowheads="1"/>
            </p:cNvSpPr>
            <p:nvPr userDrawn="1"/>
          </p:nvSpPr>
          <p:spPr bwMode="auto">
            <a:xfrm>
              <a:off x="8854636" y="187280"/>
              <a:ext cx="69107" cy="66766"/>
            </a:xfrm>
            <a:prstGeom prst="rect">
              <a:avLst/>
            </a:prstGeom>
            <a:solidFill>
              <a:schemeClr val="bg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8" name="Freeform 93">
              <a:extLst>
                <a:ext uri="{FF2B5EF4-FFF2-40B4-BE49-F238E27FC236}">
                  <a16:creationId xmlns:a16="http://schemas.microsoft.com/office/drawing/2014/main" id="{1D35D705-8017-3089-D9BA-79C3568F6C75}"/>
                </a:ext>
              </a:extLst>
            </p:cNvPr>
            <p:cNvSpPr>
              <a:spLocks/>
            </p:cNvSpPr>
            <p:nvPr userDrawn="1"/>
          </p:nvSpPr>
          <p:spPr bwMode="auto">
            <a:xfrm>
              <a:off x="8621713" y="185738"/>
              <a:ext cx="65088" cy="69850"/>
            </a:xfrm>
            <a:custGeom>
              <a:avLst/>
              <a:gdLst>
                <a:gd name="T0" fmla="*/ 2147483646 w 40"/>
                <a:gd name="T1" fmla="*/ 2147483646 h 44"/>
                <a:gd name="T2" fmla="*/ 2147483646 w 40"/>
                <a:gd name="T3" fmla="*/ 2147483646 h 44"/>
                <a:gd name="T4" fmla="*/ 2147483646 w 40"/>
                <a:gd name="T5" fmla="*/ 2147483646 h 44"/>
                <a:gd name="T6" fmla="*/ 2147483646 w 40"/>
                <a:gd name="T7" fmla="*/ 2147483646 h 44"/>
                <a:gd name="T8" fmla="*/ 2147483646 w 40"/>
                <a:gd name="T9" fmla="*/ 2147483646 h 44"/>
                <a:gd name="T10" fmla="*/ 2147483646 w 40"/>
                <a:gd name="T11" fmla="*/ 2147483646 h 44"/>
                <a:gd name="T12" fmla="*/ 2147483646 w 40"/>
                <a:gd name="T13" fmla="*/ 2147483646 h 44"/>
                <a:gd name="T14" fmla="*/ 2147483646 w 40"/>
                <a:gd name="T15" fmla="*/ 2147483646 h 44"/>
                <a:gd name="T16" fmla="*/ 2147483646 w 40"/>
                <a:gd name="T17" fmla="*/ 2147483646 h 44"/>
                <a:gd name="T18" fmla="*/ 2147483646 w 40"/>
                <a:gd name="T19" fmla="*/ 2147483646 h 44"/>
                <a:gd name="T20" fmla="*/ 2147483646 w 40"/>
                <a:gd name="T21" fmla="*/ 2147483646 h 44"/>
                <a:gd name="T22" fmla="*/ 2147483646 w 40"/>
                <a:gd name="T23" fmla="*/ 0 h 44"/>
                <a:gd name="T24" fmla="*/ 0 w 40"/>
                <a:gd name="T25" fmla="*/ 2147483646 h 44"/>
                <a:gd name="T26" fmla="*/ 2147483646 w 40"/>
                <a:gd name="T27" fmla="*/ 2147483646 h 44"/>
                <a:gd name="T28" fmla="*/ 2147483646 w 40"/>
                <a:gd name="T29" fmla="*/ 2147483646 h 44"/>
                <a:gd name="T30" fmla="*/ 2147483646 w 40"/>
                <a:gd name="T31" fmla="*/ 2147483646 h 44"/>
                <a:gd name="T32" fmla="*/ 2147483646 w 40"/>
                <a:gd name="T33" fmla="*/ 2147483646 h 44"/>
                <a:gd name="T34" fmla="*/ 2147483646 w 40"/>
                <a:gd name="T35" fmla="*/ 2147483646 h 4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0" h="44">
                  <a:moveTo>
                    <a:pt x="21" y="18"/>
                  </a:moveTo>
                  <a:cubicBezTo>
                    <a:pt x="21" y="26"/>
                    <a:pt x="21" y="26"/>
                    <a:pt x="21" y="26"/>
                  </a:cubicBezTo>
                  <a:cubicBezTo>
                    <a:pt x="31" y="26"/>
                    <a:pt x="31" y="26"/>
                    <a:pt x="31" y="26"/>
                  </a:cubicBezTo>
                  <a:cubicBezTo>
                    <a:pt x="31" y="33"/>
                    <a:pt x="31" y="33"/>
                    <a:pt x="31" y="33"/>
                  </a:cubicBezTo>
                  <a:cubicBezTo>
                    <a:pt x="29" y="35"/>
                    <a:pt x="26" y="36"/>
                    <a:pt x="22" y="36"/>
                  </a:cubicBezTo>
                  <a:cubicBezTo>
                    <a:pt x="14" y="36"/>
                    <a:pt x="8" y="31"/>
                    <a:pt x="8" y="22"/>
                  </a:cubicBezTo>
                  <a:cubicBezTo>
                    <a:pt x="8" y="13"/>
                    <a:pt x="14" y="8"/>
                    <a:pt x="22" y="8"/>
                  </a:cubicBezTo>
                  <a:cubicBezTo>
                    <a:pt x="26" y="8"/>
                    <a:pt x="30" y="9"/>
                    <a:pt x="33" y="12"/>
                  </a:cubicBezTo>
                  <a:cubicBezTo>
                    <a:pt x="33" y="12"/>
                    <a:pt x="33" y="12"/>
                    <a:pt x="33" y="12"/>
                  </a:cubicBezTo>
                  <a:cubicBezTo>
                    <a:pt x="39" y="7"/>
                    <a:pt x="39" y="7"/>
                    <a:pt x="39" y="7"/>
                  </a:cubicBezTo>
                  <a:cubicBezTo>
                    <a:pt x="38" y="7"/>
                    <a:pt x="38" y="7"/>
                    <a:pt x="38" y="7"/>
                  </a:cubicBezTo>
                  <a:cubicBezTo>
                    <a:pt x="34" y="3"/>
                    <a:pt x="29" y="0"/>
                    <a:pt x="22" y="0"/>
                  </a:cubicBezTo>
                  <a:cubicBezTo>
                    <a:pt x="9" y="0"/>
                    <a:pt x="0" y="9"/>
                    <a:pt x="0" y="22"/>
                  </a:cubicBezTo>
                  <a:cubicBezTo>
                    <a:pt x="0" y="35"/>
                    <a:pt x="9" y="44"/>
                    <a:pt x="22" y="44"/>
                  </a:cubicBezTo>
                  <a:cubicBezTo>
                    <a:pt x="29" y="44"/>
                    <a:pt x="36" y="41"/>
                    <a:pt x="40" y="36"/>
                  </a:cubicBezTo>
                  <a:cubicBezTo>
                    <a:pt x="40" y="35"/>
                    <a:pt x="40" y="35"/>
                    <a:pt x="40" y="35"/>
                  </a:cubicBezTo>
                  <a:cubicBezTo>
                    <a:pt x="40" y="18"/>
                    <a:pt x="40" y="18"/>
                    <a:pt x="40" y="18"/>
                  </a:cubicBezTo>
                  <a:lnTo>
                    <a:pt x="21" y="1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0" name="Freeform 94">
              <a:extLst>
                <a:ext uri="{FF2B5EF4-FFF2-40B4-BE49-F238E27FC236}">
                  <a16:creationId xmlns:a16="http://schemas.microsoft.com/office/drawing/2014/main" id="{64A257D2-3D1A-70AF-AA6B-28D944A4140E}"/>
                </a:ext>
              </a:extLst>
            </p:cNvPr>
            <p:cNvSpPr>
              <a:spLocks/>
            </p:cNvSpPr>
            <p:nvPr userDrawn="1"/>
          </p:nvSpPr>
          <p:spPr bwMode="auto">
            <a:xfrm>
              <a:off x="8702676" y="187326"/>
              <a:ext cx="50800" cy="66675"/>
            </a:xfrm>
            <a:custGeom>
              <a:avLst/>
              <a:gdLst>
                <a:gd name="T0" fmla="*/ 2147483646 w 32"/>
                <a:gd name="T1" fmla="*/ 2147483646 h 42"/>
                <a:gd name="T2" fmla="*/ 2147483646 w 32"/>
                <a:gd name="T3" fmla="*/ 0 h 42"/>
                <a:gd name="T4" fmla="*/ 0 w 32"/>
                <a:gd name="T5" fmla="*/ 0 h 42"/>
                <a:gd name="T6" fmla="*/ 0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2147483646 h 42"/>
                <a:gd name="T16" fmla="*/ 2147483646 w 32"/>
                <a:gd name="T17" fmla="*/ 2147483646 h 42"/>
                <a:gd name="T18" fmla="*/ 2147483646 w 32"/>
                <a:gd name="T19" fmla="*/ 2147483646 h 42"/>
                <a:gd name="T20" fmla="*/ 2147483646 w 32"/>
                <a:gd name="T21" fmla="*/ 2147483646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2" h="42">
                  <a:moveTo>
                    <a:pt x="32" y="8"/>
                  </a:moveTo>
                  <a:lnTo>
                    <a:pt x="32" y="0"/>
                  </a:lnTo>
                  <a:lnTo>
                    <a:pt x="0" y="0"/>
                  </a:lnTo>
                  <a:lnTo>
                    <a:pt x="0" y="42"/>
                  </a:lnTo>
                  <a:lnTo>
                    <a:pt x="9" y="42"/>
                  </a:lnTo>
                  <a:lnTo>
                    <a:pt x="9" y="25"/>
                  </a:lnTo>
                  <a:lnTo>
                    <a:pt x="31" y="25"/>
                  </a:lnTo>
                  <a:lnTo>
                    <a:pt x="31" y="18"/>
                  </a:lnTo>
                  <a:lnTo>
                    <a:pt x="9" y="18"/>
                  </a:lnTo>
                  <a:lnTo>
                    <a:pt x="9" y="8"/>
                  </a:lnTo>
                  <a:lnTo>
                    <a:pt x="32" y="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1" name="Freeform 95">
              <a:extLst>
                <a:ext uri="{FF2B5EF4-FFF2-40B4-BE49-F238E27FC236}">
                  <a16:creationId xmlns:a16="http://schemas.microsoft.com/office/drawing/2014/main" id="{D2E5F815-C02B-3FA2-C0E7-71FAA1C4E7BC}"/>
                </a:ext>
              </a:extLst>
            </p:cNvPr>
            <p:cNvSpPr>
              <a:spLocks/>
            </p:cNvSpPr>
            <p:nvPr userDrawn="1"/>
          </p:nvSpPr>
          <p:spPr bwMode="auto">
            <a:xfrm>
              <a:off x="8761413" y="187326"/>
              <a:ext cx="50800" cy="66675"/>
            </a:xfrm>
            <a:custGeom>
              <a:avLst/>
              <a:gdLst>
                <a:gd name="T0" fmla="*/ 0 w 32"/>
                <a:gd name="T1" fmla="*/ 0 h 42"/>
                <a:gd name="T2" fmla="*/ 0 w 32"/>
                <a:gd name="T3" fmla="*/ 2147483646 h 42"/>
                <a:gd name="T4" fmla="*/ 2147483646 w 32"/>
                <a:gd name="T5" fmla="*/ 2147483646 h 42"/>
                <a:gd name="T6" fmla="*/ 2147483646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0 h 42"/>
                <a:gd name="T16" fmla="*/ 0 w 32"/>
                <a:gd name="T17" fmla="*/ 0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 h="42">
                  <a:moveTo>
                    <a:pt x="0" y="0"/>
                  </a:moveTo>
                  <a:lnTo>
                    <a:pt x="0" y="8"/>
                  </a:lnTo>
                  <a:lnTo>
                    <a:pt x="11" y="8"/>
                  </a:lnTo>
                  <a:lnTo>
                    <a:pt x="11" y="42"/>
                  </a:lnTo>
                  <a:lnTo>
                    <a:pt x="20" y="42"/>
                  </a:lnTo>
                  <a:lnTo>
                    <a:pt x="20" y="8"/>
                  </a:lnTo>
                  <a:lnTo>
                    <a:pt x="32" y="8"/>
                  </a:lnTo>
                  <a:lnTo>
                    <a:pt x="32"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grpSp>
      <p:sp>
        <p:nvSpPr>
          <p:cNvPr id="12" name="Textfeld 4">
            <a:extLst>
              <a:ext uri="{FF2B5EF4-FFF2-40B4-BE49-F238E27FC236}">
                <a16:creationId xmlns:a16="http://schemas.microsoft.com/office/drawing/2014/main" id="{E04A081F-84C5-9730-1176-0D462D53895D}"/>
              </a:ext>
            </a:extLst>
          </p:cNvPr>
          <p:cNvSpPr txBox="1">
            <a:spLocks noChangeArrowheads="1"/>
          </p:cNvSpPr>
          <p:nvPr userDrawn="1"/>
        </p:nvSpPr>
        <p:spPr bwMode="auto">
          <a:xfrm>
            <a:off x="982663" y="5003800"/>
            <a:ext cx="7186612" cy="92075"/>
          </a:xfrm>
          <a:prstGeom prst="rect">
            <a:avLst/>
          </a:prstGeom>
          <a:noFill/>
          <a:ln>
            <a:noFill/>
          </a:ln>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600" b="1"/>
              <a:t>© 2023 | GFT Technologies SE and its affiliates. All rights reserved.</a:t>
            </a:r>
          </a:p>
        </p:txBody>
      </p:sp>
      <p:grpSp>
        <p:nvGrpSpPr>
          <p:cNvPr id="13" name="Gruppieren 19">
            <a:extLst>
              <a:ext uri="{FF2B5EF4-FFF2-40B4-BE49-F238E27FC236}">
                <a16:creationId xmlns:a16="http://schemas.microsoft.com/office/drawing/2014/main" id="{18551400-C723-4611-CAB9-337302ADBE12}"/>
              </a:ext>
            </a:extLst>
          </p:cNvPr>
          <p:cNvGrpSpPr>
            <a:grpSpLocks/>
          </p:cNvGrpSpPr>
          <p:nvPr userDrawn="1"/>
        </p:nvGrpSpPr>
        <p:grpSpPr bwMode="auto">
          <a:xfrm>
            <a:off x="9542463" y="431800"/>
            <a:ext cx="1614487" cy="904875"/>
            <a:chOff x="9463668" y="1940312"/>
            <a:chExt cx="1614235" cy="904790"/>
          </a:xfrm>
        </p:grpSpPr>
        <p:sp>
          <p:nvSpPr>
            <p:cNvPr id="14" name="Textfeld 23">
              <a:extLst>
                <a:ext uri="{FF2B5EF4-FFF2-40B4-BE49-F238E27FC236}">
                  <a16:creationId xmlns:a16="http://schemas.microsoft.com/office/drawing/2014/main" id="{B8C36153-32FC-F010-E30D-1574B1460B3A}"/>
                </a:ext>
              </a:extLst>
            </p:cNvPr>
            <p:cNvSpPr txBox="1">
              <a:spLocks noChangeArrowheads="1"/>
            </p:cNvSpPr>
            <p:nvPr/>
          </p:nvSpPr>
          <p:spPr bwMode="auto">
            <a:xfrm>
              <a:off x="9463668" y="1940312"/>
              <a:ext cx="1614235" cy="904790"/>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thank-you-slide with image placeholder for black font with optional contact picture.</a:t>
              </a:r>
            </a:p>
          </p:txBody>
        </p:sp>
        <p:sp>
          <p:nvSpPr>
            <p:cNvPr id="15" name="Freihandform: Form 122">
              <a:extLst>
                <a:ext uri="{FF2B5EF4-FFF2-40B4-BE49-F238E27FC236}">
                  <a16:creationId xmlns:a16="http://schemas.microsoft.com/office/drawing/2014/main" id="{C4B89BFC-07EC-BF14-BF13-C65FA768548C}"/>
                </a:ext>
              </a:extLst>
            </p:cNvPr>
            <p:cNvSpPr/>
            <p:nvPr/>
          </p:nvSpPr>
          <p:spPr>
            <a:xfrm>
              <a:off x="9516047" y="1994282"/>
              <a:ext cx="360307" cy="360329"/>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5"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21" name="Bildplatzhalter 14"/>
          <p:cNvSpPr>
            <a:spLocks noGrp="1"/>
          </p:cNvSpPr>
          <p:nvPr>
            <p:ph type="pic" sz="quarter" idx="16"/>
          </p:nvPr>
        </p:nvSpPr>
        <p:spPr>
          <a:xfrm>
            <a:off x="188912" y="441325"/>
            <a:ext cx="8770144" cy="4519613"/>
          </a:xfrm>
          <a:solidFill>
            <a:schemeClr val="accent6"/>
          </a:solidFill>
        </p:spPr>
        <p:txBody>
          <a:bodyPr rtlCol="0">
            <a:noAutofit/>
          </a:bodyPr>
          <a:lstStyle>
            <a:lvl1pPr marL="0" indent="0" rtl="0">
              <a:buNone/>
              <a:defRPr sz="1200">
                <a:solidFill>
                  <a:schemeClr val="bg1"/>
                </a:solidFill>
              </a:defRPr>
            </a:lvl1pPr>
          </a:lstStyle>
          <a:p>
            <a:pPr lvl="0"/>
            <a:r>
              <a:rPr lang="en-US" noProof="0"/>
              <a:t>Click icon to add picture</a:t>
            </a:r>
            <a:endParaRPr lang="en-GB" noProof="0" dirty="0"/>
          </a:p>
        </p:txBody>
      </p:sp>
      <p:sp>
        <p:nvSpPr>
          <p:cNvPr id="9" name="Textplatzhalter 8"/>
          <p:cNvSpPr>
            <a:spLocks noGrp="1"/>
          </p:cNvSpPr>
          <p:nvPr>
            <p:ph type="body" sz="quarter" idx="13"/>
          </p:nvPr>
        </p:nvSpPr>
        <p:spPr bwMode="gray">
          <a:xfrm>
            <a:off x="982662" y="2701925"/>
            <a:ext cx="3989388" cy="193899"/>
          </a:xfrm>
        </p:spPr>
        <p:txBody>
          <a:bodyPr/>
          <a:lstStyle>
            <a:lvl1pPr marL="0" indent="0" rtl="0">
              <a:buNone/>
              <a:defRPr sz="1400" b="1">
                <a:solidFill>
                  <a:schemeClr val="tx1"/>
                </a:solidFill>
              </a:defRPr>
            </a:lvl1pPr>
          </a:lstStyle>
          <a:p>
            <a:pPr lvl="0"/>
            <a:r>
              <a:rPr lang="en-US"/>
              <a:t>Click to edit Master text styles</a:t>
            </a:r>
          </a:p>
        </p:txBody>
      </p:sp>
      <p:sp>
        <p:nvSpPr>
          <p:cNvPr id="3" name="Textplatzhalter 2"/>
          <p:cNvSpPr>
            <a:spLocks noGrp="1"/>
          </p:cNvSpPr>
          <p:nvPr>
            <p:ph type="body" sz="quarter" idx="15"/>
          </p:nvPr>
        </p:nvSpPr>
        <p:spPr bwMode="gray">
          <a:xfrm>
            <a:off x="982662" y="3027095"/>
            <a:ext cx="3989388" cy="1123384"/>
          </a:xfrm>
        </p:spPr>
        <p:txBody>
          <a:bodyPr/>
          <a:lstStyle>
            <a:lvl1pPr marL="0" marR="0" indent="0" algn="l" defTabSz="685800" rtl="0" eaLnBrk="1" fontAlgn="base" latinLnBrk="0" hangingPunct="1">
              <a:lnSpc>
                <a:spcPct val="90000"/>
              </a:lnSpc>
              <a:spcBef>
                <a:spcPts val="600"/>
              </a:spcBef>
              <a:spcAft>
                <a:spcPct val="0"/>
              </a:spcAft>
              <a:buClr>
                <a:srgbClr val="000000"/>
              </a:buClr>
              <a:buSzTx/>
              <a:buFont typeface="Wingdings" panose="05000000000000000000" pitchFamily="2" charset="2"/>
              <a:buNone/>
              <a:tabLst/>
              <a:defRPr sz="1000" baseline="0">
                <a:solidFill>
                  <a:schemeClr val="tx1"/>
                </a:solidFill>
              </a:defRPr>
            </a:lvl1pPr>
            <a:lvl2pPr>
              <a:defRPr sz="14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p:txBody>
      </p:sp>
      <p:sp>
        <p:nvSpPr>
          <p:cNvPr id="18" name="Bildplatzhalter 14"/>
          <p:cNvSpPr>
            <a:spLocks noGrp="1" noChangeAspect="1"/>
          </p:cNvSpPr>
          <p:nvPr>
            <p:ph type="pic" sz="quarter" idx="14"/>
          </p:nvPr>
        </p:nvSpPr>
        <p:spPr>
          <a:xfrm>
            <a:off x="5776715" y="2701925"/>
            <a:ext cx="1591200" cy="1591200"/>
          </a:xfrm>
          <a:solidFill>
            <a:schemeClr val="bg2"/>
          </a:solidFill>
          <a:ln w="19050">
            <a:solidFill>
              <a:schemeClr val="bg1"/>
            </a:solidFill>
          </a:ln>
        </p:spPr>
        <p:txBody>
          <a:bodyPr rtlCol="0" anchor="ctr">
            <a:noAutofit/>
          </a:bodyPr>
          <a:lstStyle>
            <a:lvl1pPr marL="0" indent="0" algn="ctr" rtl="0">
              <a:buNone/>
              <a:defRPr sz="1000">
                <a:solidFill>
                  <a:schemeClr val="tx1"/>
                </a:solidFill>
              </a:defRPr>
            </a:lvl1pPr>
          </a:lstStyle>
          <a:p>
            <a:pPr lvl="0"/>
            <a:r>
              <a:rPr lang="en-US" noProof="0"/>
              <a:t>Click icon to add picture</a:t>
            </a:r>
            <a:endParaRPr lang="en-GB" noProof="0" dirty="0"/>
          </a:p>
        </p:txBody>
      </p:sp>
      <p:sp>
        <p:nvSpPr>
          <p:cNvPr id="23" name="Textplatzhalter 2"/>
          <p:cNvSpPr>
            <a:spLocks noGrp="1"/>
          </p:cNvSpPr>
          <p:nvPr>
            <p:ph type="body" sz="quarter" idx="17"/>
          </p:nvPr>
        </p:nvSpPr>
        <p:spPr bwMode="gray">
          <a:xfrm>
            <a:off x="978102" y="663575"/>
            <a:ext cx="7191172" cy="1354217"/>
          </a:xfrm>
        </p:spPr>
        <p:txBody>
          <a:bodyPr/>
          <a:lstStyle>
            <a:lvl1pPr marL="0" marR="0" indent="0" algn="l" defTabSz="685800" rtl="0" eaLnBrk="1" fontAlgn="base" latinLnBrk="0" hangingPunct="1">
              <a:lnSpc>
                <a:spcPct val="100000"/>
              </a:lnSpc>
              <a:spcBef>
                <a:spcPts val="600"/>
              </a:spcBef>
              <a:spcAft>
                <a:spcPct val="0"/>
              </a:spcAft>
              <a:buClr>
                <a:srgbClr val="000000"/>
              </a:buClr>
              <a:buSzTx/>
              <a:buFont typeface="Wingdings" panose="05000000000000000000" pitchFamily="2" charset="2"/>
              <a:buNone/>
              <a:tabLst/>
              <a:defRPr sz="4400" b="1" baseline="0">
                <a:solidFill>
                  <a:schemeClr val="tx1"/>
                </a:solidFill>
              </a:defRPr>
            </a:lvl1pPr>
            <a:lvl2pPr>
              <a:defRPr sz="1400"/>
            </a:lvl2pPr>
            <a:lvl3pPr>
              <a:defRPr sz="1400"/>
            </a:lvl3pPr>
            <a:lvl4pPr>
              <a:defRPr sz="1400"/>
            </a:lvl4pPr>
            <a:lvl5pPr>
              <a:defRPr sz="1400"/>
            </a:lvl5pPr>
          </a:lstStyle>
          <a:p>
            <a:pPr lvl="0"/>
            <a:r>
              <a:rPr lang="en-US" noProof="0"/>
              <a:t>Click to edit Master text styles</a:t>
            </a:r>
          </a:p>
        </p:txBody>
      </p:sp>
    </p:spTree>
    <p:extLst>
      <p:ext uri="{BB962C8B-B14F-4D97-AF65-F5344CB8AC3E}">
        <p14:creationId xmlns:p14="http://schemas.microsoft.com/office/powerpoint/2010/main" val="37786169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lide black box">
    <p:spTree>
      <p:nvGrpSpPr>
        <p:cNvPr id="1" name=""/>
        <p:cNvGrpSpPr/>
        <p:nvPr/>
      </p:nvGrpSpPr>
      <p:grpSpPr>
        <a:xfrm>
          <a:off x="0" y="0"/>
          <a:ext cx="0" cy="0"/>
          <a:chOff x="0" y="0"/>
          <a:chExt cx="0" cy="0"/>
        </a:xfrm>
      </p:grpSpPr>
      <p:graphicFrame>
        <p:nvGraphicFramePr>
          <p:cNvPr id="4" name="Objekt 9" hidden="1">
            <a:extLst>
              <a:ext uri="{FF2B5EF4-FFF2-40B4-BE49-F238E27FC236}">
                <a16:creationId xmlns:a16="http://schemas.microsoft.com/office/drawing/2014/main" id="{76E034D4-9F03-1528-937D-F0E5BA27B183}"/>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75778" name="Objekt 9" hidden="1">
                        <a:extLst>
                          <a:ext uri="{FF2B5EF4-FFF2-40B4-BE49-F238E27FC236}">
                            <a16:creationId xmlns:a16="http://schemas.microsoft.com/office/drawing/2014/main" id="{97E1442E-81D3-38F9-D811-C6A49A7A94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chteck 6">
            <a:extLst>
              <a:ext uri="{FF2B5EF4-FFF2-40B4-BE49-F238E27FC236}">
                <a16:creationId xmlns:a16="http://schemas.microsoft.com/office/drawing/2014/main" id="{666E9996-93F1-1CBC-9D93-0E0C6A7AB14E}"/>
              </a:ext>
            </a:extLst>
          </p:cNvPr>
          <p:cNvSpPr/>
          <p:nvPr userDrawn="1"/>
        </p:nvSpPr>
        <p:spPr>
          <a:xfrm>
            <a:off x="527050" y="2525713"/>
            <a:ext cx="6097588" cy="2435225"/>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eaLnBrk="1" fontAlgn="auto" hangingPunct="1">
              <a:spcBef>
                <a:spcPts val="0"/>
              </a:spcBef>
              <a:spcAft>
                <a:spcPts val="0"/>
              </a:spcAft>
              <a:defRPr/>
            </a:pPr>
            <a:endParaRPr lang="en-GB" sz="1200" dirty="0">
              <a:solidFill>
                <a:schemeClr val="tx1"/>
              </a:solidFill>
            </a:endParaRPr>
          </a:p>
        </p:txBody>
      </p:sp>
      <p:grpSp>
        <p:nvGrpSpPr>
          <p:cNvPr id="6" name="Gruppieren 10">
            <a:extLst>
              <a:ext uri="{FF2B5EF4-FFF2-40B4-BE49-F238E27FC236}">
                <a16:creationId xmlns:a16="http://schemas.microsoft.com/office/drawing/2014/main" id="{7C331167-7785-E280-B049-7B5F56A34386}"/>
              </a:ext>
            </a:extLst>
          </p:cNvPr>
          <p:cNvGrpSpPr>
            <a:grpSpLocks/>
          </p:cNvGrpSpPr>
          <p:nvPr userDrawn="1"/>
        </p:nvGrpSpPr>
        <p:grpSpPr bwMode="auto">
          <a:xfrm>
            <a:off x="7767638" y="106363"/>
            <a:ext cx="1193800" cy="222250"/>
            <a:chOff x="8174038" y="147638"/>
            <a:chExt cx="787400" cy="146050"/>
          </a:xfrm>
        </p:grpSpPr>
        <p:sp>
          <p:nvSpPr>
            <p:cNvPr id="7" name="AutoShape 89">
              <a:extLst>
                <a:ext uri="{FF2B5EF4-FFF2-40B4-BE49-F238E27FC236}">
                  <a16:creationId xmlns:a16="http://schemas.microsoft.com/office/drawing/2014/main" id="{C378D193-E3DB-4E79-0028-04194AD68013}"/>
                </a:ext>
              </a:extLst>
            </p:cNvPr>
            <p:cNvSpPr>
              <a:spLocks noChangeAspect="1" noChangeArrowheads="1" noTextEdit="1"/>
            </p:cNvSpPr>
            <p:nvPr userDrawn="1"/>
          </p:nvSpPr>
          <p:spPr bwMode="auto">
            <a:xfrm>
              <a:off x="8174038" y="147638"/>
              <a:ext cx="787400"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VN"/>
            </a:p>
          </p:txBody>
        </p:sp>
        <p:sp>
          <p:nvSpPr>
            <p:cNvPr id="9" name="Rectangle 91">
              <a:extLst>
                <a:ext uri="{FF2B5EF4-FFF2-40B4-BE49-F238E27FC236}">
                  <a16:creationId xmlns:a16="http://schemas.microsoft.com/office/drawing/2014/main" id="{FA2036D7-28BE-F9AA-CA44-DED1D0DA9C92}"/>
                </a:ext>
              </a:extLst>
            </p:cNvPr>
            <p:cNvSpPr>
              <a:spLocks noChangeArrowheads="1"/>
            </p:cNvSpPr>
            <p:nvPr userDrawn="1"/>
          </p:nvSpPr>
          <p:spPr bwMode="auto">
            <a:xfrm>
              <a:off x="8174038" y="147638"/>
              <a:ext cx="787400" cy="146050"/>
            </a:xfrm>
            <a:prstGeom prst="rect">
              <a:avLst/>
            </a:prstGeom>
            <a:solidFill>
              <a:schemeClr val="accent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10" name="Rectangle 92">
              <a:extLst>
                <a:ext uri="{FF2B5EF4-FFF2-40B4-BE49-F238E27FC236}">
                  <a16:creationId xmlns:a16="http://schemas.microsoft.com/office/drawing/2014/main" id="{1465B8DC-588E-EF98-40D2-8A5393F37574}"/>
                </a:ext>
              </a:extLst>
            </p:cNvPr>
            <p:cNvSpPr>
              <a:spLocks noChangeArrowheads="1"/>
            </p:cNvSpPr>
            <p:nvPr userDrawn="1"/>
          </p:nvSpPr>
          <p:spPr bwMode="auto">
            <a:xfrm>
              <a:off x="8854636" y="187280"/>
              <a:ext cx="69107" cy="66766"/>
            </a:xfrm>
            <a:prstGeom prst="rect">
              <a:avLst/>
            </a:prstGeom>
            <a:solidFill>
              <a:schemeClr val="bg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11" name="Freeform 93">
              <a:extLst>
                <a:ext uri="{FF2B5EF4-FFF2-40B4-BE49-F238E27FC236}">
                  <a16:creationId xmlns:a16="http://schemas.microsoft.com/office/drawing/2014/main" id="{4CD54D6A-0275-0104-5C7F-50B45E360FC6}"/>
                </a:ext>
              </a:extLst>
            </p:cNvPr>
            <p:cNvSpPr>
              <a:spLocks/>
            </p:cNvSpPr>
            <p:nvPr userDrawn="1"/>
          </p:nvSpPr>
          <p:spPr bwMode="auto">
            <a:xfrm>
              <a:off x="8621713" y="185738"/>
              <a:ext cx="65088" cy="69850"/>
            </a:xfrm>
            <a:custGeom>
              <a:avLst/>
              <a:gdLst>
                <a:gd name="T0" fmla="*/ 2147483646 w 40"/>
                <a:gd name="T1" fmla="*/ 2147483646 h 44"/>
                <a:gd name="T2" fmla="*/ 2147483646 w 40"/>
                <a:gd name="T3" fmla="*/ 2147483646 h 44"/>
                <a:gd name="T4" fmla="*/ 2147483646 w 40"/>
                <a:gd name="T5" fmla="*/ 2147483646 h 44"/>
                <a:gd name="T6" fmla="*/ 2147483646 w 40"/>
                <a:gd name="T7" fmla="*/ 2147483646 h 44"/>
                <a:gd name="T8" fmla="*/ 2147483646 w 40"/>
                <a:gd name="T9" fmla="*/ 2147483646 h 44"/>
                <a:gd name="T10" fmla="*/ 2147483646 w 40"/>
                <a:gd name="T11" fmla="*/ 2147483646 h 44"/>
                <a:gd name="T12" fmla="*/ 2147483646 w 40"/>
                <a:gd name="T13" fmla="*/ 2147483646 h 44"/>
                <a:gd name="T14" fmla="*/ 2147483646 w 40"/>
                <a:gd name="T15" fmla="*/ 2147483646 h 44"/>
                <a:gd name="T16" fmla="*/ 2147483646 w 40"/>
                <a:gd name="T17" fmla="*/ 2147483646 h 44"/>
                <a:gd name="T18" fmla="*/ 2147483646 w 40"/>
                <a:gd name="T19" fmla="*/ 2147483646 h 44"/>
                <a:gd name="T20" fmla="*/ 2147483646 w 40"/>
                <a:gd name="T21" fmla="*/ 2147483646 h 44"/>
                <a:gd name="T22" fmla="*/ 2147483646 w 40"/>
                <a:gd name="T23" fmla="*/ 0 h 44"/>
                <a:gd name="T24" fmla="*/ 0 w 40"/>
                <a:gd name="T25" fmla="*/ 2147483646 h 44"/>
                <a:gd name="T26" fmla="*/ 2147483646 w 40"/>
                <a:gd name="T27" fmla="*/ 2147483646 h 44"/>
                <a:gd name="T28" fmla="*/ 2147483646 w 40"/>
                <a:gd name="T29" fmla="*/ 2147483646 h 44"/>
                <a:gd name="T30" fmla="*/ 2147483646 w 40"/>
                <a:gd name="T31" fmla="*/ 2147483646 h 44"/>
                <a:gd name="T32" fmla="*/ 2147483646 w 40"/>
                <a:gd name="T33" fmla="*/ 2147483646 h 44"/>
                <a:gd name="T34" fmla="*/ 2147483646 w 40"/>
                <a:gd name="T35" fmla="*/ 2147483646 h 4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0" h="44">
                  <a:moveTo>
                    <a:pt x="21" y="18"/>
                  </a:moveTo>
                  <a:cubicBezTo>
                    <a:pt x="21" y="26"/>
                    <a:pt x="21" y="26"/>
                    <a:pt x="21" y="26"/>
                  </a:cubicBezTo>
                  <a:cubicBezTo>
                    <a:pt x="31" y="26"/>
                    <a:pt x="31" y="26"/>
                    <a:pt x="31" y="26"/>
                  </a:cubicBezTo>
                  <a:cubicBezTo>
                    <a:pt x="31" y="33"/>
                    <a:pt x="31" y="33"/>
                    <a:pt x="31" y="33"/>
                  </a:cubicBezTo>
                  <a:cubicBezTo>
                    <a:pt x="29" y="35"/>
                    <a:pt x="26" y="36"/>
                    <a:pt x="22" y="36"/>
                  </a:cubicBezTo>
                  <a:cubicBezTo>
                    <a:pt x="14" y="36"/>
                    <a:pt x="8" y="31"/>
                    <a:pt x="8" y="22"/>
                  </a:cubicBezTo>
                  <a:cubicBezTo>
                    <a:pt x="8" y="13"/>
                    <a:pt x="14" y="8"/>
                    <a:pt x="22" y="8"/>
                  </a:cubicBezTo>
                  <a:cubicBezTo>
                    <a:pt x="26" y="8"/>
                    <a:pt x="30" y="9"/>
                    <a:pt x="33" y="12"/>
                  </a:cubicBezTo>
                  <a:cubicBezTo>
                    <a:pt x="33" y="12"/>
                    <a:pt x="33" y="12"/>
                    <a:pt x="33" y="12"/>
                  </a:cubicBezTo>
                  <a:cubicBezTo>
                    <a:pt x="39" y="7"/>
                    <a:pt x="39" y="7"/>
                    <a:pt x="39" y="7"/>
                  </a:cubicBezTo>
                  <a:cubicBezTo>
                    <a:pt x="38" y="7"/>
                    <a:pt x="38" y="7"/>
                    <a:pt x="38" y="7"/>
                  </a:cubicBezTo>
                  <a:cubicBezTo>
                    <a:pt x="34" y="3"/>
                    <a:pt x="29" y="0"/>
                    <a:pt x="22" y="0"/>
                  </a:cubicBezTo>
                  <a:cubicBezTo>
                    <a:pt x="9" y="0"/>
                    <a:pt x="0" y="9"/>
                    <a:pt x="0" y="22"/>
                  </a:cubicBezTo>
                  <a:cubicBezTo>
                    <a:pt x="0" y="35"/>
                    <a:pt x="9" y="44"/>
                    <a:pt x="22" y="44"/>
                  </a:cubicBezTo>
                  <a:cubicBezTo>
                    <a:pt x="29" y="44"/>
                    <a:pt x="36" y="41"/>
                    <a:pt x="40" y="36"/>
                  </a:cubicBezTo>
                  <a:cubicBezTo>
                    <a:pt x="40" y="35"/>
                    <a:pt x="40" y="35"/>
                    <a:pt x="40" y="35"/>
                  </a:cubicBezTo>
                  <a:cubicBezTo>
                    <a:pt x="40" y="18"/>
                    <a:pt x="40" y="18"/>
                    <a:pt x="40" y="18"/>
                  </a:cubicBezTo>
                  <a:lnTo>
                    <a:pt x="21" y="1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2" name="Freeform 94">
              <a:extLst>
                <a:ext uri="{FF2B5EF4-FFF2-40B4-BE49-F238E27FC236}">
                  <a16:creationId xmlns:a16="http://schemas.microsoft.com/office/drawing/2014/main" id="{21FE8F3A-8BE0-57C6-315C-1AC1C52B19C1}"/>
                </a:ext>
              </a:extLst>
            </p:cNvPr>
            <p:cNvSpPr>
              <a:spLocks/>
            </p:cNvSpPr>
            <p:nvPr userDrawn="1"/>
          </p:nvSpPr>
          <p:spPr bwMode="auto">
            <a:xfrm>
              <a:off x="8702676" y="187326"/>
              <a:ext cx="50800" cy="66675"/>
            </a:xfrm>
            <a:custGeom>
              <a:avLst/>
              <a:gdLst>
                <a:gd name="T0" fmla="*/ 2147483646 w 32"/>
                <a:gd name="T1" fmla="*/ 2147483646 h 42"/>
                <a:gd name="T2" fmla="*/ 2147483646 w 32"/>
                <a:gd name="T3" fmla="*/ 0 h 42"/>
                <a:gd name="T4" fmla="*/ 0 w 32"/>
                <a:gd name="T5" fmla="*/ 0 h 42"/>
                <a:gd name="T6" fmla="*/ 0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2147483646 h 42"/>
                <a:gd name="T16" fmla="*/ 2147483646 w 32"/>
                <a:gd name="T17" fmla="*/ 2147483646 h 42"/>
                <a:gd name="T18" fmla="*/ 2147483646 w 32"/>
                <a:gd name="T19" fmla="*/ 2147483646 h 42"/>
                <a:gd name="T20" fmla="*/ 2147483646 w 32"/>
                <a:gd name="T21" fmla="*/ 2147483646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2" h="42">
                  <a:moveTo>
                    <a:pt x="32" y="8"/>
                  </a:moveTo>
                  <a:lnTo>
                    <a:pt x="32" y="0"/>
                  </a:lnTo>
                  <a:lnTo>
                    <a:pt x="0" y="0"/>
                  </a:lnTo>
                  <a:lnTo>
                    <a:pt x="0" y="42"/>
                  </a:lnTo>
                  <a:lnTo>
                    <a:pt x="9" y="42"/>
                  </a:lnTo>
                  <a:lnTo>
                    <a:pt x="9" y="25"/>
                  </a:lnTo>
                  <a:lnTo>
                    <a:pt x="31" y="25"/>
                  </a:lnTo>
                  <a:lnTo>
                    <a:pt x="31" y="18"/>
                  </a:lnTo>
                  <a:lnTo>
                    <a:pt x="9" y="18"/>
                  </a:lnTo>
                  <a:lnTo>
                    <a:pt x="9" y="8"/>
                  </a:lnTo>
                  <a:lnTo>
                    <a:pt x="32" y="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3" name="Freeform 95">
              <a:extLst>
                <a:ext uri="{FF2B5EF4-FFF2-40B4-BE49-F238E27FC236}">
                  <a16:creationId xmlns:a16="http://schemas.microsoft.com/office/drawing/2014/main" id="{6A1E8F3A-8540-910A-5AED-838F7B7B38BB}"/>
                </a:ext>
              </a:extLst>
            </p:cNvPr>
            <p:cNvSpPr>
              <a:spLocks/>
            </p:cNvSpPr>
            <p:nvPr userDrawn="1"/>
          </p:nvSpPr>
          <p:spPr bwMode="auto">
            <a:xfrm>
              <a:off x="8761413" y="187326"/>
              <a:ext cx="50800" cy="66675"/>
            </a:xfrm>
            <a:custGeom>
              <a:avLst/>
              <a:gdLst>
                <a:gd name="T0" fmla="*/ 0 w 32"/>
                <a:gd name="T1" fmla="*/ 0 h 42"/>
                <a:gd name="T2" fmla="*/ 0 w 32"/>
                <a:gd name="T3" fmla="*/ 2147483646 h 42"/>
                <a:gd name="T4" fmla="*/ 2147483646 w 32"/>
                <a:gd name="T5" fmla="*/ 2147483646 h 42"/>
                <a:gd name="T6" fmla="*/ 2147483646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0 h 42"/>
                <a:gd name="T16" fmla="*/ 0 w 32"/>
                <a:gd name="T17" fmla="*/ 0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 h="42">
                  <a:moveTo>
                    <a:pt x="0" y="0"/>
                  </a:moveTo>
                  <a:lnTo>
                    <a:pt x="0" y="8"/>
                  </a:lnTo>
                  <a:lnTo>
                    <a:pt x="11" y="8"/>
                  </a:lnTo>
                  <a:lnTo>
                    <a:pt x="11" y="42"/>
                  </a:lnTo>
                  <a:lnTo>
                    <a:pt x="20" y="42"/>
                  </a:lnTo>
                  <a:lnTo>
                    <a:pt x="20" y="8"/>
                  </a:lnTo>
                  <a:lnTo>
                    <a:pt x="32" y="8"/>
                  </a:lnTo>
                  <a:lnTo>
                    <a:pt x="32"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grpSp>
      <p:grpSp>
        <p:nvGrpSpPr>
          <p:cNvPr id="14" name="Gruppieren 17">
            <a:extLst>
              <a:ext uri="{FF2B5EF4-FFF2-40B4-BE49-F238E27FC236}">
                <a16:creationId xmlns:a16="http://schemas.microsoft.com/office/drawing/2014/main" id="{94CF44D3-860F-8E0E-F93E-E59E71E71E00}"/>
              </a:ext>
            </a:extLst>
          </p:cNvPr>
          <p:cNvGrpSpPr>
            <a:grpSpLocks/>
          </p:cNvGrpSpPr>
          <p:nvPr userDrawn="1"/>
        </p:nvGrpSpPr>
        <p:grpSpPr bwMode="auto">
          <a:xfrm>
            <a:off x="-274638" y="-292100"/>
            <a:ext cx="9701213" cy="5749925"/>
            <a:chOff x="-275113" y="-292561"/>
            <a:chExt cx="9702165" cy="5750386"/>
          </a:xfrm>
        </p:grpSpPr>
        <p:grpSp>
          <p:nvGrpSpPr>
            <p:cNvPr id="15" name="Gruppieren 18">
              <a:extLst>
                <a:ext uri="{FF2B5EF4-FFF2-40B4-BE49-F238E27FC236}">
                  <a16:creationId xmlns:a16="http://schemas.microsoft.com/office/drawing/2014/main" id="{5A513F4E-0AF5-3CEE-B2C2-1E37DD300A14}"/>
                </a:ext>
              </a:extLst>
            </p:cNvPr>
            <p:cNvGrpSpPr>
              <a:grpSpLocks/>
            </p:cNvGrpSpPr>
            <p:nvPr userDrawn="1"/>
          </p:nvGrpSpPr>
          <p:grpSpPr bwMode="auto">
            <a:xfrm>
              <a:off x="186532" y="5290185"/>
              <a:ext cx="8772525" cy="167640"/>
              <a:chOff x="186532" y="-281940"/>
              <a:chExt cx="8772525" cy="708660"/>
            </a:xfrm>
          </p:grpSpPr>
          <p:cxnSp>
            <p:nvCxnSpPr>
              <p:cNvPr id="43" name="Gerade Verbindung 45">
                <a:extLst>
                  <a:ext uri="{FF2B5EF4-FFF2-40B4-BE49-F238E27FC236}">
                    <a16:creationId xmlns:a16="http://schemas.microsoft.com/office/drawing/2014/main" id="{68A11517-A5D8-4BF7-9EEC-563D13EAA802}"/>
                  </a:ext>
                </a:extLst>
              </p:cNvPr>
              <p:cNvCxnSpPr/>
              <p:nvPr userDrawn="1"/>
            </p:nvCxnSpPr>
            <p:spPr bwMode="gray">
              <a:xfrm>
                <a:off x="979136"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4" name="Gerade Verbindung 46">
                <a:extLst>
                  <a:ext uri="{FF2B5EF4-FFF2-40B4-BE49-F238E27FC236}">
                    <a16:creationId xmlns:a16="http://schemas.microsoft.com/office/drawing/2014/main" id="{F227A740-032C-883D-5719-41286A4A9543}"/>
                  </a:ext>
                </a:extLst>
              </p:cNvPr>
              <p:cNvCxnSpPr/>
              <p:nvPr userDrawn="1"/>
            </p:nvCxnSpPr>
            <p:spPr bwMode="gray">
              <a:xfrm>
                <a:off x="1777726"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5" name="Gerade Verbindung 47">
                <a:extLst>
                  <a:ext uri="{FF2B5EF4-FFF2-40B4-BE49-F238E27FC236}">
                    <a16:creationId xmlns:a16="http://schemas.microsoft.com/office/drawing/2014/main" id="{92F7FAC3-D9CD-B3FC-EFC8-EF4CFFD59FBF}"/>
                  </a:ext>
                </a:extLst>
              </p:cNvPr>
              <p:cNvCxnSpPr/>
              <p:nvPr userDrawn="1"/>
            </p:nvCxnSpPr>
            <p:spPr bwMode="gray">
              <a:xfrm>
                <a:off x="2576318"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6" name="Gerade Verbindung 48">
                <a:extLst>
                  <a:ext uri="{FF2B5EF4-FFF2-40B4-BE49-F238E27FC236}">
                    <a16:creationId xmlns:a16="http://schemas.microsoft.com/office/drawing/2014/main" id="{67A77C1C-D731-4811-9A83-AED03BDF5A1F}"/>
                  </a:ext>
                </a:extLst>
              </p:cNvPr>
              <p:cNvCxnSpPr/>
              <p:nvPr userDrawn="1"/>
            </p:nvCxnSpPr>
            <p:spPr bwMode="gray">
              <a:xfrm>
                <a:off x="3374908"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7" name="Gerade Verbindung 49">
                <a:extLst>
                  <a:ext uri="{FF2B5EF4-FFF2-40B4-BE49-F238E27FC236}">
                    <a16:creationId xmlns:a16="http://schemas.microsoft.com/office/drawing/2014/main" id="{72D657FB-520D-B2C2-9EF1-6AB408C01500}"/>
                  </a:ext>
                </a:extLst>
              </p:cNvPr>
              <p:cNvCxnSpPr/>
              <p:nvPr userDrawn="1"/>
            </p:nvCxnSpPr>
            <p:spPr bwMode="gray">
              <a:xfrm>
                <a:off x="4173499"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8" name="Gerade Verbindung 50">
                <a:extLst>
                  <a:ext uri="{FF2B5EF4-FFF2-40B4-BE49-F238E27FC236}">
                    <a16:creationId xmlns:a16="http://schemas.microsoft.com/office/drawing/2014/main" id="{237ACFA5-CA8E-3B23-515F-15DBB3D8C91E}"/>
                  </a:ext>
                </a:extLst>
              </p:cNvPr>
              <p:cNvCxnSpPr/>
              <p:nvPr userDrawn="1"/>
            </p:nvCxnSpPr>
            <p:spPr bwMode="gray">
              <a:xfrm>
                <a:off x="4972090"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9" name="Gerade Verbindung 51">
                <a:extLst>
                  <a:ext uri="{FF2B5EF4-FFF2-40B4-BE49-F238E27FC236}">
                    <a16:creationId xmlns:a16="http://schemas.microsoft.com/office/drawing/2014/main" id="{D8537B38-EFCE-30DA-9DDA-DB772B3D6034}"/>
                  </a:ext>
                </a:extLst>
              </p:cNvPr>
              <p:cNvCxnSpPr/>
              <p:nvPr userDrawn="1"/>
            </p:nvCxnSpPr>
            <p:spPr bwMode="gray">
              <a:xfrm>
                <a:off x="5770681"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0" name="Gerade Verbindung 52">
                <a:extLst>
                  <a:ext uri="{FF2B5EF4-FFF2-40B4-BE49-F238E27FC236}">
                    <a16:creationId xmlns:a16="http://schemas.microsoft.com/office/drawing/2014/main" id="{9CBF4C14-E829-42FA-A064-766C06F07233}"/>
                  </a:ext>
                </a:extLst>
              </p:cNvPr>
              <p:cNvCxnSpPr/>
              <p:nvPr userDrawn="1"/>
            </p:nvCxnSpPr>
            <p:spPr bwMode="gray">
              <a:xfrm>
                <a:off x="6569271"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1" name="Gerade Verbindung 53">
                <a:extLst>
                  <a:ext uri="{FF2B5EF4-FFF2-40B4-BE49-F238E27FC236}">
                    <a16:creationId xmlns:a16="http://schemas.microsoft.com/office/drawing/2014/main" id="{F9BC7978-EC0D-D50C-C54C-3A81B1435159}"/>
                  </a:ext>
                </a:extLst>
              </p:cNvPr>
              <p:cNvCxnSpPr/>
              <p:nvPr userDrawn="1"/>
            </p:nvCxnSpPr>
            <p:spPr bwMode="gray">
              <a:xfrm>
                <a:off x="7367863"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2" name="Gerade Verbindung 54">
                <a:extLst>
                  <a:ext uri="{FF2B5EF4-FFF2-40B4-BE49-F238E27FC236}">
                    <a16:creationId xmlns:a16="http://schemas.microsoft.com/office/drawing/2014/main" id="{2095D010-EFFB-B9CA-CB59-1B973687DA95}"/>
                  </a:ext>
                </a:extLst>
              </p:cNvPr>
              <p:cNvCxnSpPr/>
              <p:nvPr userDrawn="1"/>
            </p:nvCxnSpPr>
            <p:spPr bwMode="gray">
              <a:xfrm>
                <a:off x="8166453"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3" name="Gerade Verbindung 55">
                <a:extLst>
                  <a:ext uri="{FF2B5EF4-FFF2-40B4-BE49-F238E27FC236}">
                    <a16:creationId xmlns:a16="http://schemas.microsoft.com/office/drawing/2014/main" id="{76E96349-C676-E994-00AC-22E0A59C0980}"/>
                  </a:ext>
                </a:extLst>
              </p:cNvPr>
              <p:cNvCxnSpPr/>
              <p:nvPr userDrawn="1"/>
            </p:nvCxnSpPr>
            <p:spPr bwMode="gray">
              <a:xfrm>
                <a:off x="186895"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4" name="Gerade Verbindung 56">
                <a:extLst>
                  <a:ext uri="{FF2B5EF4-FFF2-40B4-BE49-F238E27FC236}">
                    <a16:creationId xmlns:a16="http://schemas.microsoft.com/office/drawing/2014/main" id="{443C1348-8B87-3A1F-8EFF-24761B3FAB36}"/>
                  </a:ext>
                </a:extLst>
              </p:cNvPr>
              <p:cNvCxnSpPr/>
              <p:nvPr userDrawn="1"/>
            </p:nvCxnSpPr>
            <p:spPr bwMode="gray">
              <a:xfrm>
                <a:off x="8958694"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16" name="Gerade Verbindung 31">
              <a:extLst>
                <a:ext uri="{FF2B5EF4-FFF2-40B4-BE49-F238E27FC236}">
                  <a16:creationId xmlns:a16="http://schemas.microsoft.com/office/drawing/2014/main" id="{8A789A3F-B4FF-6AA0-A903-A324D77C4EB1}"/>
                </a:ext>
              </a:extLst>
            </p:cNvPr>
            <p:cNvCxnSpPr/>
            <p:nvPr userDrawn="1"/>
          </p:nvCxnSpPr>
          <p:spPr bwMode="gray">
            <a:xfrm rot="16200000">
              <a:off x="-190967" y="355189"/>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Gerade Verbindung 32">
              <a:extLst>
                <a:ext uri="{FF2B5EF4-FFF2-40B4-BE49-F238E27FC236}">
                  <a16:creationId xmlns:a16="http://schemas.microsoft.com/office/drawing/2014/main" id="{E3831FD2-D893-8827-BC2E-DF46DE19C6FC}"/>
                </a:ext>
              </a:extLst>
            </p:cNvPr>
            <p:cNvCxnSpPr/>
            <p:nvPr userDrawn="1"/>
          </p:nvCxnSpPr>
          <p:spPr bwMode="gray">
            <a:xfrm rot="16200000">
              <a:off x="-190967" y="545705"/>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 name="Gerade Verbindung 33">
              <a:extLst>
                <a:ext uri="{FF2B5EF4-FFF2-40B4-BE49-F238E27FC236}">
                  <a16:creationId xmlns:a16="http://schemas.microsoft.com/office/drawing/2014/main" id="{71ED33C1-01FB-1522-A71B-CB4AFB756B46}"/>
                </a:ext>
              </a:extLst>
            </p:cNvPr>
            <p:cNvCxnSpPr/>
            <p:nvPr userDrawn="1"/>
          </p:nvCxnSpPr>
          <p:spPr bwMode="gray">
            <a:xfrm rot="16200000">
              <a:off x="-190967" y="4876752"/>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Gerade Verbindung 34">
              <a:extLst>
                <a:ext uri="{FF2B5EF4-FFF2-40B4-BE49-F238E27FC236}">
                  <a16:creationId xmlns:a16="http://schemas.microsoft.com/office/drawing/2014/main" id="{683ABDE5-C62D-54AA-1F49-4EF407FDA62C}"/>
                </a:ext>
              </a:extLst>
            </p:cNvPr>
            <p:cNvCxnSpPr/>
            <p:nvPr userDrawn="1"/>
          </p:nvCxnSpPr>
          <p:spPr bwMode="gray">
            <a:xfrm rot="16200000">
              <a:off x="-190967" y="4684649"/>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Gerade Verbindung 35">
              <a:extLst>
                <a:ext uri="{FF2B5EF4-FFF2-40B4-BE49-F238E27FC236}">
                  <a16:creationId xmlns:a16="http://schemas.microsoft.com/office/drawing/2014/main" id="{B21FA72D-3993-3DD8-9114-76C9F80A00B6}"/>
                </a:ext>
              </a:extLst>
            </p:cNvPr>
            <p:cNvCxnSpPr/>
            <p:nvPr userDrawn="1"/>
          </p:nvCxnSpPr>
          <p:spPr bwMode="gray">
            <a:xfrm rot="16200000">
              <a:off x="9342907" y="352014"/>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 name="Gerade Verbindung 36">
              <a:extLst>
                <a:ext uri="{FF2B5EF4-FFF2-40B4-BE49-F238E27FC236}">
                  <a16:creationId xmlns:a16="http://schemas.microsoft.com/office/drawing/2014/main" id="{B71D63D0-0DB7-CD31-C4CB-F9DFFC8F5FDD}"/>
                </a:ext>
              </a:extLst>
            </p:cNvPr>
            <p:cNvCxnSpPr/>
            <p:nvPr userDrawn="1"/>
          </p:nvCxnSpPr>
          <p:spPr bwMode="gray">
            <a:xfrm rot="16200000">
              <a:off x="9342907" y="545705"/>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Gerade Verbindung 37">
              <a:extLst>
                <a:ext uri="{FF2B5EF4-FFF2-40B4-BE49-F238E27FC236}">
                  <a16:creationId xmlns:a16="http://schemas.microsoft.com/office/drawing/2014/main" id="{9ACDE3BB-0097-4FCB-C5AC-491157AF0FF3}"/>
                </a:ext>
              </a:extLst>
            </p:cNvPr>
            <p:cNvCxnSpPr/>
            <p:nvPr userDrawn="1"/>
          </p:nvCxnSpPr>
          <p:spPr bwMode="gray">
            <a:xfrm rot="16200000">
              <a:off x="9342907" y="4876752"/>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 name="Gerade Verbindung 38">
              <a:extLst>
                <a:ext uri="{FF2B5EF4-FFF2-40B4-BE49-F238E27FC236}">
                  <a16:creationId xmlns:a16="http://schemas.microsoft.com/office/drawing/2014/main" id="{03643F81-8EFC-49EC-D89F-4CF85DC5693B}"/>
                </a:ext>
              </a:extLst>
            </p:cNvPr>
            <p:cNvCxnSpPr/>
            <p:nvPr userDrawn="1"/>
          </p:nvCxnSpPr>
          <p:spPr bwMode="gray">
            <a:xfrm rot="16200000">
              <a:off x="9342907" y="4684649"/>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Gerade Verbindung 39">
              <a:extLst>
                <a:ext uri="{FF2B5EF4-FFF2-40B4-BE49-F238E27FC236}">
                  <a16:creationId xmlns:a16="http://schemas.microsoft.com/office/drawing/2014/main" id="{CA9AD13B-70A6-4E0D-43E5-699820EC87D2}"/>
                </a:ext>
              </a:extLst>
            </p:cNvPr>
            <p:cNvCxnSpPr/>
            <p:nvPr userDrawn="1"/>
          </p:nvCxnSpPr>
          <p:spPr bwMode="gray">
            <a:xfrm rot="16200000">
              <a:off x="-190967" y="1179167"/>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Gerade Verbindung 40">
              <a:extLst>
                <a:ext uri="{FF2B5EF4-FFF2-40B4-BE49-F238E27FC236}">
                  <a16:creationId xmlns:a16="http://schemas.microsoft.com/office/drawing/2014/main" id="{80880425-4ADE-DD22-9416-4D3ADB33B6C3}"/>
                </a:ext>
              </a:extLst>
            </p:cNvPr>
            <p:cNvCxnSpPr/>
            <p:nvPr userDrawn="1"/>
          </p:nvCxnSpPr>
          <p:spPr bwMode="gray">
            <a:xfrm rot="16200000">
              <a:off x="-190967" y="2347661"/>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6" name="Gerade Verbindung 41">
              <a:extLst>
                <a:ext uri="{FF2B5EF4-FFF2-40B4-BE49-F238E27FC236}">
                  <a16:creationId xmlns:a16="http://schemas.microsoft.com/office/drawing/2014/main" id="{42E7F870-AD32-587B-C8EC-A0AB0F8DA5FA}"/>
                </a:ext>
              </a:extLst>
            </p:cNvPr>
            <p:cNvCxnSpPr/>
            <p:nvPr userDrawn="1"/>
          </p:nvCxnSpPr>
          <p:spPr bwMode="gray">
            <a:xfrm rot="16200000">
              <a:off x="-190967" y="3516155"/>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Gerade Verbindung 42">
              <a:extLst>
                <a:ext uri="{FF2B5EF4-FFF2-40B4-BE49-F238E27FC236}">
                  <a16:creationId xmlns:a16="http://schemas.microsoft.com/office/drawing/2014/main" id="{A4188CF7-9595-A9FE-E2E9-B5F51FE874DA}"/>
                </a:ext>
              </a:extLst>
            </p:cNvPr>
            <p:cNvCxnSpPr/>
            <p:nvPr userDrawn="1"/>
          </p:nvCxnSpPr>
          <p:spPr bwMode="gray">
            <a:xfrm rot="16200000">
              <a:off x="9342907" y="1179167"/>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8" name="Gerade Verbindung 43">
              <a:extLst>
                <a:ext uri="{FF2B5EF4-FFF2-40B4-BE49-F238E27FC236}">
                  <a16:creationId xmlns:a16="http://schemas.microsoft.com/office/drawing/2014/main" id="{A4F98017-EE72-075D-B579-E3084BF04169}"/>
                </a:ext>
              </a:extLst>
            </p:cNvPr>
            <p:cNvCxnSpPr/>
            <p:nvPr userDrawn="1"/>
          </p:nvCxnSpPr>
          <p:spPr bwMode="gray">
            <a:xfrm rot="16200000">
              <a:off x="9342907" y="2347661"/>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9" name="Gerade Verbindung 44">
              <a:extLst>
                <a:ext uri="{FF2B5EF4-FFF2-40B4-BE49-F238E27FC236}">
                  <a16:creationId xmlns:a16="http://schemas.microsoft.com/office/drawing/2014/main" id="{82B0AA6E-5693-7F52-0988-248628D8C4FF}"/>
                </a:ext>
              </a:extLst>
            </p:cNvPr>
            <p:cNvCxnSpPr/>
            <p:nvPr userDrawn="1"/>
          </p:nvCxnSpPr>
          <p:spPr bwMode="gray">
            <a:xfrm rot="16200000">
              <a:off x="9342907" y="3516155"/>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30" name="Gruppieren 33">
              <a:extLst>
                <a:ext uri="{FF2B5EF4-FFF2-40B4-BE49-F238E27FC236}">
                  <a16:creationId xmlns:a16="http://schemas.microsoft.com/office/drawing/2014/main" id="{D31AA62D-3F77-DFEA-75AB-A7FE2976490A}"/>
                </a:ext>
              </a:extLst>
            </p:cNvPr>
            <p:cNvGrpSpPr>
              <a:grpSpLocks/>
            </p:cNvGrpSpPr>
            <p:nvPr userDrawn="1"/>
          </p:nvGrpSpPr>
          <p:grpSpPr bwMode="auto">
            <a:xfrm>
              <a:off x="186532" y="-292561"/>
              <a:ext cx="8772525" cy="167640"/>
              <a:chOff x="186532" y="-281940"/>
              <a:chExt cx="8772525" cy="708660"/>
            </a:xfrm>
          </p:grpSpPr>
          <p:cxnSp>
            <p:nvCxnSpPr>
              <p:cNvPr id="31" name="Gerade Verbindung 45">
                <a:extLst>
                  <a:ext uri="{FF2B5EF4-FFF2-40B4-BE49-F238E27FC236}">
                    <a16:creationId xmlns:a16="http://schemas.microsoft.com/office/drawing/2014/main" id="{F973925F-E869-6B97-753C-E9A0068BB8C1}"/>
                  </a:ext>
                </a:extLst>
              </p:cNvPr>
              <p:cNvCxnSpPr/>
              <p:nvPr userDrawn="1"/>
            </p:nvCxnSpPr>
            <p:spPr bwMode="gray">
              <a:xfrm>
                <a:off x="979136"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2" name="Gerade Verbindung 46">
                <a:extLst>
                  <a:ext uri="{FF2B5EF4-FFF2-40B4-BE49-F238E27FC236}">
                    <a16:creationId xmlns:a16="http://schemas.microsoft.com/office/drawing/2014/main" id="{5B8836AB-F404-FC82-C070-CD1E26ECA758}"/>
                  </a:ext>
                </a:extLst>
              </p:cNvPr>
              <p:cNvCxnSpPr/>
              <p:nvPr userDrawn="1"/>
            </p:nvCxnSpPr>
            <p:spPr bwMode="gray">
              <a:xfrm>
                <a:off x="1777726"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3" name="Gerade Verbindung 47">
                <a:extLst>
                  <a:ext uri="{FF2B5EF4-FFF2-40B4-BE49-F238E27FC236}">
                    <a16:creationId xmlns:a16="http://schemas.microsoft.com/office/drawing/2014/main" id="{3EB453EB-20F7-646A-B21C-E1122482591B}"/>
                  </a:ext>
                </a:extLst>
              </p:cNvPr>
              <p:cNvCxnSpPr/>
              <p:nvPr userDrawn="1"/>
            </p:nvCxnSpPr>
            <p:spPr bwMode="gray">
              <a:xfrm>
                <a:off x="2576318"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4" name="Gerade Verbindung 48">
                <a:extLst>
                  <a:ext uri="{FF2B5EF4-FFF2-40B4-BE49-F238E27FC236}">
                    <a16:creationId xmlns:a16="http://schemas.microsoft.com/office/drawing/2014/main" id="{20173DCD-7388-E521-06E0-2942D21D5067}"/>
                  </a:ext>
                </a:extLst>
              </p:cNvPr>
              <p:cNvCxnSpPr/>
              <p:nvPr userDrawn="1"/>
            </p:nvCxnSpPr>
            <p:spPr bwMode="gray">
              <a:xfrm>
                <a:off x="3374908"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5" name="Gerade Verbindung 49">
                <a:extLst>
                  <a:ext uri="{FF2B5EF4-FFF2-40B4-BE49-F238E27FC236}">
                    <a16:creationId xmlns:a16="http://schemas.microsoft.com/office/drawing/2014/main" id="{6D9FCF8C-D8B9-6D16-E782-12B618EE314B}"/>
                  </a:ext>
                </a:extLst>
              </p:cNvPr>
              <p:cNvCxnSpPr/>
              <p:nvPr userDrawn="1"/>
            </p:nvCxnSpPr>
            <p:spPr bwMode="gray">
              <a:xfrm>
                <a:off x="4173499"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6" name="Gerade Verbindung 50">
                <a:extLst>
                  <a:ext uri="{FF2B5EF4-FFF2-40B4-BE49-F238E27FC236}">
                    <a16:creationId xmlns:a16="http://schemas.microsoft.com/office/drawing/2014/main" id="{523CD3CB-9827-667B-709E-3298544B7A91}"/>
                  </a:ext>
                </a:extLst>
              </p:cNvPr>
              <p:cNvCxnSpPr/>
              <p:nvPr userDrawn="1"/>
            </p:nvCxnSpPr>
            <p:spPr bwMode="gray">
              <a:xfrm>
                <a:off x="4972090"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7" name="Gerade Verbindung 51">
                <a:extLst>
                  <a:ext uri="{FF2B5EF4-FFF2-40B4-BE49-F238E27FC236}">
                    <a16:creationId xmlns:a16="http://schemas.microsoft.com/office/drawing/2014/main" id="{51C05F6E-FD37-4DB1-C44C-E9C7DEF03C97}"/>
                  </a:ext>
                </a:extLst>
              </p:cNvPr>
              <p:cNvCxnSpPr/>
              <p:nvPr userDrawn="1"/>
            </p:nvCxnSpPr>
            <p:spPr bwMode="gray">
              <a:xfrm>
                <a:off x="5770681"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 name="Gerade Verbindung 52">
                <a:extLst>
                  <a:ext uri="{FF2B5EF4-FFF2-40B4-BE49-F238E27FC236}">
                    <a16:creationId xmlns:a16="http://schemas.microsoft.com/office/drawing/2014/main" id="{03034CDB-070A-1A2A-DCCA-B5CD3189BCCF}"/>
                  </a:ext>
                </a:extLst>
              </p:cNvPr>
              <p:cNvCxnSpPr/>
              <p:nvPr userDrawn="1"/>
            </p:nvCxnSpPr>
            <p:spPr bwMode="gray">
              <a:xfrm>
                <a:off x="6569271"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 name="Gerade Verbindung 53">
                <a:extLst>
                  <a:ext uri="{FF2B5EF4-FFF2-40B4-BE49-F238E27FC236}">
                    <a16:creationId xmlns:a16="http://schemas.microsoft.com/office/drawing/2014/main" id="{84A19BB5-4827-6CFF-9A8C-C0D04B505366}"/>
                  </a:ext>
                </a:extLst>
              </p:cNvPr>
              <p:cNvCxnSpPr/>
              <p:nvPr userDrawn="1"/>
            </p:nvCxnSpPr>
            <p:spPr bwMode="gray">
              <a:xfrm>
                <a:off x="7367863"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0" name="Gerade Verbindung 54">
                <a:extLst>
                  <a:ext uri="{FF2B5EF4-FFF2-40B4-BE49-F238E27FC236}">
                    <a16:creationId xmlns:a16="http://schemas.microsoft.com/office/drawing/2014/main" id="{4FEECD3F-84CA-DD39-1624-3A97ED1A72B3}"/>
                  </a:ext>
                </a:extLst>
              </p:cNvPr>
              <p:cNvCxnSpPr/>
              <p:nvPr userDrawn="1"/>
            </p:nvCxnSpPr>
            <p:spPr bwMode="gray">
              <a:xfrm>
                <a:off x="8166453"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1" name="Gerade Verbindung 55">
                <a:extLst>
                  <a:ext uri="{FF2B5EF4-FFF2-40B4-BE49-F238E27FC236}">
                    <a16:creationId xmlns:a16="http://schemas.microsoft.com/office/drawing/2014/main" id="{A311F416-D12B-066E-A04D-38A3FFE576C3}"/>
                  </a:ext>
                </a:extLst>
              </p:cNvPr>
              <p:cNvCxnSpPr/>
              <p:nvPr userDrawn="1"/>
            </p:nvCxnSpPr>
            <p:spPr bwMode="gray">
              <a:xfrm>
                <a:off x="186895"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2" name="Gerade Verbindung 56">
                <a:extLst>
                  <a:ext uri="{FF2B5EF4-FFF2-40B4-BE49-F238E27FC236}">
                    <a16:creationId xmlns:a16="http://schemas.microsoft.com/office/drawing/2014/main" id="{4D12482F-ACE1-F240-DF15-62D35ACF89DB}"/>
                  </a:ext>
                </a:extLst>
              </p:cNvPr>
              <p:cNvCxnSpPr/>
              <p:nvPr userDrawn="1"/>
            </p:nvCxnSpPr>
            <p:spPr bwMode="gray">
              <a:xfrm>
                <a:off x="8958694"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grpSp>
      </p:grpSp>
      <p:sp>
        <p:nvSpPr>
          <p:cNvPr id="55" name="Textfeld 58">
            <a:extLst>
              <a:ext uri="{FF2B5EF4-FFF2-40B4-BE49-F238E27FC236}">
                <a16:creationId xmlns:a16="http://schemas.microsoft.com/office/drawing/2014/main" id="{A525D537-D7B5-14D4-D7C5-611F03A901FE}"/>
              </a:ext>
            </a:extLst>
          </p:cNvPr>
          <p:cNvSpPr txBox="1">
            <a:spLocks noChangeArrowheads="1"/>
          </p:cNvSpPr>
          <p:nvPr userDrawn="1"/>
        </p:nvSpPr>
        <p:spPr bwMode="auto">
          <a:xfrm>
            <a:off x="982663" y="5003800"/>
            <a:ext cx="7186612" cy="92075"/>
          </a:xfrm>
          <a:prstGeom prst="rect">
            <a:avLst/>
          </a:prstGeom>
          <a:noFill/>
          <a:ln>
            <a:noFill/>
          </a:ln>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600" b="1"/>
              <a:t>© 2023 | GFT Technologies SE and its affiliates. All rights reserved.</a:t>
            </a:r>
          </a:p>
        </p:txBody>
      </p:sp>
      <p:grpSp>
        <p:nvGrpSpPr>
          <p:cNvPr id="56" name="Gruppieren 59">
            <a:extLst>
              <a:ext uri="{FF2B5EF4-FFF2-40B4-BE49-F238E27FC236}">
                <a16:creationId xmlns:a16="http://schemas.microsoft.com/office/drawing/2014/main" id="{4D9FFD4B-3280-AB18-F08E-57630C18093B}"/>
              </a:ext>
            </a:extLst>
          </p:cNvPr>
          <p:cNvGrpSpPr>
            <a:grpSpLocks/>
          </p:cNvGrpSpPr>
          <p:nvPr userDrawn="1"/>
        </p:nvGrpSpPr>
        <p:grpSpPr bwMode="auto">
          <a:xfrm>
            <a:off x="9542463" y="431800"/>
            <a:ext cx="1614487" cy="1120775"/>
            <a:chOff x="9463668" y="1940312"/>
            <a:chExt cx="1614235" cy="1120234"/>
          </a:xfrm>
        </p:grpSpPr>
        <p:sp>
          <p:nvSpPr>
            <p:cNvPr id="57" name="Textfeld 60">
              <a:extLst>
                <a:ext uri="{FF2B5EF4-FFF2-40B4-BE49-F238E27FC236}">
                  <a16:creationId xmlns:a16="http://schemas.microsoft.com/office/drawing/2014/main" id="{7EE1991B-3D4A-18B2-3F7B-BFF116D54FBC}"/>
                </a:ext>
              </a:extLst>
            </p:cNvPr>
            <p:cNvSpPr txBox="1">
              <a:spLocks noChangeArrowheads="1"/>
            </p:cNvSpPr>
            <p:nvPr/>
          </p:nvSpPr>
          <p:spPr bwMode="auto">
            <a:xfrm>
              <a:off x="9463668" y="1940312"/>
              <a:ext cx="1614235" cy="1120234"/>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title slide with a black box for white font. Insert an 11 columns picture from the GFT image pack with the image placeholder </a:t>
              </a:r>
              <a:br>
                <a:rPr lang="en-GB" altLang="en-VN" sz="700">
                  <a:solidFill>
                    <a:schemeClr val="bg1"/>
                  </a:solidFill>
                </a:rPr>
              </a:br>
              <a:r>
                <a:rPr lang="en-GB" altLang="en-VN" sz="700">
                  <a:solidFill>
                    <a:schemeClr val="bg1"/>
                  </a:solidFill>
                </a:rPr>
                <a:t>or change image by right click.</a:t>
              </a:r>
            </a:p>
          </p:txBody>
        </p:sp>
        <p:sp>
          <p:nvSpPr>
            <p:cNvPr id="58" name="Freihandform: Form 122">
              <a:extLst>
                <a:ext uri="{FF2B5EF4-FFF2-40B4-BE49-F238E27FC236}">
                  <a16:creationId xmlns:a16="http://schemas.microsoft.com/office/drawing/2014/main" id="{35EA1852-210E-BE29-73A6-00F541ACD123}"/>
                </a:ext>
              </a:extLst>
            </p:cNvPr>
            <p:cNvSpPr/>
            <p:nvPr/>
          </p:nvSpPr>
          <p:spPr>
            <a:xfrm>
              <a:off x="9516047" y="1994261"/>
              <a:ext cx="360307" cy="360189"/>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5"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8" name="Bildplatzhalter 19"/>
          <p:cNvSpPr>
            <a:spLocks noGrp="1"/>
          </p:cNvSpPr>
          <p:nvPr>
            <p:ph type="pic" sz="quarter" idx="14"/>
          </p:nvPr>
        </p:nvSpPr>
        <p:spPr>
          <a:xfrm>
            <a:off x="188912" y="441325"/>
            <a:ext cx="8772526" cy="4519613"/>
          </a:xfrm>
          <a:custGeom>
            <a:avLst/>
            <a:gdLst>
              <a:gd name="connsiteX0" fmla="*/ 0 w 8772526"/>
              <a:gd name="connsiteY0" fmla="*/ 0 h 4519613"/>
              <a:gd name="connsiteX1" fmla="*/ 8772526 w 8772526"/>
              <a:gd name="connsiteY1" fmla="*/ 0 h 4519613"/>
              <a:gd name="connsiteX2" fmla="*/ 8772526 w 8772526"/>
              <a:gd name="connsiteY2" fmla="*/ 4519613 h 4519613"/>
              <a:gd name="connsiteX3" fmla="*/ 6378576 w 8772526"/>
              <a:gd name="connsiteY3" fmla="*/ 4519613 h 4519613"/>
              <a:gd name="connsiteX4" fmla="*/ 6378576 w 8772526"/>
              <a:gd name="connsiteY4" fmla="*/ 2130425 h 4519613"/>
              <a:gd name="connsiteX5" fmla="*/ 395287 w 8772526"/>
              <a:gd name="connsiteY5" fmla="*/ 2130425 h 4519613"/>
              <a:gd name="connsiteX6" fmla="*/ 395287 w 8772526"/>
              <a:gd name="connsiteY6" fmla="*/ 4519613 h 4519613"/>
              <a:gd name="connsiteX7" fmla="*/ 0 w 8772526"/>
              <a:gd name="connsiteY7" fmla="*/ 4519613 h 4519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72526" h="4519613">
                <a:moveTo>
                  <a:pt x="0" y="0"/>
                </a:moveTo>
                <a:lnTo>
                  <a:pt x="8772526" y="0"/>
                </a:lnTo>
                <a:lnTo>
                  <a:pt x="8772526" y="4519613"/>
                </a:lnTo>
                <a:lnTo>
                  <a:pt x="6378576" y="4519613"/>
                </a:lnTo>
                <a:lnTo>
                  <a:pt x="6378576" y="2130425"/>
                </a:lnTo>
                <a:lnTo>
                  <a:pt x="395287" y="2130425"/>
                </a:lnTo>
                <a:lnTo>
                  <a:pt x="395287" y="4519613"/>
                </a:lnTo>
                <a:lnTo>
                  <a:pt x="0" y="4519613"/>
                </a:lnTo>
                <a:close/>
              </a:path>
            </a:pathLst>
          </a:custGeom>
          <a:solidFill>
            <a:schemeClr val="accent6"/>
          </a:solidFill>
        </p:spPr>
        <p:txBody>
          <a:bodyPr rtlCol="0">
            <a:noAutofit/>
          </a:bodyPr>
          <a:lstStyle>
            <a:lvl1pPr marL="0" indent="0" rtl="0">
              <a:buNone/>
              <a:defRPr sz="1200">
                <a:solidFill>
                  <a:schemeClr val="bg1"/>
                </a:solidFill>
              </a:defRPr>
            </a:lvl1pPr>
          </a:lstStyle>
          <a:p>
            <a:pPr lvl="0"/>
            <a:r>
              <a:rPr lang="en-US" noProof="0"/>
              <a:t>Click icon to add picture</a:t>
            </a:r>
            <a:endParaRPr lang="en-GB" noProof="0" dirty="0"/>
          </a:p>
        </p:txBody>
      </p:sp>
      <p:sp>
        <p:nvSpPr>
          <p:cNvPr id="2" name="Titel 1"/>
          <p:cNvSpPr>
            <a:spLocks noGrp="1"/>
          </p:cNvSpPr>
          <p:nvPr>
            <p:ph type="ctrTitle"/>
          </p:nvPr>
        </p:nvSpPr>
        <p:spPr>
          <a:xfrm>
            <a:off x="978102" y="2944971"/>
            <a:ext cx="4792291" cy="1083374"/>
          </a:xfrm>
        </p:spPr>
        <p:txBody>
          <a:bodyPr anchor="b"/>
          <a:lstStyle>
            <a:lvl1pPr algn="l" rtl="0">
              <a:lnSpc>
                <a:spcPct val="80000"/>
              </a:lnSpc>
              <a:defRPr sz="4400">
                <a:solidFill>
                  <a:schemeClr val="bg1"/>
                </a:solidFill>
              </a:defRPr>
            </a:lvl1pPr>
          </a:lstStyle>
          <a:p>
            <a:r>
              <a:rPr lang="en-US"/>
              <a:t>Click to edit Master title style</a:t>
            </a:r>
            <a:endParaRPr lang="en-GB" dirty="0"/>
          </a:p>
        </p:txBody>
      </p:sp>
      <p:sp>
        <p:nvSpPr>
          <p:cNvPr id="3" name="Untertitel 2"/>
          <p:cNvSpPr>
            <a:spLocks noGrp="1"/>
          </p:cNvSpPr>
          <p:nvPr>
            <p:ph type="subTitle" idx="1"/>
          </p:nvPr>
        </p:nvSpPr>
        <p:spPr>
          <a:xfrm>
            <a:off x="982662" y="4162521"/>
            <a:ext cx="4792291" cy="193899"/>
          </a:xfrm>
        </p:spPr>
        <p:txBody>
          <a:bodyPr/>
          <a:lstStyle>
            <a:lvl1pPr marL="0" indent="0" algn="l" rtl="0">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dirty="0"/>
          </a:p>
        </p:txBody>
      </p:sp>
    </p:spTree>
    <p:extLst>
      <p:ext uri="{BB962C8B-B14F-4D97-AF65-F5344CB8AC3E}">
        <p14:creationId xmlns:p14="http://schemas.microsoft.com/office/powerpoint/2010/main" val="10487309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8 column black">
    <p:spTree>
      <p:nvGrpSpPr>
        <p:cNvPr id="1" name=""/>
        <p:cNvGrpSpPr/>
        <p:nvPr/>
      </p:nvGrpSpPr>
      <p:grpSpPr>
        <a:xfrm>
          <a:off x="0" y="0"/>
          <a:ext cx="0" cy="0"/>
          <a:chOff x="0" y="0"/>
          <a:chExt cx="0" cy="0"/>
        </a:xfrm>
      </p:grpSpPr>
      <p:graphicFrame>
        <p:nvGraphicFramePr>
          <p:cNvPr id="4" name="Objekt 9" hidden="1">
            <a:extLst>
              <a:ext uri="{FF2B5EF4-FFF2-40B4-BE49-F238E27FC236}">
                <a16:creationId xmlns:a16="http://schemas.microsoft.com/office/drawing/2014/main" id="{390A12FF-5D0E-4567-8BC9-75FB94CCE8F9}"/>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76802" name="Objekt 9" hidden="1">
                        <a:extLst>
                          <a:ext uri="{FF2B5EF4-FFF2-40B4-BE49-F238E27FC236}">
                            <a16:creationId xmlns:a16="http://schemas.microsoft.com/office/drawing/2014/main" id="{FF3C3F42-CBCE-C5B7-D420-685E86B6C8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chteck 61">
            <a:extLst>
              <a:ext uri="{FF2B5EF4-FFF2-40B4-BE49-F238E27FC236}">
                <a16:creationId xmlns:a16="http://schemas.microsoft.com/office/drawing/2014/main" id="{161B9984-7FE3-B1E9-7760-1DACB3B8F86E}"/>
              </a:ext>
            </a:extLst>
          </p:cNvPr>
          <p:cNvSpPr/>
          <p:nvPr userDrawn="1"/>
        </p:nvSpPr>
        <p:spPr>
          <a:xfrm>
            <a:off x="188913" y="441325"/>
            <a:ext cx="6381750" cy="4516438"/>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eaLnBrk="1" fontAlgn="auto" hangingPunct="1">
              <a:spcBef>
                <a:spcPts val="0"/>
              </a:spcBef>
              <a:spcAft>
                <a:spcPts val="0"/>
              </a:spcAft>
              <a:defRPr/>
            </a:pPr>
            <a:endParaRPr lang="en-GB" sz="1200" dirty="0">
              <a:solidFill>
                <a:schemeClr val="tx1"/>
              </a:solidFill>
            </a:endParaRPr>
          </a:p>
        </p:txBody>
      </p:sp>
      <p:grpSp>
        <p:nvGrpSpPr>
          <p:cNvPr id="6" name="Gruppieren 10">
            <a:extLst>
              <a:ext uri="{FF2B5EF4-FFF2-40B4-BE49-F238E27FC236}">
                <a16:creationId xmlns:a16="http://schemas.microsoft.com/office/drawing/2014/main" id="{EB2099AE-D1E4-AB66-8F4D-D8D89C41FBB6}"/>
              </a:ext>
            </a:extLst>
          </p:cNvPr>
          <p:cNvGrpSpPr>
            <a:grpSpLocks/>
          </p:cNvGrpSpPr>
          <p:nvPr userDrawn="1"/>
        </p:nvGrpSpPr>
        <p:grpSpPr bwMode="auto">
          <a:xfrm>
            <a:off x="7767638" y="106363"/>
            <a:ext cx="1193800" cy="222250"/>
            <a:chOff x="8174038" y="147638"/>
            <a:chExt cx="787400" cy="146050"/>
          </a:xfrm>
        </p:grpSpPr>
        <p:sp>
          <p:nvSpPr>
            <p:cNvPr id="7" name="AutoShape 89">
              <a:extLst>
                <a:ext uri="{FF2B5EF4-FFF2-40B4-BE49-F238E27FC236}">
                  <a16:creationId xmlns:a16="http://schemas.microsoft.com/office/drawing/2014/main" id="{014EC18A-A8B3-769A-1275-D94205006983}"/>
                </a:ext>
              </a:extLst>
            </p:cNvPr>
            <p:cNvSpPr>
              <a:spLocks noChangeAspect="1" noChangeArrowheads="1" noTextEdit="1"/>
            </p:cNvSpPr>
            <p:nvPr userDrawn="1"/>
          </p:nvSpPr>
          <p:spPr bwMode="auto">
            <a:xfrm>
              <a:off x="8174038" y="147638"/>
              <a:ext cx="787400"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VN"/>
            </a:p>
          </p:txBody>
        </p:sp>
        <p:sp>
          <p:nvSpPr>
            <p:cNvPr id="8" name="Rectangle 91">
              <a:extLst>
                <a:ext uri="{FF2B5EF4-FFF2-40B4-BE49-F238E27FC236}">
                  <a16:creationId xmlns:a16="http://schemas.microsoft.com/office/drawing/2014/main" id="{554E41B3-D12A-288A-0E81-F58ADE589105}"/>
                </a:ext>
              </a:extLst>
            </p:cNvPr>
            <p:cNvSpPr>
              <a:spLocks noChangeArrowheads="1"/>
            </p:cNvSpPr>
            <p:nvPr userDrawn="1"/>
          </p:nvSpPr>
          <p:spPr bwMode="auto">
            <a:xfrm>
              <a:off x="8174038" y="147638"/>
              <a:ext cx="787400" cy="146050"/>
            </a:xfrm>
            <a:prstGeom prst="rect">
              <a:avLst/>
            </a:prstGeom>
            <a:solidFill>
              <a:schemeClr val="accent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9" name="Rectangle 92">
              <a:extLst>
                <a:ext uri="{FF2B5EF4-FFF2-40B4-BE49-F238E27FC236}">
                  <a16:creationId xmlns:a16="http://schemas.microsoft.com/office/drawing/2014/main" id="{75FCD99F-ED86-2F3A-67DD-561A5A5F1EE5}"/>
                </a:ext>
              </a:extLst>
            </p:cNvPr>
            <p:cNvSpPr>
              <a:spLocks noChangeArrowheads="1"/>
            </p:cNvSpPr>
            <p:nvPr userDrawn="1"/>
          </p:nvSpPr>
          <p:spPr bwMode="auto">
            <a:xfrm>
              <a:off x="8854636" y="187280"/>
              <a:ext cx="69107" cy="66766"/>
            </a:xfrm>
            <a:prstGeom prst="rect">
              <a:avLst/>
            </a:prstGeom>
            <a:solidFill>
              <a:schemeClr val="bg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10" name="Freeform 93">
              <a:extLst>
                <a:ext uri="{FF2B5EF4-FFF2-40B4-BE49-F238E27FC236}">
                  <a16:creationId xmlns:a16="http://schemas.microsoft.com/office/drawing/2014/main" id="{66D74D4D-4AC6-68C5-11A2-73C5DF9E4F7C}"/>
                </a:ext>
              </a:extLst>
            </p:cNvPr>
            <p:cNvSpPr>
              <a:spLocks/>
            </p:cNvSpPr>
            <p:nvPr userDrawn="1"/>
          </p:nvSpPr>
          <p:spPr bwMode="auto">
            <a:xfrm>
              <a:off x="8621713" y="185738"/>
              <a:ext cx="65088" cy="69850"/>
            </a:xfrm>
            <a:custGeom>
              <a:avLst/>
              <a:gdLst>
                <a:gd name="T0" fmla="*/ 2147483646 w 40"/>
                <a:gd name="T1" fmla="*/ 2147483646 h 44"/>
                <a:gd name="T2" fmla="*/ 2147483646 w 40"/>
                <a:gd name="T3" fmla="*/ 2147483646 h 44"/>
                <a:gd name="T4" fmla="*/ 2147483646 w 40"/>
                <a:gd name="T5" fmla="*/ 2147483646 h 44"/>
                <a:gd name="T6" fmla="*/ 2147483646 w 40"/>
                <a:gd name="T7" fmla="*/ 2147483646 h 44"/>
                <a:gd name="T8" fmla="*/ 2147483646 w 40"/>
                <a:gd name="T9" fmla="*/ 2147483646 h 44"/>
                <a:gd name="T10" fmla="*/ 2147483646 w 40"/>
                <a:gd name="T11" fmla="*/ 2147483646 h 44"/>
                <a:gd name="T12" fmla="*/ 2147483646 w 40"/>
                <a:gd name="T13" fmla="*/ 2147483646 h 44"/>
                <a:gd name="T14" fmla="*/ 2147483646 w 40"/>
                <a:gd name="T15" fmla="*/ 2147483646 h 44"/>
                <a:gd name="T16" fmla="*/ 2147483646 w 40"/>
                <a:gd name="T17" fmla="*/ 2147483646 h 44"/>
                <a:gd name="T18" fmla="*/ 2147483646 w 40"/>
                <a:gd name="T19" fmla="*/ 2147483646 h 44"/>
                <a:gd name="T20" fmla="*/ 2147483646 w 40"/>
                <a:gd name="T21" fmla="*/ 2147483646 h 44"/>
                <a:gd name="T22" fmla="*/ 2147483646 w 40"/>
                <a:gd name="T23" fmla="*/ 0 h 44"/>
                <a:gd name="T24" fmla="*/ 0 w 40"/>
                <a:gd name="T25" fmla="*/ 2147483646 h 44"/>
                <a:gd name="T26" fmla="*/ 2147483646 w 40"/>
                <a:gd name="T27" fmla="*/ 2147483646 h 44"/>
                <a:gd name="T28" fmla="*/ 2147483646 w 40"/>
                <a:gd name="T29" fmla="*/ 2147483646 h 44"/>
                <a:gd name="T30" fmla="*/ 2147483646 w 40"/>
                <a:gd name="T31" fmla="*/ 2147483646 h 44"/>
                <a:gd name="T32" fmla="*/ 2147483646 w 40"/>
                <a:gd name="T33" fmla="*/ 2147483646 h 44"/>
                <a:gd name="T34" fmla="*/ 2147483646 w 40"/>
                <a:gd name="T35" fmla="*/ 2147483646 h 4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0" h="44">
                  <a:moveTo>
                    <a:pt x="21" y="18"/>
                  </a:moveTo>
                  <a:cubicBezTo>
                    <a:pt x="21" y="26"/>
                    <a:pt x="21" y="26"/>
                    <a:pt x="21" y="26"/>
                  </a:cubicBezTo>
                  <a:cubicBezTo>
                    <a:pt x="31" y="26"/>
                    <a:pt x="31" y="26"/>
                    <a:pt x="31" y="26"/>
                  </a:cubicBezTo>
                  <a:cubicBezTo>
                    <a:pt x="31" y="33"/>
                    <a:pt x="31" y="33"/>
                    <a:pt x="31" y="33"/>
                  </a:cubicBezTo>
                  <a:cubicBezTo>
                    <a:pt x="29" y="35"/>
                    <a:pt x="26" y="36"/>
                    <a:pt x="22" y="36"/>
                  </a:cubicBezTo>
                  <a:cubicBezTo>
                    <a:pt x="14" y="36"/>
                    <a:pt x="8" y="31"/>
                    <a:pt x="8" y="22"/>
                  </a:cubicBezTo>
                  <a:cubicBezTo>
                    <a:pt x="8" y="13"/>
                    <a:pt x="14" y="8"/>
                    <a:pt x="22" y="8"/>
                  </a:cubicBezTo>
                  <a:cubicBezTo>
                    <a:pt x="26" y="8"/>
                    <a:pt x="30" y="9"/>
                    <a:pt x="33" y="12"/>
                  </a:cubicBezTo>
                  <a:cubicBezTo>
                    <a:pt x="33" y="12"/>
                    <a:pt x="33" y="12"/>
                    <a:pt x="33" y="12"/>
                  </a:cubicBezTo>
                  <a:cubicBezTo>
                    <a:pt x="39" y="7"/>
                    <a:pt x="39" y="7"/>
                    <a:pt x="39" y="7"/>
                  </a:cubicBezTo>
                  <a:cubicBezTo>
                    <a:pt x="38" y="7"/>
                    <a:pt x="38" y="7"/>
                    <a:pt x="38" y="7"/>
                  </a:cubicBezTo>
                  <a:cubicBezTo>
                    <a:pt x="34" y="3"/>
                    <a:pt x="29" y="0"/>
                    <a:pt x="22" y="0"/>
                  </a:cubicBezTo>
                  <a:cubicBezTo>
                    <a:pt x="9" y="0"/>
                    <a:pt x="0" y="9"/>
                    <a:pt x="0" y="22"/>
                  </a:cubicBezTo>
                  <a:cubicBezTo>
                    <a:pt x="0" y="35"/>
                    <a:pt x="9" y="44"/>
                    <a:pt x="22" y="44"/>
                  </a:cubicBezTo>
                  <a:cubicBezTo>
                    <a:pt x="29" y="44"/>
                    <a:pt x="36" y="41"/>
                    <a:pt x="40" y="36"/>
                  </a:cubicBezTo>
                  <a:cubicBezTo>
                    <a:pt x="40" y="35"/>
                    <a:pt x="40" y="35"/>
                    <a:pt x="40" y="35"/>
                  </a:cubicBezTo>
                  <a:cubicBezTo>
                    <a:pt x="40" y="18"/>
                    <a:pt x="40" y="18"/>
                    <a:pt x="40" y="18"/>
                  </a:cubicBezTo>
                  <a:lnTo>
                    <a:pt x="21" y="1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1" name="Freeform 94">
              <a:extLst>
                <a:ext uri="{FF2B5EF4-FFF2-40B4-BE49-F238E27FC236}">
                  <a16:creationId xmlns:a16="http://schemas.microsoft.com/office/drawing/2014/main" id="{A706A11C-64C4-CA38-BA5E-48B1EC904210}"/>
                </a:ext>
              </a:extLst>
            </p:cNvPr>
            <p:cNvSpPr>
              <a:spLocks/>
            </p:cNvSpPr>
            <p:nvPr userDrawn="1"/>
          </p:nvSpPr>
          <p:spPr bwMode="auto">
            <a:xfrm>
              <a:off x="8702676" y="187326"/>
              <a:ext cx="50800" cy="66675"/>
            </a:xfrm>
            <a:custGeom>
              <a:avLst/>
              <a:gdLst>
                <a:gd name="T0" fmla="*/ 2147483646 w 32"/>
                <a:gd name="T1" fmla="*/ 2147483646 h 42"/>
                <a:gd name="T2" fmla="*/ 2147483646 w 32"/>
                <a:gd name="T3" fmla="*/ 0 h 42"/>
                <a:gd name="T4" fmla="*/ 0 w 32"/>
                <a:gd name="T5" fmla="*/ 0 h 42"/>
                <a:gd name="T6" fmla="*/ 0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2147483646 h 42"/>
                <a:gd name="T16" fmla="*/ 2147483646 w 32"/>
                <a:gd name="T17" fmla="*/ 2147483646 h 42"/>
                <a:gd name="T18" fmla="*/ 2147483646 w 32"/>
                <a:gd name="T19" fmla="*/ 2147483646 h 42"/>
                <a:gd name="T20" fmla="*/ 2147483646 w 32"/>
                <a:gd name="T21" fmla="*/ 2147483646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2" h="42">
                  <a:moveTo>
                    <a:pt x="32" y="8"/>
                  </a:moveTo>
                  <a:lnTo>
                    <a:pt x="32" y="0"/>
                  </a:lnTo>
                  <a:lnTo>
                    <a:pt x="0" y="0"/>
                  </a:lnTo>
                  <a:lnTo>
                    <a:pt x="0" y="42"/>
                  </a:lnTo>
                  <a:lnTo>
                    <a:pt x="9" y="42"/>
                  </a:lnTo>
                  <a:lnTo>
                    <a:pt x="9" y="25"/>
                  </a:lnTo>
                  <a:lnTo>
                    <a:pt x="31" y="25"/>
                  </a:lnTo>
                  <a:lnTo>
                    <a:pt x="31" y="18"/>
                  </a:lnTo>
                  <a:lnTo>
                    <a:pt x="9" y="18"/>
                  </a:lnTo>
                  <a:lnTo>
                    <a:pt x="9" y="8"/>
                  </a:lnTo>
                  <a:lnTo>
                    <a:pt x="32" y="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2" name="Freeform 95">
              <a:extLst>
                <a:ext uri="{FF2B5EF4-FFF2-40B4-BE49-F238E27FC236}">
                  <a16:creationId xmlns:a16="http://schemas.microsoft.com/office/drawing/2014/main" id="{13B16DAB-973B-07F7-3359-B348DE82CFC7}"/>
                </a:ext>
              </a:extLst>
            </p:cNvPr>
            <p:cNvSpPr>
              <a:spLocks/>
            </p:cNvSpPr>
            <p:nvPr userDrawn="1"/>
          </p:nvSpPr>
          <p:spPr bwMode="auto">
            <a:xfrm>
              <a:off x="8761413" y="187326"/>
              <a:ext cx="50800" cy="66675"/>
            </a:xfrm>
            <a:custGeom>
              <a:avLst/>
              <a:gdLst>
                <a:gd name="T0" fmla="*/ 0 w 32"/>
                <a:gd name="T1" fmla="*/ 0 h 42"/>
                <a:gd name="T2" fmla="*/ 0 w 32"/>
                <a:gd name="T3" fmla="*/ 2147483646 h 42"/>
                <a:gd name="T4" fmla="*/ 2147483646 w 32"/>
                <a:gd name="T5" fmla="*/ 2147483646 h 42"/>
                <a:gd name="T6" fmla="*/ 2147483646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0 h 42"/>
                <a:gd name="T16" fmla="*/ 0 w 32"/>
                <a:gd name="T17" fmla="*/ 0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 h="42">
                  <a:moveTo>
                    <a:pt x="0" y="0"/>
                  </a:moveTo>
                  <a:lnTo>
                    <a:pt x="0" y="8"/>
                  </a:lnTo>
                  <a:lnTo>
                    <a:pt x="11" y="8"/>
                  </a:lnTo>
                  <a:lnTo>
                    <a:pt x="11" y="42"/>
                  </a:lnTo>
                  <a:lnTo>
                    <a:pt x="20" y="42"/>
                  </a:lnTo>
                  <a:lnTo>
                    <a:pt x="20" y="8"/>
                  </a:lnTo>
                  <a:lnTo>
                    <a:pt x="32" y="8"/>
                  </a:lnTo>
                  <a:lnTo>
                    <a:pt x="32"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grpSp>
      <p:grpSp>
        <p:nvGrpSpPr>
          <p:cNvPr id="13" name="Gruppieren 17">
            <a:extLst>
              <a:ext uri="{FF2B5EF4-FFF2-40B4-BE49-F238E27FC236}">
                <a16:creationId xmlns:a16="http://schemas.microsoft.com/office/drawing/2014/main" id="{097EA22A-ABA8-9AC0-B3C6-2F2960BF1CF1}"/>
              </a:ext>
            </a:extLst>
          </p:cNvPr>
          <p:cNvGrpSpPr>
            <a:grpSpLocks/>
          </p:cNvGrpSpPr>
          <p:nvPr userDrawn="1"/>
        </p:nvGrpSpPr>
        <p:grpSpPr bwMode="auto">
          <a:xfrm>
            <a:off x="-274638" y="-292100"/>
            <a:ext cx="9701213" cy="5749925"/>
            <a:chOff x="-275113" y="-292561"/>
            <a:chExt cx="9702165" cy="5750386"/>
          </a:xfrm>
        </p:grpSpPr>
        <p:grpSp>
          <p:nvGrpSpPr>
            <p:cNvPr id="14" name="Gruppieren 18">
              <a:extLst>
                <a:ext uri="{FF2B5EF4-FFF2-40B4-BE49-F238E27FC236}">
                  <a16:creationId xmlns:a16="http://schemas.microsoft.com/office/drawing/2014/main" id="{0D79E858-AC61-2A19-E82E-76CCDD61A396}"/>
                </a:ext>
              </a:extLst>
            </p:cNvPr>
            <p:cNvGrpSpPr>
              <a:grpSpLocks/>
            </p:cNvGrpSpPr>
            <p:nvPr userDrawn="1"/>
          </p:nvGrpSpPr>
          <p:grpSpPr bwMode="auto">
            <a:xfrm>
              <a:off x="186532" y="5290185"/>
              <a:ext cx="8772525" cy="167640"/>
              <a:chOff x="186532" y="-281940"/>
              <a:chExt cx="8772525" cy="708660"/>
            </a:xfrm>
          </p:grpSpPr>
          <p:cxnSp>
            <p:nvCxnSpPr>
              <p:cNvPr id="42" name="Gerade Verbindung 45">
                <a:extLst>
                  <a:ext uri="{FF2B5EF4-FFF2-40B4-BE49-F238E27FC236}">
                    <a16:creationId xmlns:a16="http://schemas.microsoft.com/office/drawing/2014/main" id="{CB29B806-AAB3-AEB8-02B4-5A834F71F9C3}"/>
                  </a:ext>
                </a:extLst>
              </p:cNvPr>
              <p:cNvCxnSpPr/>
              <p:nvPr userDrawn="1"/>
            </p:nvCxnSpPr>
            <p:spPr bwMode="gray">
              <a:xfrm>
                <a:off x="979136"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3" name="Gerade Verbindung 46">
                <a:extLst>
                  <a:ext uri="{FF2B5EF4-FFF2-40B4-BE49-F238E27FC236}">
                    <a16:creationId xmlns:a16="http://schemas.microsoft.com/office/drawing/2014/main" id="{C1D84059-EB39-2DC0-77B0-667A14A802C0}"/>
                  </a:ext>
                </a:extLst>
              </p:cNvPr>
              <p:cNvCxnSpPr/>
              <p:nvPr userDrawn="1"/>
            </p:nvCxnSpPr>
            <p:spPr bwMode="gray">
              <a:xfrm>
                <a:off x="1777726"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4" name="Gerade Verbindung 47">
                <a:extLst>
                  <a:ext uri="{FF2B5EF4-FFF2-40B4-BE49-F238E27FC236}">
                    <a16:creationId xmlns:a16="http://schemas.microsoft.com/office/drawing/2014/main" id="{F0CE4CA6-8E09-3D55-2BC3-D23E3B906487}"/>
                  </a:ext>
                </a:extLst>
              </p:cNvPr>
              <p:cNvCxnSpPr/>
              <p:nvPr userDrawn="1"/>
            </p:nvCxnSpPr>
            <p:spPr bwMode="gray">
              <a:xfrm>
                <a:off x="2576318"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5" name="Gerade Verbindung 48">
                <a:extLst>
                  <a:ext uri="{FF2B5EF4-FFF2-40B4-BE49-F238E27FC236}">
                    <a16:creationId xmlns:a16="http://schemas.microsoft.com/office/drawing/2014/main" id="{2E756C3A-9736-F9F9-2B3D-F60293425838}"/>
                  </a:ext>
                </a:extLst>
              </p:cNvPr>
              <p:cNvCxnSpPr/>
              <p:nvPr userDrawn="1"/>
            </p:nvCxnSpPr>
            <p:spPr bwMode="gray">
              <a:xfrm>
                <a:off x="3374908"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6" name="Gerade Verbindung 49">
                <a:extLst>
                  <a:ext uri="{FF2B5EF4-FFF2-40B4-BE49-F238E27FC236}">
                    <a16:creationId xmlns:a16="http://schemas.microsoft.com/office/drawing/2014/main" id="{79614211-9968-BA78-50F1-B1E25774157C}"/>
                  </a:ext>
                </a:extLst>
              </p:cNvPr>
              <p:cNvCxnSpPr/>
              <p:nvPr userDrawn="1"/>
            </p:nvCxnSpPr>
            <p:spPr bwMode="gray">
              <a:xfrm>
                <a:off x="4173499"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7" name="Gerade Verbindung 50">
                <a:extLst>
                  <a:ext uri="{FF2B5EF4-FFF2-40B4-BE49-F238E27FC236}">
                    <a16:creationId xmlns:a16="http://schemas.microsoft.com/office/drawing/2014/main" id="{F2C78177-FFE8-6B17-D5F8-B9FFA7124E2A}"/>
                  </a:ext>
                </a:extLst>
              </p:cNvPr>
              <p:cNvCxnSpPr/>
              <p:nvPr userDrawn="1"/>
            </p:nvCxnSpPr>
            <p:spPr bwMode="gray">
              <a:xfrm>
                <a:off x="4972090"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8" name="Gerade Verbindung 51">
                <a:extLst>
                  <a:ext uri="{FF2B5EF4-FFF2-40B4-BE49-F238E27FC236}">
                    <a16:creationId xmlns:a16="http://schemas.microsoft.com/office/drawing/2014/main" id="{B1B525F3-DEB1-D489-312B-046D4EAA34E7}"/>
                  </a:ext>
                </a:extLst>
              </p:cNvPr>
              <p:cNvCxnSpPr/>
              <p:nvPr userDrawn="1"/>
            </p:nvCxnSpPr>
            <p:spPr bwMode="gray">
              <a:xfrm>
                <a:off x="5770681"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9" name="Gerade Verbindung 52">
                <a:extLst>
                  <a:ext uri="{FF2B5EF4-FFF2-40B4-BE49-F238E27FC236}">
                    <a16:creationId xmlns:a16="http://schemas.microsoft.com/office/drawing/2014/main" id="{D748F327-2295-6DF4-932C-45F2A7E8FCD6}"/>
                  </a:ext>
                </a:extLst>
              </p:cNvPr>
              <p:cNvCxnSpPr/>
              <p:nvPr userDrawn="1"/>
            </p:nvCxnSpPr>
            <p:spPr bwMode="gray">
              <a:xfrm>
                <a:off x="6569271"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0" name="Gerade Verbindung 53">
                <a:extLst>
                  <a:ext uri="{FF2B5EF4-FFF2-40B4-BE49-F238E27FC236}">
                    <a16:creationId xmlns:a16="http://schemas.microsoft.com/office/drawing/2014/main" id="{3F3B3427-CC5A-1645-3CEF-608CEA754E4D}"/>
                  </a:ext>
                </a:extLst>
              </p:cNvPr>
              <p:cNvCxnSpPr/>
              <p:nvPr userDrawn="1"/>
            </p:nvCxnSpPr>
            <p:spPr bwMode="gray">
              <a:xfrm>
                <a:off x="7367863"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1" name="Gerade Verbindung 54">
                <a:extLst>
                  <a:ext uri="{FF2B5EF4-FFF2-40B4-BE49-F238E27FC236}">
                    <a16:creationId xmlns:a16="http://schemas.microsoft.com/office/drawing/2014/main" id="{197F232C-607D-2D09-016F-9C48ED617B7D}"/>
                  </a:ext>
                </a:extLst>
              </p:cNvPr>
              <p:cNvCxnSpPr/>
              <p:nvPr userDrawn="1"/>
            </p:nvCxnSpPr>
            <p:spPr bwMode="gray">
              <a:xfrm>
                <a:off x="8166453"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2" name="Gerade Verbindung 55">
                <a:extLst>
                  <a:ext uri="{FF2B5EF4-FFF2-40B4-BE49-F238E27FC236}">
                    <a16:creationId xmlns:a16="http://schemas.microsoft.com/office/drawing/2014/main" id="{4D674B57-BEFA-78C8-A8FE-DD5F02CB6A7D}"/>
                  </a:ext>
                </a:extLst>
              </p:cNvPr>
              <p:cNvCxnSpPr/>
              <p:nvPr userDrawn="1"/>
            </p:nvCxnSpPr>
            <p:spPr bwMode="gray">
              <a:xfrm>
                <a:off x="186895"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3" name="Gerade Verbindung 56">
                <a:extLst>
                  <a:ext uri="{FF2B5EF4-FFF2-40B4-BE49-F238E27FC236}">
                    <a16:creationId xmlns:a16="http://schemas.microsoft.com/office/drawing/2014/main" id="{2D55374C-969D-CF3A-8A3A-F4E02A40E64B}"/>
                  </a:ext>
                </a:extLst>
              </p:cNvPr>
              <p:cNvCxnSpPr/>
              <p:nvPr userDrawn="1"/>
            </p:nvCxnSpPr>
            <p:spPr bwMode="gray">
              <a:xfrm>
                <a:off x="8958694"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15" name="Gerade Verbindung 31">
              <a:extLst>
                <a:ext uri="{FF2B5EF4-FFF2-40B4-BE49-F238E27FC236}">
                  <a16:creationId xmlns:a16="http://schemas.microsoft.com/office/drawing/2014/main" id="{04585A56-8AA9-B2C5-806A-B7F6CEFE74A3}"/>
                </a:ext>
              </a:extLst>
            </p:cNvPr>
            <p:cNvCxnSpPr/>
            <p:nvPr userDrawn="1"/>
          </p:nvCxnSpPr>
          <p:spPr bwMode="gray">
            <a:xfrm rot="16200000">
              <a:off x="-190967" y="355189"/>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 name="Gerade Verbindung 32">
              <a:extLst>
                <a:ext uri="{FF2B5EF4-FFF2-40B4-BE49-F238E27FC236}">
                  <a16:creationId xmlns:a16="http://schemas.microsoft.com/office/drawing/2014/main" id="{EA1204B8-359F-F0B5-E6AD-CB82FEE0AF99}"/>
                </a:ext>
              </a:extLst>
            </p:cNvPr>
            <p:cNvCxnSpPr/>
            <p:nvPr userDrawn="1"/>
          </p:nvCxnSpPr>
          <p:spPr bwMode="gray">
            <a:xfrm rot="16200000">
              <a:off x="-190967" y="545705"/>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Gerade Verbindung 33">
              <a:extLst>
                <a:ext uri="{FF2B5EF4-FFF2-40B4-BE49-F238E27FC236}">
                  <a16:creationId xmlns:a16="http://schemas.microsoft.com/office/drawing/2014/main" id="{07C5554B-92B5-E9E3-57D1-2C865F702FB4}"/>
                </a:ext>
              </a:extLst>
            </p:cNvPr>
            <p:cNvCxnSpPr/>
            <p:nvPr userDrawn="1"/>
          </p:nvCxnSpPr>
          <p:spPr bwMode="gray">
            <a:xfrm rot="16200000">
              <a:off x="-190967" y="4876752"/>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 name="Gerade Verbindung 34">
              <a:extLst>
                <a:ext uri="{FF2B5EF4-FFF2-40B4-BE49-F238E27FC236}">
                  <a16:creationId xmlns:a16="http://schemas.microsoft.com/office/drawing/2014/main" id="{C7D63E53-8DC7-97AE-8AD5-08D17116490F}"/>
                </a:ext>
              </a:extLst>
            </p:cNvPr>
            <p:cNvCxnSpPr/>
            <p:nvPr userDrawn="1"/>
          </p:nvCxnSpPr>
          <p:spPr bwMode="gray">
            <a:xfrm rot="16200000">
              <a:off x="-190967" y="4684649"/>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Gerade Verbindung 35">
              <a:extLst>
                <a:ext uri="{FF2B5EF4-FFF2-40B4-BE49-F238E27FC236}">
                  <a16:creationId xmlns:a16="http://schemas.microsoft.com/office/drawing/2014/main" id="{FA9E4781-D7E9-87B6-86A0-CF997A90888B}"/>
                </a:ext>
              </a:extLst>
            </p:cNvPr>
            <p:cNvCxnSpPr/>
            <p:nvPr userDrawn="1"/>
          </p:nvCxnSpPr>
          <p:spPr bwMode="gray">
            <a:xfrm rot="16200000">
              <a:off x="9342907" y="352014"/>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Gerade Verbindung 36">
              <a:extLst>
                <a:ext uri="{FF2B5EF4-FFF2-40B4-BE49-F238E27FC236}">
                  <a16:creationId xmlns:a16="http://schemas.microsoft.com/office/drawing/2014/main" id="{1F042D19-6946-D8BE-C5CC-CAFFF47D604D}"/>
                </a:ext>
              </a:extLst>
            </p:cNvPr>
            <p:cNvCxnSpPr/>
            <p:nvPr userDrawn="1"/>
          </p:nvCxnSpPr>
          <p:spPr bwMode="gray">
            <a:xfrm rot="16200000">
              <a:off x="9342907" y="545705"/>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 name="Gerade Verbindung 37">
              <a:extLst>
                <a:ext uri="{FF2B5EF4-FFF2-40B4-BE49-F238E27FC236}">
                  <a16:creationId xmlns:a16="http://schemas.microsoft.com/office/drawing/2014/main" id="{5C728624-2C76-47C6-2C75-38DD1A80936F}"/>
                </a:ext>
              </a:extLst>
            </p:cNvPr>
            <p:cNvCxnSpPr/>
            <p:nvPr userDrawn="1"/>
          </p:nvCxnSpPr>
          <p:spPr bwMode="gray">
            <a:xfrm rot="16200000">
              <a:off x="9342907" y="4876752"/>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Gerade Verbindung 38">
              <a:extLst>
                <a:ext uri="{FF2B5EF4-FFF2-40B4-BE49-F238E27FC236}">
                  <a16:creationId xmlns:a16="http://schemas.microsoft.com/office/drawing/2014/main" id="{E784F9D6-1C51-6AB3-831E-5AB132C72AB5}"/>
                </a:ext>
              </a:extLst>
            </p:cNvPr>
            <p:cNvCxnSpPr/>
            <p:nvPr userDrawn="1"/>
          </p:nvCxnSpPr>
          <p:spPr bwMode="gray">
            <a:xfrm rot="16200000">
              <a:off x="9342907" y="4684649"/>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 name="Gerade Verbindung 39">
              <a:extLst>
                <a:ext uri="{FF2B5EF4-FFF2-40B4-BE49-F238E27FC236}">
                  <a16:creationId xmlns:a16="http://schemas.microsoft.com/office/drawing/2014/main" id="{6DB964C0-81CF-7202-6709-B017F73079C4}"/>
                </a:ext>
              </a:extLst>
            </p:cNvPr>
            <p:cNvCxnSpPr/>
            <p:nvPr userDrawn="1"/>
          </p:nvCxnSpPr>
          <p:spPr bwMode="gray">
            <a:xfrm rot="16200000">
              <a:off x="-190967" y="1179167"/>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Gerade Verbindung 40">
              <a:extLst>
                <a:ext uri="{FF2B5EF4-FFF2-40B4-BE49-F238E27FC236}">
                  <a16:creationId xmlns:a16="http://schemas.microsoft.com/office/drawing/2014/main" id="{BDA57A0E-D461-613B-CD1E-D5559137CEA8}"/>
                </a:ext>
              </a:extLst>
            </p:cNvPr>
            <p:cNvCxnSpPr/>
            <p:nvPr userDrawn="1"/>
          </p:nvCxnSpPr>
          <p:spPr bwMode="gray">
            <a:xfrm rot="16200000">
              <a:off x="-190967" y="2347661"/>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Gerade Verbindung 41">
              <a:extLst>
                <a:ext uri="{FF2B5EF4-FFF2-40B4-BE49-F238E27FC236}">
                  <a16:creationId xmlns:a16="http://schemas.microsoft.com/office/drawing/2014/main" id="{34D7CF5E-6C56-7FD7-EAF7-21EC33DAE117}"/>
                </a:ext>
              </a:extLst>
            </p:cNvPr>
            <p:cNvCxnSpPr/>
            <p:nvPr userDrawn="1"/>
          </p:nvCxnSpPr>
          <p:spPr bwMode="gray">
            <a:xfrm rot="16200000">
              <a:off x="-190967" y="3516155"/>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6" name="Gerade Verbindung 42">
              <a:extLst>
                <a:ext uri="{FF2B5EF4-FFF2-40B4-BE49-F238E27FC236}">
                  <a16:creationId xmlns:a16="http://schemas.microsoft.com/office/drawing/2014/main" id="{EFBAB2A4-A1DD-73EC-1AA8-BB647C293FA1}"/>
                </a:ext>
              </a:extLst>
            </p:cNvPr>
            <p:cNvCxnSpPr/>
            <p:nvPr userDrawn="1"/>
          </p:nvCxnSpPr>
          <p:spPr bwMode="gray">
            <a:xfrm rot="16200000">
              <a:off x="9342907" y="1179167"/>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Gerade Verbindung 43">
              <a:extLst>
                <a:ext uri="{FF2B5EF4-FFF2-40B4-BE49-F238E27FC236}">
                  <a16:creationId xmlns:a16="http://schemas.microsoft.com/office/drawing/2014/main" id="{B8E3411F-8D6E-71A0-61C4-DC9186552FCE}"/>
                </a:ext>
              </a:extLst>
            </p:cNvPr>
            <p:cNvCxnSpPr/>
            <p:nvPr userDrawn="1"/>
          </p:nvCxnSpPr>
          <p:spPr bwMode="gray">
            <a:xfrm rot="16200000">
              <a:off x="9342907" y="2347661"/>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8" name="Gerade Verbindung 44">
              <a:extLst>
                <a:ext uri="{FF2B5EF4-FFF2-40B4-BE49-F238E27FC236}">
                  <a16:creationId xmlns:a16="http://schemas.microsoft.com/office/drawing/2014/main" id="{BF204C33-D24C-7D6F-869A-7DCAA2A49133}"/>
                </a:ext>
              </a:extLst>
            </p:cNvPr>
            <p:cNvCxnSpPr/>
            <p:nvPr userDrawn="1"/>
          </p:nvCxnSpPr>
          <p:spPr bwMode="gray">
            <a:xfrm rot="16200000">
              <a:off x="9342907" y="3516155"/>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29" name="Gruppieren 33">
              <a:extLst>
                <a:ext uri="{FF2B5EF4-FFF2-40B4-BE49-F238E27FC236}">
                  <a16:creationId xmlns:a16="http://schemas.microsoft.com/office/drawing/2014/main" id="{A7186B23-8C8C-29B2-B076-67556221F7C2}"/>
                </a:ext>
              </a:extLst>
            </p:cNvPr>
            <p:cNvGrpSpPr>
              <a:grpSpLocks/>
            </p:cNvGrpSpPr>
            <p:nvPr userDrawn="1"/>
          </p:nvGrpSpPr>
          <p:grpSpPr bwMode="auto">
            <a:xfrm>
              <a:off x="186532" y="-292561"/>
              <a:ext cx="8772525" cy="167640"/>
              <a:chOff x="186532" y="-281940"/>
              <a:chExt cx="8772525" cy="708660"/>
            </a:xfrm>
          </p:grpSpPr>
          <p:cxnSp>
            <p:nvCxnSpPr>
              <p:cNvPr id="30" name="Gerade Verbindung 45">
                <a:extLst>
                  <a:ext uri="{FF2B5EF4-FFF2-40B4-BE49-F238E27FC236}">
                    <a16:creationId xmlns:a16="http://schemas.microsoft.com/office/drawing/2014/main" id="{2057DAA6-5945-05B0-91BA-EFD7436E5EFA}"/>
                  </a:ext>
                </a:extLst>
              </p:cNvPr>
              <p:cNvCxnSpPr/>
              <p:nvPr userDrawn="1"/>
            </p:nvCxnSpPr>
            <p:spPr bwMode="gray">
              <a:xfrm>
                <a:off x="979136"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1" name="Gerade Verbindung 46">
                <a:extLst>
                  <a:ext uri="{FF2B5EF4-FFF2-40B4-BE49-F238E27FC236}">
                    <a16:creationId xmlns:a16="http://schemas.microsoft.com/office/drawing/2014/main" id="{3A2DEF2E-7EA6-1551-C592-193DA9A5CAB4}"/>
                  </a:ext>
                </a:extLst>
              </p:cNvPr>
              <p:cNvCxnSpPr/>
              <p:nvPr userDrawn="1"/>
            </p:nvCxnSpPr>
            <p:spPr bwMode="gray">
              <a:xfrm>
                <a:off x="1777726"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2" name="Gerade Verbindung 47">
                <a:extLst>
                  <a:ext uri="{FF2B5EF4-FFF2-40B4-BE49-F238E27FC236}">
                    <a16:creationId xmlns:a16="http://schemas.microsoft.com/office/drawing/2014/main" id="{7696F365-DBAA-8A67-F56A-59F9C8E7C06C}"/>
                  </a:ext>
                </a:extLst>
              </p:cNvPr>
              <p:cNvCxnSpPr/>
              <p:nvPr userDrawn="1"/>
            </p:nvCxnSpPr>
            <p:spPr bwMode="gray">
              <a:xfrm>
                <a:off x="2576318"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3" name="Gerade Verbindung 48">
                <a:extLst>
                  <a:ext uri="{FF2B5EF4-FFF2-40B4-BE49-F238E27FC236}">
                    <a16:creationId xmlns:a16="http://schemas.microsoft.com/office/drawing/2014/main" id="{E47DE65F-B050-047B-83FE-CE8CE3C0A797}"/>
                  </a:ext>
                </a:extLst>
              </p:cNvPr>
              <p:cNvCxnSpPr/>
              <p:nvPr userDrawn="1"/>
            </p:nvCxnSpPr>
            <p:spPr bwMode="gray">
              <a:xfrm>
                <a:off x="3374908"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4" name="Gerade Verbindung 49">
                <a:extLst>
                  <a:ext uri="{FF2B5EF4-FFF2-40B4-BE49-F238E27FC236}">
                    <a16:creationId xmlns:a16="http://schemas.microsoft.com/office/drawing/2014/main" id="{A7769463-9A0D-5D59-A9ED-FD8092E60342}"/>
                  </a:ext>
                </a:extLst>
              </p:cNvPr>
              <p:cNvCxnSpPr/>
              <p:nvPr userDrawn="1"/>
            </p:nvCxnSpPr>
            <p:spPr bwMode="gray">
              <a:xfrm>
                <a:off x="4173499"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5" name="Gerade Verbindung 50">
                <a:extLst>
                  <a:ext uri="{FF2B5EF4-FFF2-40B4-BE49-F238E27FC236}">
                    <a16:creationId xmlns:a16="http://schemas.microsoft.com/office/drawing/2014/main" id="{976C999C-9FFE-B88B-5A5E-D42693E93624}"/>
                  </a:ext>
                </a:extLst>
              </p:cNvPr>
              <p:cNvCxnSpPr/>
              <p:nvPr userDrawn="1"/>
            </p:nvCxnSpPr>
            <p:spPr bwMode="gray">
              <a:xfrm>
                <a:off x="4972090"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6" name="Gerade Verbindung 51">
                <a:extLst>
                  <a:ext uri="{FF2B5EF4-FFF2-40B4-BE49-F238E27FC236}">
                    <a16:creationId xmlns:a16="http://schemas.microsoft.com/office/drawing/2014/main" id="{8059CF04-12D2-6F7B-AF89-6033E9339FDF}"/>
                  </a:ext>
                </a:extLst>
              </p:cNvPr>
              <p:cNvCxnSpPr/>
              <p:nvPr userDrawn="1"/>
            </p:nvCxnSpPr>
            <p:spPr bwMode="gray">
              <a:xfrm>
                <a:off x="5770681"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7" name="Gerade Verbindung 52">
                <a:extLst>
                  <a:ext uri="{FF2B5EF4-FFF2-40B4-BE49-F238E27FC236}">
                    <a16:creationId xmlns:a16="http://schemas.microsoft.com/office/drawing/2014/main" id="{D44E1A90-4C8F-A1C7-8D41-873FC19CB4FA}"/>
                  </a:ext>
                </a:extLst>
              </p:cNvPr>
              <p:cNvCxnSpPr/>
              <p:nvPr userDrawn="1"/>
            </p:nvCxnSpPr>
            <p:spPr bwMode="gray">
              <a:xfrm>
                <a:off x="6569271"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 name="Gerade Verbindung 53">
                <a:extLst>
                  <a:ext uri="{FF2B5EF4-FFF2-40B4-BE49-F238E27FC236}">
                    <a16:creationId xmlns:a16="http://schemas.microsoft.com/office/drawing/2014/main" id="{36305317-3595-885A-E7BF-A7737CB1D322}"/>
                  </a:ext>
                </a:extLst>
              </p:cNvPr>
              <p:cNvCxnSpPr/>
              <p:nvPr userDrawn="1"/>
            </p:nvCxnSpPr>
            <p:spPr bwMode="gray">
              <a:xfrm>
                <a:off x="7367863"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 name="Gerade Verbindung 54">
                <a:extLst>
                  <a:ext uri="{FF2B5EF4-FFF2-40B4-BE49-F238E27FC236}">
                    <a16:creationId xmlns:a16="http://schemas.microsoft.com/office/drawing/2014/main" id="{2370A02B-C366-BAE3-AE70-00CDA07F7B1C}"/>
                  </a:ext>
                </a:extLst>
              </p:cNvPr>
              <p:cNvCxnSpPr/>
              <p:nvPr userDrawn="1"/>
            </p:nvCxnSpPr>
            <p:spPr bwMode="gray">
              <a:xfrm>
                <a:off x="8166453"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0" name="Gerade Verbindung 55">
                <a:extLst>
                  <a:ext uri="{FF2B5EF4-FFF2-40B4-BE49-F238E27FC236}">
                    <a16:creationId xmlns:a16="http://schemas.microsoft.com/office/drawing/2014/main" id="{4BEF41D8-4110-D14E-0D0C-1899DF7E7591}"/>
                  </a:ext>
                </a:extLst>
              </p:cNvPr>
              <p:cNvCxnSpPr/>
              <p:nvPr userDrawn="1"/>
            </p:nvCxnSpPr>
            <p:spPr bwMode="gray">
              <a:xfrm>
                <a:off x="186895"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1" name="Gerade Verbindung 56">
                <a:extLst>
                  <a:ext uri="{FF2B5EF4-FFF2-40B4-BE49-F238E27FC236}">
                    <a16:creationId xmlns:a16="http://schemas.microsoft.com/office/drawing/2014/main" id="{1F0A714F-3199-017A-CA7C-1CB1673FDA39}"/>
                  </a:ext>
                </a:extLst>
              </p:cNvPr>
              <p:cNvCxnSpPr/>
              <p:nvPr userDrawn="1"/>
            </p:nvCxnSpPr>
            <p:spPr bwMode="gray">
              <a:xfrm>
                <a:off x="8958694"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grpSp>
      </p:grpSp>
      <p:sp>
        <p:nvSpPr>
          <p:cNvPr id="54" name="Freihandform: Form 10">
            <a:extLst>
              <a:ext uri="{FF2B5EF4-FFF2-40B4-BE49-F238E27FC236}">
                <a16:creationId xmlns:a16="http://schemas.microsoft.com/office/drawing/2014/main" id="{7F0FFE31-D7A6-AFD9-39C9-064A16695339}"/>
              </a:ext>
            </a:extLst>
          </p:cNvPr>
          <p:cNvSpPr>
            <a:spLocks/>
          </p:cNvSpPr>
          <p:nvPr userDrawn="1"/>
        </p:nvSpPr>
        <p:spPr bwMode="gray">
          <a:xfrm>
            <a:off x="981075" y="2430463"/>
            <a:ext cx="284163" cy="284162"/>
          </a:xfrm>
          <a:custGeom>
            <a:avLst/>
            <a:gdLst>
              <a:gd name="connsiteX0" fmla="*/ 0 w 899961"/>
              <a:gd name="connsiteY0" fmla="*/ 0 h 899961"/>
              <a:gd name="connsiteX1" fmla="*/ 313261 w 899961"/>
              <a:gd name="connsiteY1" fmla="*/ 0 h 899961"/>
              <a:gd name="connsiteX2" fmla="*/ 899961 w 899961"/>
              <a:gd name="connsiteY2" fmla="*/ 0 h 899961"/>
              <a:gd name="connsiteX3" fmla="*/ 899961 w 899961"/>
              <a:gd name="connsiteY3" fmla="*/ 313261 h 899961"/>
              <a:gd name="connsiteX4" fmla="*/ 313261 w 899961"/>
              <a:gd name="connsiteY4" fmla="*/ 313261 h 899961"/>
              <a:gd name="connsiteX5" fmla="*/ 313261 w 899961"/>
              <a:gd name="connsiteY5" fmla="*/ 899961 h 899961"/>
              <a:gd name="connsiteX6" fmla="*/ 0 w 899961"/>
              <a:gd name="connsiteY6" fmla="*/ 899961 h 899961"/>
              <a:gd name="connsiteX7" fmla="*/ 0 w 899961"/>
              <a:gd name="connsiteY7" fmla="*/ 313261 h 899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9961" h="899961">
                <a:moveTo>
                  <a:pt x="0" y="0"/>
                </a:moveTo>
                <a:lnTo>
                  <a:pt x="313261" y="0"/>
                </a:lnTo>
                <a:lnTo>
                  <a:pt x="899961" y="0"/>
                </a:lnTo>
                <a:lnTo>
                  <a:pt x="899961" y="313261"/>
                </a:lnTo>
                <a:lnTo>
                  <a:pt x="313261" y="313261"/>
                </a:lnTo>
                <a:lnTo>
                  <a:pt x="313261" y="899961"/>
                </a:lnTo>
                <a:lnTo>
                  <a:pt x="0" y="899961"/>
                </a:lnTo>
                <a:lnTo>
                  <a:pt x="0" y="313261"/>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eaLnBrk="1" fontAlgn="auto" hangingPunct="1">
              <a:spcBef>
                <a:spcPts val="0"/>
              </a:spcBef>
              <a:spcAft>
                <a:spcPts val="0"/>
              </a:spcAft>
              <a:defRPr/>
            </a:pPr>
            <a:endParaRPr lang="en-GB" sz="1200" dirty="0">
              <a:solidFill>
                <a:schemeClr val="tx1"/>
              </a:solidFill>
            </a:endParaRPr>
          </a:p>
        </p:txBody>
      </p:sp>
      <p:grpSp>
        <p:nvGrpSpPr>
          <p:cNvPr id="55" name="Gruppieren 60">
            <a:extLst>
              <a:ext uri="{FF2B5EF4-FFF2-40B4-BE49-F238E27FC236}">
                <a16:creationId xmlns:a16="http://schemas.microsoft.com/office/drawing/2014/main" id="{E9B641E8-1588-175E-8CC6-41D5894A2F89}"/>
              </a:ext>
            </a:extLst>
          </p:cNvPr>
          <p:cNvGrpSpPr>
            <a:grpSpLocks/>
          </p:cNvGrpSpPr>
          <p:nvPr userDrawn="1"/>
        </p:nvGrpSpPr>
        <p:grpSpPr bwMode="auto">
          <a:xfrm>
            <a:off x="9542463" y="431800"/>
            <a:ext cx="1614487" cy="1120775"/>
            <a:chOff x="9463668" y="1940312"/>
            <a:chExt cx="1614235" cy="1120234"/>
          </a:xfrm>
        </p:grpSpPr>
        <p:sp>
          <p:nvSpPr>
            <p:cNvPr id="56" name="Textfeld 63">
              <a:extLst>
                <a:ext uri="{FF2B5EF4-FFF2-40B4-BE49-F238E27FC236}">
                  <a16:creationId xmlns:a16="http://schemas.microsoft.com/office/drawing/2014/main" id="{63437324-9802-16DE-EDEA-DB0870FE063B}"/>
                </a:ext>
              </a:extLst>
            </p:cNvPr>
            <p:cNvSpPr txBox="1">
              <a:spLocks noChangeArrowheads="1"/>
            </p:cNvSpPr>
            <p:nvPr/>
          </p:nvSpPr>
          <p:spPr bwMode="auto">
            <a:xfrm>
              <a:off x="9463668" y="1940312"/>
              <a:ext cx="1614235" cy="1120234"/>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black title slide for dark images. Insert an 8 columns picture from the GFT image pack with the image placeholder </a:t>
              </a:r>
              <a:br>
                <a:rPr lang="en-GB" altLang="en-VN" sz="700">
                  <a:solidFill>
                    <a:schemeClr val="bg1"/>
                  </a:solidFill>
                </a:rPr>
              </a:br>
              <a:r>
                <a:rPr lang="en-GB" altLang="en-VN" sz="700">
                  <a:solidFill>
                    <a:schemeClr val="bg1"/>
                  </a:solidFill>
                </a:rPr>
                <a:t>or change image by right click. </a:t>
              </a:r>
            </a:p>
          </p:txBody>
        </p:sp>
        <p:sp>
          <p:nvSpPr>
            <p:cNvPr id="57" name="Freihandform: Form 122">
              <a:extLst>
                <a:ext uri="{FF2B5EF4-FFF2-40B4-BE49-F238E27FC236}">
                  <a16:creationId xmlns:a16="http://schemas.microsoft.com/office/drawing/2014/main" id="{5E5421C7-D7AA-5A25-D6DD-D1523234CCC1}"/>
                </a:ext>
              </a:extLst>
            </p:cNvPr>
            <p:cNvSpPr/>
            <p:nvPr/>
          </p:nvSpPr>
          <p:spPr>
            <a:xfrm>
              <a:off x="9516047" y="1994261"/>
              <a:ext cx="360307" cy="360189"/>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5"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58" name="Textfeld 65">
            <a:extLst>
              <a:ext uri="{FF2B5EF4-FFF2-40B4-BE49-F238E27FC236}">
                <a16:creationId xmlns:a16="http://schemas.microsoft.com/office/drawing/2014/main" id="{C77DA90A-0BB2-5981-E8A1-4EE4B0BCF78B}"/>
              </a:ext>
            </a:extLst>
          </p:cNvPr>
          <p:cNvSpPr txBox="1">
            <a:spLocks noChangeArrowheads="1"/>
          </p:cNvSpPr>
          <p:nvPr userDrawn="1"/>
        </p:nvSpPr>
        <p:spPr bwMode="auto">
          <a:xfrm>
            <a:off x="982663" y="5003800"/>
            <a:ext cx="7186612" cy="92075"/>
          </a:xfrm>
          <a:prstGeom prst="rect">
            <a:avLst/>
          </a:prstGeom>
          <a:noFill/>
          <a:ln>
            <a:noFill/>
          </a:ln>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600" b="1"/>
              <a:t>© 2023 | GFT Technologies SE and its affiliates. All rights reserved.</a:t>
            </a:r>
          </a:p>
        </p:txBody>
      </p:sp>
      <p:sp>
        <p:nvSpPr>
          <p:cNvPr id="63" name="Bildplatzhalter 2"/>
          <p:cNvSpPr>
            <a:spLocks noGrp="1"/>
          </p:cNvSpPr>
          <p:nvPr>
            <p:ph type="pic" sz="quarter" idx="14"/>
          </p:nvPr>
        </p:nvSpPr>
        <p:spPr>
          <a:xfrm>
            <a:off x="3371850" y="707689"/>
            <a:ext cx="5589587" cy="3955644"/>
          </a:xfrm>
          <a:solidFill>
            <a:schemeClr val="accent6"/>
          </a:solidFill>
        </p:spPr>
        <p:txBody>
          <a:bodyPr rtlCol="0">
            <a:noAutofit/>
          </a:bodyPr>
          <a:lstStyle>
            <a:lvl1pPr marL="0" indent="0" rtl="0">
              <a:buNone/>
              <a:defRPr sz="1200">
                <a:solidFill>
                  <a:schemeClr val="bg1"/>
                </a:solidFill>
              </a:defRPr>
            </a:lvl1pPr>
          </a:lstStyle>
          <a:p>
            <a:pPr lvl="0"/>
            <a:r>
              <a:rPr lang="en-US" noProof="0"/>
              <a:t>Click icon to add picture</a:t>
            </a:r>
            <a:endParaRPr lang="en-GB" noProof="0" dirty="0"/>
          </a:p>
        </p:txBody>
      </p:sp>
      <p:sp>
        <p:nvSpPr>
          <p:cNvPr id="2" name="Titel 1"/>
          <p:cNvSpPr>
            <a:spLocks noGrp="1"/>
          </p:cNvSpPr>
          <p:nvPr>
            <p:ph type="ctrTitle"/>
          </p:nvPr>
        </p:nvSpPr>
        <p:spPr>
          <a:xfrm>
            <a:off x="978103" y="1258156"/>
            <a:ext cx="3993947" cy="1083374"/>
          </a:xfrm>
        </p:spPr>
        <p:txBody>
          <a:bodyPr anchor="b"/>
          <a:lstStyle>
            <a:lvl1pPr algn="l" rtl="0">
              <a:lnSpc>
                <a:spcPct val="80000"/>
              </a:lnSpc>
              <a:defRPr sz="4400">
                <a:solidFill>
                  <a:schemeClr val="bg1"/>
                </a:solidFill>
              </a:defRPr>
            </a:lvl1pPr>
          </a:lstStyle>
          <a:p>
            <a:r>
              <a:rPr lang="en-US"/>
              <a:t>Click to edit Master title style</a:t>
            </a:r>
            <a:endParaRPr lang="en-GB" dirty="0"/>
          </a:p>
        </p:txBody>
      </p:sp>
      <p:sp>
        <p:nvSpPr>
          <p:cNvPr id="3" name="Untertitel 2"/>
          <p:cNvSpPr>
            <a:spLocks noGrp="1"/>
          </p:cNvSpPr>
          <p:nvPr>
            <p:ph type="subTitle" idx="1"/>
          </p:nvPr>
        </p:nvSpPr>
        <p:spPr>
          <a:xfrm>
            <a:off x="982662" y="2860494"/>
            <a:ext cx="3993947" cy="193899"/>
          </a:xfrm>
        </p:spPr>
        <p:txBody>
          <a:bodyPr/>
          <a:lstStyle>
            <a:lvl1pPr marL="0" indent="0" algn="l" rtl="0">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dirty="0"/>
          </a:p>
        </p:txBody>
      </p:sp>
    </p:spTree>
    <p:extLst>
      <p:ext uri="{BB962C8B-B14F-4D97-AF65-F5344CB8AC3E}">
        <p14:creationId xmlns:p14="http://schemas.microsoft.com/office/powerpoint/2010/main" val="41333957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eadline and text black">
    <p:spTree>
      <p:nvGrpSpPr>
        <p:cNvPr id="1" name=""/>
        <p:cNvGrpSpPr/>
        <p:nvPr/>
      </p:nvGrpSpPr>
      <p:grpSpPr>
        <a:xfrm>
          <a:off x="0" y="0"/>
          <a:ext cx="0" cy="0"/>
          <a:chOff x="0" y="0"/>
          <a:chExt cx="0" cy="0"/>
        </a:xfrm>
      </p:grpSpPr>
      <p:graphicFrame>
        <p:nvGraphicFramePr>
          <p:cNvPr id="2" name="Objekt 12" hidden="1">
            <a:extLst>
              <a:ext uri="{FF2B5EF4-FFF2-40B4-BE49-F238E27FC236}">
                <a16:creationId xmlns:a16="http://schemas.microsoft.com/office/drawing/2014/main" id="{3B75B213-C615-68C0-C3BF-FAE9943B45C9}"/>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77839" name="Objekt 12" hidden="1">
                        <a:extLst>
                          <a:ext uri="{FF2B5EF4-FFF2-40B4-BE49-F238E27FC236}">
                            <a16:creationId xmlns:a16="http://schemas.microsoft.com/office/drawing/2014/main" id="{7FDD7428-AD68-7A29-9A09-148944BA47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Rechteck 5">
            <a:extLst>
              <a:ext uri="{FF2B5EF4-FFF2-40B4-BE49-F238E27FC236}">
                <a16:creationId xmlns:a16="http://schemas.microsoft.com/office/drawing/2014/main" id="{D56B0B82-B2E9-B6B0-DB67-D796E059E11A}"/>
              </a:ext>
            </a:extLst>
          </p:cNvPr>
          <p:cNvSpPr/>
          <p:nvPr userDrawn="1"/>
        </p:nvSpPr>
        <p:spPr>
          <a:xfrm>
            <a:off x="188913" y="441325"/>
            <a:ext cx="8769350" cy="4519613"/>
          </a:xfrm>
          <a:prstGeom prst="rect">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eaLnBrk="1" fontAlgn="auto" hangingPunct="1">
              <a:spcBef>
                <a:spcPts val="0"/>
              </a:spcBef>
              <a:spcAft>
                <a:spcPts val="0"/>
              </a:spcAft>
              <a:defRPr/>
            </a:pPr>
            <a:endParaRPr lang="en-GB" sz="1200" dirty="0">
              <a:solidFill>
                <a:schemeClr val="tx1"/>
              </a:solidFill>
            </a:endParaRPr>
          </a:p>
        </p:txBody>
      </p:sp>
      <p:grpSp>
        <p:nvGrpSpPr>
          <p:cNvPr id="5" name="Gruppieren 13">
            <a:extLst>
              <a:ext uri="{FF2B5EF4-FFF2-40B4-BE49-F238E27FC236}">
                <a16:creationId xmlns:a16="http://schemas.microsoft.com/office/drawing/2014/main" id="{C538DE7B-BAC3-29D6-0D8F-1E13D4480438}"/>
              </a:ext>
            </a:extLst>
          </p:cNvPr>
          <p:cNvGrpSpPr>
            <a:grpSpLocks/>
          </p:cNvGrpSpPr>
          <p:nvPr userDrawn="1"/>
        </p:nvGrpSpPr>
        <p:grpSpPr bwMode="auto">
          <a:xfrm>
            <a:off x="9542463" y="431800"/>
            <a:ext cx="1614487" cy="798513"/>
            <a:chOff x="9463668" y="1940312"/>
            <a:chExt cx="1614235" cy="797069"/>
          </a:xfrm>
        </p:grpSpPr>
        <p:sp>
          <p:nvSpPr>
            <p:cNvPr id="6" name="Textfeld 14">
              <a:extLst>
                <a:ext uri="{FF2B5EF4-FFF2-40B4-BE49-F238E27FC236}">
                  <a16:creationId xmlns:a16="http://schemas.microsoft.com/office/drawing/2014/main" id="{FA25A978-5A6E-C35A-CFD4-9007C37E82E3}"/>
                </a:ext>
              </a:extLst>
            </p:cNvPr>
            <p:cNvSpPr txBox="1">
              <a:spLocks noChangeArrowheads="1"/>
            </p:cNvSpPr>
            <p:nvPr/>
          </p:nvSpPr>
          <p:spPr bwMode="auto">
            <a:xfrm>
              <a:off x="9463668" y="1940312"/>
              <a:ext cx="1614235" cy="797069"/>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black slide</a:t>
              </a:r>
              <a:br>
                <a:rPr lang="en-GB" altLang="en-VN" sz="700">
                  <a:solidFill>
                    <a:schemeClr val="bg1"/>
                  </a:solidFill>
                </a:rPr>
              </a:br>
              <a:r>
                <a:rPr lang="en-GB" altLang="en-VN" sz="700">
                  <a:solidFill>
                    <a:schemeClr val="bg1"/>
                  </a:solidFill>
                </a:rPr>
                <a:t>for white text without image.</a:t>
              </a:r>
            </a:p>
          </p:txBody>
        </p:sp>
        <p:sp>
          <p:nvSpPr>
            <p:cNvPr id="7" name="Freihandform: Form 122">
              <a:extLst>
                <a:ext uri="{FF2B5EF4-FFF2-40B4-BE49-F238E27FC236}">
                  <a16:creationId xmlns:a16="http://schemas.microsoft.com/office/drawing/2014/main" id="{09BA8820-011D-B372-EB19-CFFBF3C420C5}"/>
                </a:ext>
              </a:extLst>
            </p:cNvPr>
            <p:cNvSpPr/>
            <p:nvPr/>
          </p:nvSpPr>
          <p:spPr>
            <a:xfrm>
              <a:off x="9516047" y="1994189"/>
              <a:ext cx="360307" cy="359711"/>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5"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11" name="Titel 10"/>
          <p:cNvSpPr>
            <a:spLocks noGrp="1"/>
          </p:cNvSpPr>
          <p:nvPr>
            <p:ph type="title"/>
          </p:nvPr>
        </p:nvSpPr>
        <p:spPr/>
        <p:txBody>
          <a:bodyPr/>
          <a:lstStyle>
            <a:lvl1pPr rtl="0">
              <a:defRPr>
                <a:solidFill>
                  <a:schemeClr val="bg1"/>
                </a:solidFill>
              </a:defRPr>
            </a:lvl1pPr>
          </a:lstStyle>
          <a:p>
            <a:r>
              <a:rPr lang="en-US"/>
              <a:t>Click to edit Master title style</a:t>
            </a:r>
            <a:endParaRPr lang="en-GB" dirty="0"/>
          </a:p>
        </p:txBody>
      </p:sp>
      <p:sp>
        <p:nvSpPr>
          <p:cNvPr id="3" name="Textplatzhalter 2"/>
          <p:cNvSpPr>
            <a:spLocks noGrp="1"/>
          </p:cNvSpPr>
          <p:nvPr>
            <p:ph type="body" sz="quarter" idx="10"/>
          </p:nvPr>
        </p:nvSpPr>
        <p:spPr>
          <a:xfrm>
            <a:off x="978102" y="1263728"/>
            <a:ext cx="7191375" cy="1166473"/>
          </a:xfrm>
        </p:spPr>
        <p:txBody>
          <a:bodyPr>
            <a:noAutofit/>
          </a:bodyPr>
          <a:lstStyle>
            <a:lvl1pPr rtl="0">
              <a:buClr>
                <a:schemeClr val="bg1"/>
              </a:buClr>
              <a:defRPr>
                <a:solidFill>
                  <a:schemeClr val="bg1"/>
                </a:solidFill>
              </a:defRPr>
            </a:lvl1pPr>
            <a:lvl2pPr rtl="0">
              <a:buClr>
                <a:schemeClr val="bg1"/>
              </a:buClr>
              <a:defRPr>
                <a:solidFill>
                  <a:schemeClr val="bg1"/>
                </a:solidFill>
              </a:defRPr>
            </a:lvl2pPr>
            <a:lvl3pPr rtl="0">
              <a:buClr>
                <a:schemeClr val="bg1"/>
              </a:buClr>
              <a:defRPr>
                <a:solidFill>
                  <a:schemeClr val="bg1"/>
                </a:solidFill>
              </a:defRPr>
            </a:lvl3pPr>
            <a:lvl4pPr rtl="0">
              <a:buClr>
                <a:schemeClr val="bg1"/>
              </a:buClr>
              <a:defRPr>
                <a:solidFill>
                  <a:schemeClr val="bg1"/>
                </a:solidFill>
              </a:defRPr>
            </a:lvl4pPr>
            <a:lvl5pPr rtl="0">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extplatzhalter 4"/>
          <p:cNvSpPr>
            <a:spLocks noGrp="1"/>
          </p:cNvSpPr>
          <p:nvPr>
            <p:ph type="body" sz="quarter" idx="12"/>
          </p:nvPr>
        </p:nvSpPr>
        <p:spPr>
          <a:xfrm>
            <a:off x="3371850"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a:p>
            <a:pPr lvl="1"/>
            <a:r>
              <a:rPr lang="en-US"/>
              <a:t>Second level</a:t>
            </a:r>
          </a:p>
          <a:p>
            <a:pPr lvl="2"/>
            <a:r>
              <a:rPr lang="en-US"/>
              <a:t>Third level</a:t>
            </a:r>
          </a:p>
        </p:txBody>
      </p:sp>
      <p:sp>
        <p:nvSpPr>
          <p:cNvPr id="8" name="Fußzeilenplatzhalter 1">
            <a:extLst>
              <a:ext uri="{FF2B5EF4-FFF2-40B4-BE49-F238E27FC236}">
                <a16:creationId xmlns:a16="http://schemas.microsoft.com/office/drawing/2014/main" id="{C948E3E5-91D8-7031-F01A-FA03C0960529}"/>
              </a:ext>
            </a:extLst>
          </p:cNvPr>
          <p:cNvSpPr>
            <a:spLocks noGrp="1"/>
          </p:cNvSpPr>
          <p:nvPr>
            <p:ph type="ftr" sz="quarter" idx="13"/>
          </p:nvPr>
        </p:nvSpPr>
        <p:spPr/>
        <p:txBody>
          <a:bodyPr/>
          <a:lstStyle>
            <a:lvl1pPr rtl="0">
              <a:defRPr>
                <a:solidFill>
                  <a:schemeClr val="bg1"/>
                </a:solidFill>
              </a:defRPr>
            </a:lvl1pPr>
          </a:lstStyle>
          <a:p>
            <a:pPr>
              <a:defRPr/>
            </a:pPr>
            <a:r>
              <a:rPr lang="en-GB"/>
              <a:t>Type here if  add info needed  for every slide</a:t>
            </a:r>
          </a:p>
        </p:txBody>
      </p:sp>
      <p:sp>
        <p:nvSpPr>
          <p:cNvPr id="10" name="Datumsplatzhalter 28">
            <a:extLst>
              <a:ext uri="{FF2B5EF4-FFF2-40B4-BE49-F238E27FC236}">
                <a16:creationId xmlns:a16="http://schemas.microsoft.com/office/drawing/2014/main" id="{78E56E2F-EF08-19C2-C9BB-384F4D2D97AB}"/>
              </a:ext>
            </a:extLst>
          </p:cNvPr>
          <p:cNvSpPr>
            <a:spLocks noGrp="1"/>
          </p:cNvSpPr>
          <p:nvPr>
            <p:ph type="dt" sz="half" idx="14"/>
          </p:nvPr>
        </p:nvSpPr>
        <p:spPr/>
        <p:txBody>
          <a:bodyPr/>
          <a:lstStyle>
            <a:lvl1pPr algn="l" rtl="0">
              <a:defRPr lang="de-DE" sz="600" b="1">
                <a:solidFill>
                  <a:srgbClr val="000000"/>
                </a:solidFill>
              </a:defRPr>
            </a:lvl1pPr>
          </a:lstStyle>
          <a:p>
            <a:pPr>
              <a:defRPr/>
            </a:pPr>
            <a:fld id="{F2BA1B5D-4DEC-894D-A501-A83B44D6B574}" type="datetime4">
              <a:rPr lang="en-GB"/>
              <a:pPr>
                <a:defRPr/>
              </a:pPr>
              <a:t>25 November 2025</a:t>
            </a:fld>
            <a:endParaRPr lang="en-GB" dirty="0"/>
          </a:p>
        </p:txBody>
      </p:sp>
    </p:spTree>
    <p:extLst>
      <p:ext uri="{BB962C8B-B14F-4D97-AF65-F5344CB8AC3E}">
        <p14:creationId xmlns:p14="http://schemas.microsoft.com/office/powerpoint/2010/main" val="42383631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genda slide 1 black">
    <p:spTree>
      <p:nvGrpSpPr>
        <p:cNvPr id="1" name=""/>
        <p:cNvGrpSpPr/>
        <p:nvPr/>
      </p:nvGrpSpPr>
      <p:grpSpPr>
        <a:xfrm>
          <a:off x="0" y="0"/>
          <a:ext cx="0" cy="0"/>
          <a:chOff x="0" y="0"/>
          <a:chExt cx="0" cy="0"/>
        </a:xfrm>
      </p:grpSpPr>
      <p:graphicFrame>
        <p:nvGraphicFramePr>
          <p:cNvPr id="2" name="Objekt 12" hidden="1">
            <a:extLst>
              <a:ext uri="{FF2B5EF4-FFF2-40B4-BE49-F238E27FC236}">
                <a16:creationId xmlns:a16="http://schemas.microsoft.com/office/drawing/2014/main" id="{313C8682-46F5-FB7A-A278-A05E72E097AB}"/>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78863" name="Objekt 12" hidden="1">
                        <a:extLst>
                          <a:ext uri="{FF2B5EF4-FFF2-40B4-BE49-F238E27FC236}">
                            <a16:creationId xmlns:a16="http://schemas.microsoft.com/office/drawing/2014/main" id="{A7380BAD-2401-7540-E144-904F3E3A5E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Rechteck 28">
            <a:extLst>
              <a:ext uri="{FF2B5EF4-FFF2-40B4-BE49-F238E27FC236}">
                <a16:creationId xmlns:a16="http://schemas.microsoft.com/office/drawing/2014/main" id="{0702DE78-24FE-CD19-5378-CE3C70A4B85A}"/>
              </a:ext>
            </a:extLst>
          </p:cNvPr>
          <p:cNvSpPr/>
          <p:nvPr userDrawn="1"/>
        </p:nvSpPr>
        <p:spPr>
          <a:xfrm>
            <a:off x="188913" y="441325"/>
            <a:ext cx="8769350" cy="4519613"/>
          </a:xfrm>
          <a:prstGeom prst="rect">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eaLnBrk="1" fontAlgn="auto" hangingPunct="1">
              <a:spcBef>
                <a:spcPts val="0"/>
              </a:spcBef>
              <a:spcAft>
                <a:spcPts val="0"/>
              </a:spcAft>
              <a:defRPr/>
            </a:pPr>
            <a:endParaRPr lang="en-GB" sz="1200" dirty="0">
              <a:solidFill>
                <a:schemeClr val="tx1"/>
              </a:solidFill>
            </a:endParaRPr>
          </a:p>
        </p:txBody>
      </p:sp>
      <p:grpSp>
        <p:nvGrpSpPr>
          <p:cNvPr id="6" name="Gruppieren 14">
            <a:extLst>
              <a:ext uri="{FF2B5EF4-FFF2-40B4-BE49-F238E27FC236}">
                <a16:creationId xmlns:a16="http://schemas.microsoft.com/office/drawing/2014/main" id="{AF129DD2-4757-8242-B62E-DBB342DF78BF}"/>
              </a:ext>
            </a:extLst>
          </p:cNvPr>
          <p:cNvGrpSpPr>
            <a:grpSpLocks/>
          </p:cNvGrpSpPr>
          <p:nvPr userDrawn="1"/>
        </p:nvGrpSpPr>
        <p:grpSpPr bwMode="auto">
          <a:xfrm>
            <a:off x="7767638" y="106363"/>
            <a:ext cx="1193800" cy="222250"/>
            <a:chOff x="8174038" y="147638"/>
            <a:chExt cx="787400" cy="146050"/>
          </a:xfrm>
        </p:grpSpPr>
        <p:sp>
          <p:nvSpPr>
            <p:cNvPr id="7" name="AutoShape 89">
              <a:extLst>
                <a:ext uri="{FF2B5EF4-FFF2-40B4-BE49-F238E27FC236}">
                  <a16:creationId xmlns:a16="http://schemas.microsoft.com/office/drawing/2014/main" id="{18A5F0E9-682A-54B1-527C-94306EB7F9A1}"/>
                </a:ext>
              </a:extLst>
            </p:cNvPr>
            <p:cNvSpPr>
              <a:spLocks noChangeAspect="1" noChangeArrowheads="1" noTextEdit="1"/>
            </p:cNvSpPr>
            <p:nvPr userDrawn="1"/>
          </p:nvSpPr>
          <p:spPr bwMode="auto">
            <a:xfrm>
              <a:off x="8174038" y="147638"/>
              <a:ext cx="787400"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VN"/>
            </a:p>
          </p:txBody>
        </p:sp>
        <p:sp>
          <p:nvSpPr>
            <p:cNvPr id="8" name="Rectangle 91">
              <a:extLst>
                <a:ext uri="{FF2B5EF4-FFF2-40B4-BE49-F238E27FC236}">
                  <a16:creationId xmlns:a16="http://schemas.microsoft.com/office/drawing/2014/main" id="{D59125B2-A9E3-EBB7-A0E8-E168304EEAA2}"/>
                </a:ext>
              </a:extLst>
            </p:cNvPr>
            <p:cNvSpPr>
              <a:spLocks noChangeArrowheads="1"/>
            </p:cNvSpPr>
            <p:nvPr userDrawn="1"/>
          </p:nvSpPr>
          <p:spPr bwMode="auto">
            <a:xfrm>
              <a:off x="8174038" y="147638"/>
              <a:ext cx="787400" cy="146050"/>
            </a:xfrm>
            <a:prstGeom prst="rect">
              <a:avLst/>
            </a:prstGeom>
            <a:solidFill>
              <a:schemeClr val="accent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10" name="Rectangle 92">
              <a:extLst>
                <a:ext uri="{FF2B5EF4-FFF2-40B4-BE49-F238E27FC236}">
                  <a16:creationId xmlns:a16="http://schemas.microsoft.com/office/drawing/2014/main" id="{CAD4F4B0-50F5-70DE-9EEC-612211556C58}"/>
                </a:ext>
              </a:extLst>
            </p:cNvPr>
            <p:cNvSpPr>
              <a:spLocks noChangeArrowheads="1"/>
            </p:cNvSpPr>
            <p:nvPr userDrawn="1"/>
          </p:nvSpPr>
          <p:spPr bwMode="auto">
            <a:xfrm>
              <a:off x="8854636" y="187280"/>
              <a:ext cx="69107" cy="66766"/>
            </a:xfrm>
            <a:prstGeom prst="rect">
              <a:avLst/>
            </a:prstGeom>
            <a:solidFill>
              <a:schemeClr val="bg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11" name="Freeform 93">
              <a:extLst>
                <a:ext uri="{FF2B5EF4-FFF2-40B4-BE49-F238E27FC236}">
                  <a16:creationId xmlns:a16="http://schemas.microsoft.com/office/drawing/2014/main" id="{230BC545-A6A2-831A-CF86-9E6364886D99}"/>
                </a:ext>
              </a:extLst>
            </p:cNvPr>
            <p:cNvSpPr>
              <a:spLocks/>
            </p:cNvSpPr>
            <p:nvPr userDrawn="1"/>
          </p:nvSpPr>
          <p:spPr bwMode="auto">
            <a:xfrm>
              <a:off x="8621713" y="185738"/>
              <a:ext cx="65088" cy="69850"/>
            </a:xfrm>
            <a:custGeom>
              <a:avLst/>
              <a:gdLst>
                <a:gd name="T0" fmla="*/ 2147483646 w 40"/>
                <a:gd name="T1" fmla="*/ 2147483646 h 44"/>
                <a:gd name="T2" fmla="*/ 2147483646 w 40"/>
                <a:gd name="T3" fmla="*/ 2147483646 h 44"/>
                <a:gd name="T4" fmla="*/ 2147483646 w 40"/>
                <a:gd name="T5" fmla="*/ 2147483646 h 44"/>
                <a:gd name="T6" fmla="*/ 2147483646 w 40"/>
                <a:gd name="T7" fmla="*/ 2147483646 h 44"/>
                <a:gd name="T8" fmla="*/ 2147483646 w 40"/>
                <a:gd name="T9" fmla="*/ 2147483646 h 44"/>
                <a:gd name="T10" fmla="*/ 2147483646 w 40"/>
                <a:gd name="T11" fmla="*/ 2147483646 h 44"/>
                <a:gd name="T12" fmla="*/ 2147483646 w 40"/>
                <a:gd name="T13" fmla="*/ 2147483646 h 44"/>
                <a:gd name="T14" fmla="*/ 2147483646 w 40"/>
                <a:gd name="T15" fmla="*/ 2147483646 h 44"/>
                <a:gd name="T16" fmla="*/ 2147483646 w 40"/>
                <a:gd name="T17" fmla="*/ 2147483646 h 44"/>
                <a:gd name="T18" fmla="*/ 2147483646 w 40"/>
                <a:gd name="T19" fmla="*/ 2147483646 h 44"/>
                <a:gd name="T20" fmla="*/ 2147483646 w 40"/>
                <a:gd name="T21" fmla="*/ 2147483646 h 44"/>
                <a:gd name="T22" fmla="*/ 2147483646 w 40"/>
                <a:gd name="T23" fmla="*/ 0 h 44"/>
                <a:gd name="T24" fmla="*/ 0 w 40"/>
                <a:gd name="T25" fmla="*/ 2147483646 h 44"/>
                <a:gd name="T26" fmla="*/ 2147483646 w 40"/>
                <a:gd name="T27" fmla="*/ 2147483646 h 44"/>
                <a:gd name="T28" fmla="*/ 2147483646 w 40"/>
                <a:gd name="T29" fmla="*/ 2147483646 h 44"/>
                <a:gd name="T30" fmla="*/ 2147483646 w 40"/>
                <a:gd name="T31" fmla="*/ 2147483646 h 44"/>
                <a:gd name="T32" fmla="*/ 2147483646 w 40"/>
                <a:gd name="T33" fmla="*/ 2147483646 h 44"/>
                <a:gd name="T34" fmla="*/ 2147483646 w 40"/>
                <a:gd name="T35" fmla="*/ 2147483646 h 4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0" h="44">
                  <a:moveTo>
                    <a:pt x="21" y="18"/>
                  </a:moveTo>
                  <a:cubicBezTo>
                    <a:pt x="21" y="26"/>
                    <a:pt x="21" y="26"/>
                    <a:pt x="21" y="26"/>
                  </a:cubicBezTo>
                  <a:cubicBezTo>
                    <a:pt x="31" y="26"/>
                    <a:pt x="31" y="26"/>
                    <a:pt x="31" y="26"/>
                  </a:cubicBezTo>
                  <a:cubicBezTo>
                    <a:pt x="31" y="33"/>
                    <a:pt x="31" y="33"/>
                    <a:pt x="31" y="33"/>
                  </a:cubicBezTo>
                  <a:cubicBezTo>
                    <a:pt x="29" y="35"/>
                    <a:pt x="26" y="36"/>
                    <a:pt x="22" y="36"/>
                  </a:cubicBezTo>
                  <a:cubicBezTo>
                    <a:pt x="14" y="36"/>
                    <a:pt x="8" y="31"/>
                    <a:pt x="8" y="22"/>
                  </a:cubicBezTo>
                  <a:cubicBezTo>
                    <a:pt x="8" y="13"/>
                    <a:pt x="14" y="8"/>
                    <a:pt x="22" y="8"/>
                  </a:cubicBezTo>
                  <a:cubicBezTo>
                    <a:pt x="26" y="8"/>
                    <a:pt x="30" y="9"/>
                    <a:pt x="33" y="12"/>
                  </a:cubicBezTo>
                  <a:cubicBezTo>
                    <a:pt x="33" y="12"/>
                    <a:pt x="33" y="12"/>
                    <a:pt x="33" y="12"/>
                  </a:cubicBezTo>
                  <a:cubicBezTo>
                    <a:pt x="39" y="7"/>
                    <a:pt x="39" y="7"/>
                    <a:pt x="39" y="7"/>
                  </a:cubicBezTo>
                  <a:cubicBezTo>
                    <a:pt x="38" y="7"/>
                    <a:pt x="38" y="7"/>
                    <a:pt x="38" y="7"/>
                  </a:cubicBezTo>
                  <a:cubicBezTo>
                    <a:pt x="34" y="3"/>
                    <a:pt x="29" y="0"/>
                    <a:pt x="22" y="0"/>
                  </a:cubicBezTo>
                  <a:cubicBezTo>
                    <a:pt x="9" y="0"/>
                    <a:pt x="0" y="9"/>
                    <a:pt x="0" y="22"/>
                  </a:cubicBezTo>
                  <a:cubicBezTo>
                    <a:pt x="0" y="35"/>
                    <a:pt x="9" y="44"/>
                    <a:pt x="22" y="44"/>
                  </a:cubicBezTo>
                  <a:cubicBezTo>
                    <a:pt x="29" y="44"/>
                    <a:pt x="36" y="41"/>
                    <a:pt x="40" y="36"/>
                  </a:cubicBezTo>
                  <a:cubicBezTo>
                    <a:pt x="40" y="35"/>
                    <a:pt x="40" y="35"/>
                    <a:pt x="40" y="35"/>
                  </a:cubicBezTo>
                  <a:cubicBezTo>
                    <a:pt x="40" y="18"/>
                    <a:pt x="40" y="18"/>
                    <a:pt x="40" y="18"/>
                  </a:cubicBezTo>
                  <a:lnTo>
                    <a:pt x="21" y="1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2" name="Freeform 94">
              <a:extLst>
                <a:ext uri="{FF2B5EF4-FFF2-40B4-BE49-F238E27FC236}">
                  <a16:creationId xmlns:a16="http://schemas.microsoft.com/office/drawing/2014/main" id="{63CC8F41-1B07-AB11-0BFC-BDC5DDD58859}"/>
                </a:ext>
              </a:extLst>
            </p:cNvPr>
            <p:cNvSpPr>
              <a:spLocks/>
            </p:cNvSpPr>
            <p:nvPr userDrawn="1"/>
          </p:nvSpPr>
          <p:spPr bwMode="auto">
            <a:xfrm>
              <a:off x="8702676" y="187326"/>
              <a:ext cx="50800" cy="66675"/>
            </a:xfrm>
            <a:custGeom>
              <a:avLst/>
              <a:gdLst>
                <a:gd name="T0" fmla="*/ 2147483646 w 32"/>
                <a:gd name="T1" fmla="*/ 2147483646 h 42"/>
                <a:gd name="T2" fmla="*/ 2147483646 w 32"/>
                <a:gd name="T3" fmla="*/ 0 h 42"/>
                <a:gd name="T4" fmla="*/ 0 w 32"/>
                <a:gd name="T5" fmla="*/ 0 h 42"/>
                <a:gd name="T6" fmla="*/ 0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2147483646 h 42"/>
                <a:gd name="T16" fmla="*/ 2147483646 w 32"/>
                <a:gd name="T17" fmla="*/ 2147483646 h 42"/>
                <a:gd name="T18" fmla="*/ 2147483646 w 32"/>
                <a:gd name="T19" fmla="*/ 2147483646 h 42"/>
                <a:gd name="T20" fmla="*/ 2147483646 w 32"/>
                <a:gd name="T21" fmla="*/ 2147483646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2" h="42">
                  <a:moveTo>
                    <a:pt x="32" y="8"/>
                  </a:moveTo>
                  <a:lnTo>
                    <a:pt x="32" y="0"/>
                  </a:lnTo>
                  <a:lnTo>
                    <a:pt x="0" y="0"/>
                  </a:lnTo>
                  <a:lnTo>
                    <a:pt x="0" y="42"/>
                  </a:lnTo>
                  <a:lnTo>
                    <a:pt x="9" y="42"/>
                  </a:lnTo>
                  <a:lnTo>
                    <a:pt x="9" y="25"/>
                  </a:lnTo>
                  <a:lnTo>
                    <a:pt x="31" y="25"/>
                  </a:lnTo>
                  <a:lnTo>
                    <a:pt x="31" y="18"/>
                  </a:lnTo>
                  <a:lnTo>
                    <a:pt x="9" y="18"/>
                  </a:lnTo>
                  <a:lnTo>
                    <a:pt x="9" y="8"/>
                  </a:lnTo>
                  <a:lnTo>
                    <a:pt x="32" y="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3" name="Freeform 95">
              <a:extLst>
                <a:ext uri="{FF2B5EF4-FFF2-40B4-BE49-F238E27FC236}">
                  <a16:creationId xmlns:a16="http://schemas.microsoft.com/office/drawing/2014/main" id="{9296C07A-BB83-CA16-DB76-2401C761B157}"/>
                </a:ext>
              </a:extLst>
            </p:cNvPr>
            <p:cNvSpPr>
              <a:spLocks/>
            </p:cNvSpPr>
            <p:nvPr userDrawn="1"/>
          </p:nvSpPr>
          <p:spPr bwMode="auto">
            <a:xfrm>
              <a:off x="8761413" y="187326"/>
              <a:ext cx="50800" cy="66675"/>
            </a:xfrm>
            <a:custGeom>
              <a:avLst/>
              <a:gdLst>
                <a:gd name="T0" fmla="*/ 0 w 32"/>
                <a:gd name="T1" fmla="*/ 0 h 42"/>
                <a:gd name="T2" fmla="*/ 0 w 32"/>
                <a:gd name="T3" fmla="*/ 2147483646 h 42"/>
                <a:gd name="T4" fmla="*/ 2147483646 w 32"/>
                <a:gd name="T5" fmla="*/ 2147483646 h 42"/>
                <a:gd name="T6" fmla="*/ 2147483646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0 h 42"/>
                <a:gd name="T16" fmla="*/ 0 w 32"/>
                <a:gd name="T17" fmla="*/ 0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 h="42">
                  <a:moveTo>
                    <a:pt x="0" y="0"/>
                  </a:moveTo>
                  <a:lnTo>
                    <a:pt x="0" y="8"/>
                  </a:lnTo>
                  <a:lnTo>
                    <a:pt x="11" y="8"/>
                  </a:lnTo>
                  <a:lnTo>
                    <a:pt x="11" y="42"/>
                  </a:lnTo>
                  <a:lnTo>
                    <a:pt x="20" y="42"/>
                  </a:lnTo>
                  <a:lnTo>
                    <a:pt x="20" y="8"/>
                  </a:lnTo>
                  <a:lnTo>
                    <a:pt x="32" y="8"/>
                  </a:lnTo>
                  <a:lnTo>
                    <a:pt x="32"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grpSp>
      <p:sp>
        <p:nvSpPr>
          <p:cNvPr id="14" name="Textfeld 26">
            <a:extLst>
              <a:ext uri="{FF2B5EF4-FFF2-40B4-BE49-F238E27FC236}">
                <a16:creationId xmlns:a16="http://schemas.microsoft.com/office/drawing/2014/main" id="{D7D40AF4-DC7E-09D4-2323-AD77ACE1D27F}"/>
              </a:ext>
            </a:extLst>
          </p:cNvPr>
          <p:cNvSpPr txBox="1">
            <a:spLocks noChangeArrowheads="1"/>
          </p:cNvSpPr>
          <p:nvPr userDrawn="1"/>
        </p:nvSpPr>
        <p:spPr bwMode="gray">
          <a:xfrm>
            <a:off x="8274050" y="5003800"/>
            <a:ext cx="158750" cy="92075"/>
          </a:xfrm>
          <a:prstGeom prst="rect">
            <a:avLst/>
          </a:prstGeom>
          <a:noFill/>
          <a:ln>
            <a:noFill/>
          </a:ln>
        </p:spPr>
        <p:txBody>
          <a:bodyPr wrap="none" lIns="0" tIns="0" rIns="0" bIns="0" anchor="ctr">
            <a:spAutoFit/>
          </a:bodyPr>
          <a:lstStyle>
            <a:lvl1pPr defTabSz="685800">
              <a:defRPr>
                <a:solidFill>
                  <a:schemeClr val="tx1"/>
                </a:solidFill>
                <a:latin typeface="Arial" panose="020B0604020202020204" pitchFamily="34" charset="0"/>
              </a:defRPr>
            </a:lvl1pPr>
            <a:lvl2pPr marL="742950" indent="-285750" defTabSz="685800">
              <a:defRPr>
                <a:solidFill>
                  <a:schemeClr val="tx1"/>
                </a:solidFill>
                <a:latin typeface="Arial" panose="020B0604020202020204" pitchFamily="34" charset="0"/>
              </a:defRPr>
            </a:lvl2pPr>
            <a:lvl3pPr marL="1143000" indent="-228600" defTabSz="685800">
              <a:defRPr>
                <a:solidFill>
                  <a:schemeClr val="tx1"/>
                </a:solidFill>
                <a:latin typeface="Arial" panose="020B0604020202020204" pitchFamily="34" charset="0"/>
              </a:defRPr>
            </a:lvl3pPr>
            <a:lvl4pPr marL="1600200" indent="-228600" defTabSz="685800">
              <a:defRPr>
                <a:solidFill>
                  <a:schemeClr val="tx1"/>
                </a:solidFill>
                <a:latin typeface="Arial" panose="020B0604020202020204" pitchFamily="34" charset="0"/>
              </a:defRPr>
            </a:lvl4pPr>
            <a:lvl5pPr marL="2057400" indent="-228600" defTabSz="685800">
              <a:defRPr>
                <a:solidFill>
                  <a:schemeClr val="tx1"/>
                </a:solidFill>
                <a:latin typeface="Arial" panose="020B0604020202020204" pitchFamily="34" charset="0"/>
              </a:defRPr>
            </a:lvl5pPr>
            <a:lvl6pPr marL="2514600" indent="-228600" defTabSz="685800" fontAlgn="base">
              <a:spcBef>
                <a:spcPct val="0"/>
              </a:spcBef>
              <a:spcAft>
                <a:spcPct val="0"/>
              </a:spcAft>
              <a:defRPr>
                <a:solidFill>
                  <a:schemeClr val="tx1"/>
                </a:solidFill>
                <a:latin typeface="Arial" panose="020B0604020202020204" pitchFamily="34" charset="0"/>
              </a:defRPr>
            </a:lvl6pPr>
            <a:lvl7pPr marL="2971800" indent="-228600" defTabSz="685800" fontAlgn="base">
              <a:spcBef>
                <a:spcPct val="0"/>
              </a:spcBef>
              <a:spcAft>
                <a:spcPct val="0"/>
              </a:spcAft>
              <a:defRPr>
                <a:solidFill>
                  <a:schemeClr val="tx1"/>
                </a:solidFill>
                <a:latin typeface="Arial" panose="020B0604020202020204" pitchFamily="34" charset="0"/>
              </a:defRPr>
            </a:lvl7pPr>
            <a:lvl8pPr marL="3429000" indent="-228600" defTabSz="685800" fontAlgn="base">
              <a:spcBef>
                <a:spcPct val="0"/>
              </a:spcBef>
              <a:spcAft>
                <a:spcPct val="0"/>
              </a:spcAft>
              <a:defRPr>
                <a:solidFill>
                  <a:schemeClr val="tx1"/>
                </a:solidFill>
                <a:latin typeface="Arial" panose="020B0604020202020204" pitchFamily="34" charset="0"/>
              </a:defRPr>
            </a:lvl8pPr>
            <a:lvl9pPr marL="3886200" indent="-228600" defTabSz="685800" fontAlgn="base">
              <a:spcBef>
                <a:spcPct val="0"/>
              </a:spcBef>
              <a:spcAft>
                <a:spcPct val="0"/>
              </a:spcAft>
              <a:defRPr>
                <a:solidFill>
                  <a:schemeClr val="tx1"/>
                </a:solidFill>
                <a:latin typeface="Arial" panose="020B0604020202020204" pitchFamily="34" charset="0"/>
              </a:defRPr>
            </a:lvl9pPr>
          </a:lstStyle>
          <a:p>
            <a:pPr eaLnBrk="1" hangingPunct="1">
              <a:defRPr/>
            </a:pPr>
            <a:fld id="{6CAF467D-B03E-9744-A0DF-BC27D0A5D9C1}" type="slidenum">
              <a:rPr lang="en-GB" altLang="en-VN" sz="600" b="1" smtClean="0"/>
              <a:pPr eaLnBrk="1" hangingPunct="1">
                <a:defRPr/>
              </a:pPr>
              <a:t>‹#›</a:t>
            </a:fld>
            <a:endParaRPr lang="en-GB" altLang="en-VN" sz="600" b="1"/>
          </a:p>
        </p:txBody>
      </p:sp>
      <p:sp>
        <p:nvSpPr>
          <p:cNvPr id="15" name="Rectangle 92">
            <a:extLst>
              <a:ext uri="{FF2B5EF4-FFF2-40B4-BE49-F238E27FC236}">
                <a16:creationId xmlns:a16="http://schemas.microsoft.com/office/drawing/2014/main" id="{BA2C3DA3-A8C5-FFC1-2C54-5DA4DEF33BBC}"/>
              </a:ext>
            </a:extLst>
          </p:cNvPr>
          <p:cNvSpPr>
            <a:spLocks noChangeArrowheads="1"/>
          </p:cNvSpPr>
          <p:nvPr userDrawn="1"/>
        </p:nvSpPr>
        <p:spPr bwMode="auto">
          <a:xfrm>
            <a:off x="8169275" y="5016500"/>
            <a:ext cx="68263" cy="66675"/>
          </a:xfrm>
          <a:prstGeom prst="rect">
            <a:avLst/>
          </a:prstGeom>
          <a:solidFill>
            <a:schemeClr val="accent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solidFill>
                <a:srgbClr val="000000"/>
              </a:solidFill>
            </a:endParaRPr>
          </a:p>
        </p:txBody>
      </p:sp>
      <p:grpSp>
        <p:nvGrpSpPr>
          <p:cNvPr id="16" name="Gruppieren 25">
            <a:extLst>
              <a:ext uri="{FF2B5EF4-FFF2-40B4-BE49-F238E27FC236}">
                <a16:creationId xmlns:a16="http://schemas.microsoft.com/office/drawing/2014/main" id="{12B1FD93-35F9-D307-D773-81D551958088}"/>
              </a:ext>
            </a:extLst>
          </p:cNvPr>
          <p:cNvGrpSpPr>
            <a:grpSpLocks/>
          </p:cNvGrpSpPr>
          <p:nvPr userDrawn="1"/>
        </p:nvGrpSpPr>
        <p:grpSpPr bwMode="auto">
          <a:xfrm>
            <a:off x="9542463" y="431800"/>
            <a:ext cx="1614487" cy="798513"/>
            <a:chOff x="9463668" y="1940312"/>
            <a:chExt cx="1614235" cy="797069"/>
          </a:xfrm>
        </p:grpSpPr>
        <p:sp>
          <p:nvSpPr>
            <p:cNvPr id="17" name="Textfeld 30">
              <a:extLst>
                <a:ext uri="{FF2B5EF4-FFF2-40B4-BE49-F238E27FC236}">
                  <a16:creationId xmlns:a16="http://schemas.microsoft.com/office/drawing/2014/main" id="{B30B434E-95BD-95DC-BEA7-E538DE5C228C}"/>
                </a:ext>
              </a:extLst>
            </p:cNvPr>
            <p:cNvSpPr txBox="1">
              <a:spLocks noChangeArrowheads="1"/>
            </p:cNvSpPr>
            <p:nvPr/>
          </p:nvSpPr>
          <p:spPr bwMode="auto">
            <a:xfrm>
              <a:off x="9463668" y="1940312"/>
              <a:ext cx="1614235" cy="797069"/>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pre-set, black agenda slide with sub-bullets for white font.</a:t>
              </a:r>
            </a:p>
          </p:txBody>
        </p:sp>
        <p:sp>
          <p:nvSpPr>
            <p:cNvPr id="18" name="Freihandform: Form 122">
              <a:extLst>
                <a:ext uri="{FF2B5EF4-FFF2-40B4-BE49-F238E27FC236}">
                  <a16:creationId xmlns:a16="http://schemas.microsoft.com/office/drawing/2014/main" id="{C3B369E3-1636-FC1D-AB33-FB6E4C08DC4D}"/>
                </a:ext>
              </a:extLst>
            </p:cNvPr>
            <p:cNvSpPr/>
            <p:nvPr/>
          </p:nvSpPr>
          <p:spPr>
            <a:xfrm>
              <a:off x="9516047" y="1994189"/>
              <a:ext cx="360307" cy="359711"/>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5"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4" name="Textplatzhalter 3"/>
          <p:cNvSpPr>
            <a:spLocks noGrp="1"/>
          </p:cNvSpPr>
          <p:nvPr>
            <p:ph type="body" sz="quarter" idx="13"/>
          </p:nvPr>
        </p:nvSpPr>
        <p:spPr>
          <a:xfrm>
            <a:off x="978102" y="2111860"/>
            <a:ext cx="7187998" cy="1868204"/>
          </a:xfrm>
        </p:spPr>
        <p:txBody>
          <a:bodyPr/>
          <a:lstStyle>
            <a:lvl1pPr marL="358775" indent="-358775" rtl="0">
              <a:spcBef>
                <a:spcPts val="1200"/>
              </a:spcBef>
              <a:buClr>
                <a:schemeClr val="bg1"/>
              </a:buClr>
              <a:buFont typeface="+mj-lt"/>
              <a:buAutoNum type="arabicPeriod"/>
              <a:defRPr sz="2000" b="1" baseline="0">
                <a:solidFill>
                  <a:schemeClr val="bg1"/>
                </a:solidFill>
              </a:defRPr>
            </a:lvl1pPr>
            <a:lvl2pPr marL="541338" indent="-182563" rtl="0">
              <a:buClr>
                <a:schemeClr val="bg1"/>
              </a:buClr>
              <a:defRPr>
                <a:solidFill>
                  <a:schemeClr val="bg1"/>
                </a:solidFill>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extplatzhalter 4"/>
          <p:cNvSpPr>
            <a:spLocks noGrp="1"/>
          </p:cNvSpPr>
          <p:nvPr>
            <p:ph type="body" sz="quarter" idx="12"/>
          </p:nvPr>
        </p:nvSpPr>
        <p:spPr>
          <a:xfrm>
            <a:off x="3371850"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a:p>
            <a:pPr lvl="1"/>
            <a:r>
              <a:rPr lang="en-US"/>
              <a:t>Second level</a:t>
            </a:r>
          </a:p>
          <a:p>
            <a:pPr lvl="2"/>
            <a:r>
              <a:rPr lang="en-US"/>
              <a:t>Third level</a:t>
            </a:r>
          </a:p>
        </p:txBody>
      </p:sp>
      <p:sp>
        <p:nvSpPr>
          <p:cNvPr id="5" name="Titel 4"/>
          <p:cNvSpPr>
            <a:spLocks noGrp="1"/>
          </p:cNvSpPr>
          <p:nvPr>
            <p:ph type="title"/>
          </p:nvPr>
        </p:nvSpPr>
        <p:spPr>
          <a:xfrm>
            <a:off x="978102" y="1270116"/>
            <a:ext cx="7185713" cy="609398"/>
          </a:xfrm>
        </p:spPr>
        <p:txBody>
          <a:bodyPr/>
          <a:lstStyle>
            <a:lvl1pPr rtl="0">
              <a:defRPr sz="4400">
                <a:solidFill>
                  <a:schemeClr val="bg1"/>
                </a:solidFill>
              </a:defRPr>
            </a:lvl1pPr>
          </a:lstStyle>
          <a:p>
            <a:r>
              <a:rPr lang="en-US"/>
              <a:t>Click to edit Master title style</a:t>
            </a:r>
            <a:endParaRPr lang="en-GB" dirty="0"/>
          </a:p>
        </p:txBody>
      </p:sp>
      <p:sp>
        <p:nvSpPr>
          <p:cNvPr id="19" name="Datumsplatzhalter 28">
            <a:extLst>
              <a:ext uri="{FF2B5EF4-FFF2-40B4-BE49-F238E27FC236}">
                <a16:creationId xmlns:a16="http://schemas.microsoft.com/office/drawing/2014/main" id="{1DC91D54-4F8B-AD2A-7787-D97DDBB691CA}"/>
              </a:ext>
            </a:extLst>
          </p:cNvPr>
          <p:cNvSpPr>
            <a:spLocks noGrp="1"/>
          </p:cNvSpPr>
          <p:nvPr>
            <p:ph type="dt" sz="half" idx="14"/>
          </p:nvPr>
        </p:nvSpPr>
        <p:spPr/>
        <p:txBody>
          <a:bodyPr/>
          <a:lstStyle>
            <a:lvl1pPr algn="l" rtl="0">
              <a:defRPr lang="de-DE" sz="600" b="1">
                <a:solidFill>
                  <a:srgbClr val="000000"/>
                </a:solidFill>
              </a:defRPr>
            </a:lvl1pPr>
          </a:lstStyle>
          <a:p>
            <a:pPr>
              <a:defRPr/>
            </a:pPr>
            <a:fld id="{6C7A8680-8859-1645-8A3E-1C4A10F0D3B8}" type="datetime4">
              <a:rPr lang="en-GB"/>
              <a:pPr>
                <a:defRPr/>
              </a:pPr>
              <a:t>25 November 2025</a:t>
            </a:fld>
            <a:endParaRPr lang="en-GB" dirty="0"/>
          </a:p>
        </p:txBody>
      </p:sp>
      <p:sp>
        <p:nvSpPr>
          <p:cNvPr id="20" name="Fußzeilenplatzhalter 2">
            <a:extLst>
              <a:ext uri="{FF2B5EF4-FFF2-40B4-BE49-F238E27FC236}">
                <a16:creationId xmlns:a16="http://schemas.microsoft.com/office/drawing/2014/main" id="{38DB6A4D-5D15-B465-1142-574C782B2825}"/>
              </a:ext>
            </a:extLst>
          </p:cNvPr>
          <p:cNvSpPr>
            <a:spLocks noGrp="1"/>
          </p:cNvSpPr>
          <p:nvPr>
            <p:ph type="ftr" sz="quarter" idx="15"/>
          </p:nvPr>
        </p:nvSpPr>
        <p:spPr/>
        <p:txBody>
          <a:bodyPr/>
          <a:lstStyle>
            <a:lvl1pPr rtl="0">
              <a:defRPr/>
            </a:lvl1pPr>
          </a:lstStyle>
          <a:p>
            <a:pPr>
              <a:defRPr/>
            </a:pPr>
            <a:r>
              <a:rPr lang="en-GB"/>
              <a:t>Type here if  add info needed  for every slide</a:t>
            </a:r>
          </a:p>
        </p:txBody>
      </p:sp>
    </p:spTree>
    <p:extLst>
      <p:ext uri="{BB962C8B-B14F-4D97-AF65-F5344CB8AC3E}">
        <p14:creationId xmlns:p14="http://schemas.microsoft.com/office/powerpoint/2010/main" val="177241899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genda slide 2 black">
    <p:spTree>
      <p:nvGrpSpPr>
        <p:cNvPr id="1" name=""/>
        <p:cNvGrpSpPr/>
        <p:nvPr/>
      </p:nvGrpSpPr>
      <p:grpSpPr>
        <a:xfrm>
          <a:off x="0" y="0"/>
          <a:ext cx="0" cy="0"/>
          <a:chOff x="0" y="0"/>
          <a:chExt cx="0" cy="0"/>
        </a:xfrm>
      </p:grpSpPr>
      <p:graphicFrame>
        <p:nvGraphicFramePr>
          <p:cNvPr id="3" name="Objekt 12" hidden="1">
            <a:extLst>
              <a:ext uri="{FF2B5EF4-FFF2-40B4-BE49-F238E27FC236}">
                <a16:creationId xmlns:a16="http://schemas.microsoft.com/office/drawing/2014/main" id="{952C5D21-4062-2879-B6F4-99BBC1B64413}"/>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79887" name="Objekt 12" hidden="1">
                        <a:extLst>
                          <a:ext uri="{FF2B5EF4-FFF2-40B4-BE49-F238E27FC236}">
                            <a16:creationId xmlns:a16="http://schemas.microsoft.com/office/drawing/2014/main" id="{741AE018-0E73-3E12-E7C7-2C790F3F6A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chteck 36">
            <a:extLst>
              <a:ext uri="{FF2B5EF4-FFF2-40B4-BE49-F238E27FC236}">
                <a16:creationId xmlns:a16="http://schemas.microsoft.com/office/drawing/2014/main" id="{77903A14-4411-FBB1-7AD2-658E3A25AA1C}"/>
              </a:ext>
            </a:extLst>
          </p:cNvPr>
          <p:cNvSpPr/>
          <p:nvPr userDrawn="1"/>
        </p:nvSpPr>
        <p:spPr>
          <a:xfrm>
            <a:off x="188913" y="441325"/>
            <a:ext cx="8769350" cy="4519613"/>
          </a:xfrm>
          <a:prstGeom prst="rect">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eaLnBrk="1" fontAlgn="auto" hangingPunct="1">
              <a:spcBef>
                <a:spcPts val="0"/>
              </a:spcBef>
              <a:spcAft>
                <a:spcPts val="0"/>
              </a:spcAft>
              <a:defRPr/>
            </a:pPr>
            <a:endParaRPr lang="en-GB" sz="1200" dirty="0">
              <a:solidFill>
                <a:schemeClr val="tx1"/>
              </a:solidFill>
            </a:endParaRPr>
          </a:p>
        </p:txBody>
      </p:sp>
      <p:grpSp>
        <p:nvGrpSpPr>
          <p:cNvPr id="6" name="Gruppieren 25">
            <a:extLst>
              <a:ext uri="{FF2B5EF4-FFF2-40B4-BE49-F238E27FC236}">
                <a16:creationId xmlns:a16="http://schemas.microsoft.com/office/drawing/2014/main" id="{EB8A0E6A-BCB3-F8D8-83FC-C66668E332CD}"/>
              </a:ext>
            </a:extLst>
          </p:cNvPr>
          <p:cNvGrpSpPr>
            <a:grpSpLocks/>
          </p:cNvGrpSpPr>
          <p:nvPr userDrawn="1"/>
        </p:nvGrpSpPr>
        <p:grpSpPr bwMode="auto">
          <a:xfrm>
            <a:off x="7767638" y="106363"/>
            <a:ext cx="1193800" cy="222250"/>
            <a:chOff x="8174038" y="147638"/>
            <a:chExt cx="787400" cy="146050"/>
          </a:xfrm>
        </p:grpSpPr>
        <p:sp>
          <p:nvSpPr>
            <p:cNvPr id="7" name="AutoShape 89">
              <a:extLst>
                <a:ext uri="{FF2B5EF4-FFF2-40B4-BE49-F238E27FC236}">
                  <a16:creationId xmlns:a16="http://schemas.microsoft.com/office/drawing/2014/main" id="{DEE64C7E-8149-1C10-6EDE-5B5379291C60}"/>
                </a:ext>
              </a:extLst>
            </p:cNvPr>
            <p:cNvSpPr>
              <a:spLocks noChangeAspect="1" noChangeArrowheads="1" noTextEdit="1"/>
            </p:cNvSpPr>
            <p:nvPr userDrawn="1"/>
          </p:nvSpPr>
          <p:spPr bwMode="auto">
            <a:xfrm>
              <a:off x="8174038" y="147638"/>
              <a:ext cx="787400"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VN"/>
            </a:p>
          </p:txBody>
        </p:sp>
        <p:sp>
          <p:nvSpPr>
            <p:cNvPr id="8" name="Rectangle 91">
              <a:extLst>
                <a:ext uri="{FF2B5EF4-FFF2-40B4-BE49-F238E27FC236}">
                  <a16:creationId xmlns:a16="http://schemas.microsoft.com/office/drawing/2014/main" id="{CB41E1F7-A300-83A6-D197-75B1C9546ECE}"/>
                </a:ext>
              </a:extLst>
            </p:cNvPr>
            <p:cNvSpPr>
              <a:spLocks noChangeArrowheads="1"/>
            </p:cNvSpPr>
            <p:nvPr userDrawn="1"/>
          </p:nvSpPr>
          <p:spPr bwMode="auto">
            <a:xfrm>
              <a:off x="8174038" y="147638"/>
              <a:ext cx="787400" cy="146050"/>
            </a:xfrm>
            <a:prstGeom prst="rect">
              <a:avLst/>
            </a:prstGeom>
            <a:solidFill>
              <a:schemeClr val="accent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10" name="Rectangle 92">
              <a:extLst>
                <a:ext uri="{FF2B5EF4-FFF2-40B4-BE49-F238E27FC236}">
                  <a16:creationId xmlns:a16="http://schemas.microsoft.com/office/drawing/2014/main" id="{626B258F-E567-7FD8-ABD1-EB7E53113D58}"/>
                </a:ext>
              </a:extLst>
            </p:cNvPr>
            <p:cNvSpPr>
              <a:spLocks noChangeArrowheads="1"/>
            </p:cNvSpPr>
            <p:nvPr userDrawn="1"/>
          </p:nvSpPr>
          <p:spPr bwMode="auto">
            <a:xfrm>
              <a:off x="8854636" y="187280"/>
              <a:ext cx="69107" cy="66766"/>
            </a:xfrm>
            <a:prstGeom prst="rect">
              <a:avLst/>
            </a:prstGeom>
            <a:solidFill>
              <a:schemeClr val="bg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11" name="Freeform 93">
              <a:extLst>
                <a:ext uri="{FF2B5EF4-FFF2-40B4-BE49-F238E27FC236}">
                  <a16:creationId xmlns:a16="http://schemas.microsoft.com/office/drawing/2014/main" id="{A83B98EF-EE5A-AB45-ED05-FDA92FE580AA}"/>
                </a:ext>
              </a:extLst>
            </p:cNvPr>
            <p:cNvSpPr>
              <a:spLocks/>
            </p:cNvSpPr>
            <p:nvPr userDrawn="1"/>
          </p:nvSpPr>
          <p:spPr bwMode="auto">
            <a:xfrm>
              <a:off x="8621713" y="185738"/>
              <a:ext cx="65088" cy="69850"/>
            </a:xfrm>
            <a:custGeom>
              <a:avLst/>
              <a:gdLst>
                <a:gd name="T0" fmla="*/ 2147483646 w 40"/>
                <a:gd name="T1" fmla="*/ 2147483646 h 44"/>
                <a:gd name="T2" fmla="*/ 2147483646 w 40"/>
                <a:gd name="T3" fmla="*/ 2147483646 h 44"/>
                <a:gd name="T4" fmla="*/ 2147483646 w 40"/>
                <a:gd name="T5" fmla="*/ 2147483646 h 44"/>
                <a:gd name="T6" fmla="*/ 2147483646 w 40"/>
                <a:gd name="T7" fmla="*/ 2147483646 h 44"/>
                <a:gd name="T8" fmla="*/ 2147483646 w 40"/>
                <a:gd name="T9" fmla="*/ 2147483646 h 44"/>
                <a:gd name="T10" fmla="*/ 2147483646 w 40"/>
                <a:gd name="T11" fmla="*/ 2147483646 h 44"/>
                <a:gd name="T12" fmla="*/ 2147483646 w 40"/>
                <a:gd name="T13" fmla="*/ 2147483646 h 44"/>
                <a:gd name="T14" fmla="*/ 2147483646 w 40"/>
                <a:gd name="T15" fmla="*/ 2147483646 h 44"/>
                <a:gd name="T16" fmla="*/ 2147483646 w 40"/>
                <a:gd name="T17" fmla="*/ 2147483646 h 44"/>
                <a:gd name="T18" fmla="*/ 2147483646 w 40"/>
                <a:gd name="T19" fmla="*/ 2147483646 h 44"/>
                <a:gd name="T20" fmla="*/ 2147483646 w 40"/>
                <a:gd name="T21" fmla="*/ 2147483646 h 44"/>
                <a:gd name="T22" fmla="*/ 2147483646 w 40"/>
                <a:gd name="T23" fmla="*/ 0 h 44"/>
                <a:gd name="T24" fmla="*/ 0 w 40"/>
                <a:gd name="T25" fmla="*/ 2147483646 h 44"/>
                <a:gd name="T26" fmla="*/ 2147483646 w 40"/>
                <a:gd name="T27" fmla="*/ 2147483646 h 44"/>
                <a:gd name="T28" fmla="*/ 2147483646 w 40"/>
                <a:gd name="T29" fmla="*/ 2147483646 h 44"/>
                <a:gd name="T30" fmla="*/ 2147483646 w 40"/>
                <a:gd name="T31" fmla="*/ 2147483646 h 44"/>
                <a:gd name="T32" fmla="*/ 2147483646 w 40"/>
                <a:gd name="T33" fmla="*/ 2147483646 h 44"/>
                <a:gd name="T34" fmla="*/ 2147483646 w 40"/>
                <a:gd name="T35" fmla="*/ 2147483646 h 4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0" h="44">
                  <a:moveTo>
                    <a:pt x="21" y="18"/>
                  </a:moveTo>
                  <a:cubicBezTo>
                    <a:pt x="21" y="26"/>
                    <a:pt x="21" y="26"/>
                    <a:pt x="21" y="26"/>
                  </a:cubicBezTo>
                  <a:cubicBezTo>
                    <a:pt x="31" y="26"/>
                    <a:pt x="31" y="26"/>
                    <a:pt x="31" y="26"/>
                  </a:cubicBezTo>
                  <a:cubicBezTo>
                    <a:pt x="31" y="33"/>
                    <a:pt x="31" y="33"/>
                    <a:pt x="31" y="33"/>
                  </a:cubicBezTo>
                  <a:cubicBezTo>
                    <a:pt x="29" y="35"/>
                    <a:pt x="26" y="36"/>
                    <a:pt x="22" y="36"/>
                  </a:cubicBezTo>
                  <a:cubicBezTo>
                    <a:pt x="14" y="36"/>
                    <a:pt x="8" y="31"/>
                    <a:pt x="8" y="22"/>
                  </a:cubicBezTo>
                  <a:cubicBezTo>
                    <a:pt x="8" y="13"/>
                    <a:pt x="14" y="8"/>
                    <a:pt x="22" y="8"/>
                  </a:cubicBezTo>
                  <a:cubicBezTo>
                    <a:pt x="26" y="8"/>
                    <a:pt x="30" y="9"/>
                    <a:pt x="33" y="12"/>
                  </a:cubicBezTo>
                  <a:cubicBezTo>
                    <a:pt x="33" y="12"/>
                    <a:pt x="33" y="12"/>
                    <a:pt x="33" y="12"/>
                  </a:cubicBezTo>
                  <a:cubicBezTo>
                    <a:pt x="39" y="7"/>
                    <a:pt x="39" y="7"/>
                    <a:pt x="39" y="7"/>
                  </a:cubicBezTo>
                  <a:cubicBezTo>
                    <a:pt x="38" y="7"/>
                    <a:pt x="38" y="7"/>
                    <a:pt x="38" y="7"/>
                  </a:cubicBezTo>
                  <a:cubicBezTo>
                    <a:pt x="34" y="3"/>
                    <a:pt x="29" y="0"/>
                    <a:pt x="22" y="0"/>
                  </a:cubicBezTo>
                  <a:cubicBezTo>
                    <a:pt x="9" y="0"/>
                    <a:pt x="0" y="9"/>
                    <a:pt x="0" y="22"/>
                  </a:cubicBezTo>
                  <a:cubicBezTo>
                    <a:pt x="0" y="35"/>
                    <a:pt x="9" y="44"/>
                    <a:pt x="22" y="44"/>
                  </a:cubicBezTo>
                  <a:cubicBezTo>
                    <a:pt x="29" y="44"/>
                    <a:pt x="36" y="41"/>
                    <a:pt x="40" y="36"/>
                  </a:cubicBezTo>
                  <a:cubicBezTo>
                    <a:pt x="40" y="35"/>
                    <a:pt x="40" y="35"/>
                    <a:pt x="40" y="35"/>
                  </a:cubicBezTo>
                  <a:cubicBezTo>
                    <a:pt x="40" y="18"/>
                    <a:pt x="40" y="18"/>
                    <a:pt x="40" y="18"/>
                  </a:cubicBezTo>
                  <a:lnTo>
                    <a:pt x="21" y="1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2" name="Freeform 94">
              <a:extLst>
                <a:ext uri="{FF2B5EF4-FFF2-40B4-BE49-F238E27FC236}">
                  <a16:creationId xmlns:a16="http://schemas.microsoft.com/office/drawing/2014/main" id="{4D8863F4-E6C7-EEB3-6191-4A393F26FB2F}"/>
                </a:ext>
              </a:extLst>
            </p:cNvPr>
            <p:cNvSpPr>
              <a:spLocks/>
            </p:cNvSpPr>
            <p:nvPr userDrawn="1"/>
          </p:nvSpPr>
          <p:spPr bwMode="auto">
            <a:xfrm>
              <a:off x="8702676" y="187326"/>
              <a:ext cx="50800" cy="66675"/>
            </a:xfrm>
            <a:custGeom>
              <a:avLst/>
              <a:gdLst>
                <a:gd name="T0" fmla="*/ 2147483646 w 32"/>
                <a:gd name="T1" fmla="*/ 2147483646 h 42"/>
                <a:gd name="T2" fmla="*/ 2147483646 w 32"/>
                <a:gd name="T3" fmla="*/ 0 h 42"/>
                <a:gd name="T4" fmla="*/ 0 w 32"/>
                <a:gd name="T5" fmla="*/ 0 h 42"/>
                <a:gd name="T6" fmla="*/ 0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2147483646 h 42"/>
                <a:gd name="T16" fmla="*/ 2147483646 w 32"/>
                <a:gd name="T17" fmla="*/ 2147483646 h 42"/>
                <a:gd name="T18" fmla="*/ 2147483646 w 32"/>
                <a:gd name="T19" fmla="*/ 2147483646 h 42"/>
                <a:gd name="T20" fmla="*/ 2147483646 w 32"/>
                <a:gd name="T21" fmla="*/ 2147483646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2" h="42">
                  <a:moveTo>
                    <a:pt x="32" y="8"/>
                  </a:moveTo>
                  <a:lnTo>
                    <a:pt x="32" y="0"/>
                  </a:lnTo>
                  <a:lnTo>
                    <a:pt x="0" y="0"/>
                  </a:lnTo>
                  <a:lnTo>
                    <a:pt x="0" y="42"/>
                  </a:lnTo>
                  <a:lnTo>
                    <a:pt x="9" y="42"/>
                  </a:lnTo>
                  <a:lnTo>
                    <a:pt x="9" y="25"/>
                  </a:lnTo>
                  <a:lnTo>
                    <a:pt x="31" y="25"/>
                  </a:lnTo>
                  <a:lnTo>
                    <a:pt x="31" y="18"/>
                  </a:lnTo>
                  <a:lnTo>
                    <a:pt x="9" y="18"/>
                  </a:lnTo>
                  <a:lnTo>
                    <a:pt x="9" y="8"/>
                  </a:lnTo>
                  <a:lnTo>
                    <a:pt x="32" y="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3" name="Freeform 95">
              <a:extLst>
                <a:ext uri="{FF2B5EF4-FFF2-40B4-BE49-F238E27FC236}">
                  <a16:creationId xmlns:a16="http://schemas.microsoft.com/office/drawing/2014/main" id="{3B931207-01C3-01EB-24C3-22915276D672}"/>
                </a:ext>
              </a:extLst>
            </p:cNvPr>
            <p:cNvSpPr>
              <a:spLocks/>
            </p:cNvSpPr>
            <p:nvPr userDrawn="1"/>
          </p:nvSpPr>
          <p:spPr bwMode="auto">
            <a:xfrm>
              <a:off x="8761413" y="187326"/>
              <a:ext cx="50800" cy="66675"/>
            </a:xfrm>
            <a:custGeom>
              <a:avLst/>
              <a:gdLst>
                <a:gd name="T0" fmla="*/ 0 w 32"/>
                <a:gd name="T1" fmla="*/ 0 h 42"/>
                <a:gd name="T2" fmla="*/ 0 w 32"/>
                <a:gd name="T3" fmla="*/ 2147483646 h 42"/>
                <a:gd name="T4" fmla="*/ 2147483646 w 32"/>
                <a:gd name="T5" fmla="*/ 2147483646 h 42"/>
                <a:gd name="T6" fmla="*/ 2147483646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0 h 42"/>
                <a:gd name="T16" fmla="*/ 0 w 32"/>
                <a:gd name="T17" fmla="*/ 0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 h="42">
                  <a:moveTo>
                    <a:pt x="0" y="0"/>
                  </a:moveTo>
                  <a:lnTo>
                    <a:pt x="0" y="8"/>
                  </a:lnTo>
                  <a:lnTo>
                    <a:pt x="11" y="8"/>
                  </a:lnTo>
                  <a:lnTo>
                    <a:pt x="11" y="42"/>
                  </a:lnTo>
                  <a:lnTo>
                    <a:pt x="20" y="42"/>
                  </a:lnTo>
                  <a:lnTo>
                    <a:pt x="20" y="8"/>
                  </a:lnTo>
                  <a:lnTo>
                    <a:pt x="32" y="8"/>
                  </a:lnTo>
                  <a:lnTo>
                    <a:pt x="32"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grpSp>
      <p:sp>
        <p:nvSpPr>
          <p:cNvPr id="25" name="Textfeld 26">
            <a:extLst>
              <a:ext uri="{FF2B5EF4-FFF2-40B4-BE49-F238E27FC236}">
                <a16:creationId xmlns:a16="http://schemas.microsoft.com/office/drawing/2014/main" id="{AA541C62-758A-AAA0-9721-0D120335C529}"/>
              </a:ext>
            </a:extLst>
          </p:cNvPr>
          <p:cNvSpPr txBox="1">
            <a:spLocks noChangeArrowheads="1"/>
          </p:cNvSpPr>
          <p:nvPr userDrawn="1"/>
        </p:nvSpPr>
        <p:spPr bwMode="gray">
          <a:xfrm>
            <a:off x="8274050" y="5003800"/>
            <a:ext cx="158750" cy="92075"/>
          </a:xfrm>
          <a:prstGeom prst="rect">
            <a:avLst/>
          </a:prstGeom>
          <a:noFill/>
          <a:ln>
            <a:noFill/>
          </a:ln>
        </p:spPr>
        <p:txBody>
          <a:bodyPr wrap="none" lIns="0" tIns="0" rIns="0" bIns="0" anchor="ctr">
            <a:spAutoFit/>
          </a:bodyPr>
          <a:lstStyle>
            <a:lvl1pPr defTabSz="685800">
              <a:defRPr>
                <a:solidFill>
                  <a:schemeClr val="tx1"/>
                </a:solidFill>
                <a:latin typeface="Arial" panose="020B0604020202020204" pitchFamily="34" charset="0"/>
              </a:defRPr>
            </a:lvl1pPr>
            <a:lvl2pPr marL="742950" indent="-285750" defTabSz="685800">
              <a:defRPr>
                <a:solidFill>
                  <a:schemeClr val="tx1"/>
                </a:solidFill>
                <a:latin typeface="Arial" panose="020B0604020202020204" pitchFamily="34" charset="0"/>
              </a:defRPr>
            </a:lvl2pPr>
            <a:lvl3pPr marL="1143000" indent="-228600" defTabSz="685800">
              <a:defRPr>
                <a:solidFill>
                  <a:schemeClr val="tx1"/>
                </a:solidFill>
                <a:latin typeface="Arial" panose="020B0604020202020204" pitchFamily="34" charset="0"/>
              </a:defRPr>
            </a:lvl3pPr>
            <a:lvl4pPr marL="1600200" indent="-228600" defTabSz="685800">
              <a:defRPr>
                <a:solidFill>
                  <a:schemeClr val="tx1"/>
                </a:solidFill>
                <a:latin typeface="Arial" panose="020B0604020202020204" pitchFamily="34" charset="0"/>
              </a:defRPr>
            </a:lvl4pPr>
            <a:lvl5pPr marL="2057400" indent="-228600" defTabSz="685800">
              <a:defRPr>
                <a:solidFill>
                  <a:schemeClr val="tx1"/>
                </a:solidFill>
                <a:latin typeface="Arial" panose="020B0604020202020204" pitchFamily="34" charset="0"/>
              </a:defRPr>
            </a:lvl5pPr>
            <a:lvl6pPr marL="2514600" indent="-228600" defTabSz="685800" fontAlgn="base">
              <a:spcBef>
                <a:spcPct val="0"/>
              </a:spcBef>
              <a:spcAft>
                <a:spcPct val="0"/>
              </a:spcAft>
              <a:defRPr>
                <a:solidFill>
                  <a:schemeClr val="tx1"/>
                </a:solidFill>
                <a:latin typeface="Arial" panose="020B0604020202020204" pitchFamily="34" charset="0"/>
              </a:defRPr>
            </a:lvl6pPr>
            <a:lvl7pPr marL="2971800" indent="-228600" defTabSz="685800" fontAlgn="base">
              <a:spcBef>
                <a:spcPct val="0"/>
              </a:spcBef>
              <a:spcAft>
                <a:spcPct val="0"/>
              </a:spcAft>
              <a:defRPr>
                <a:solidFill>
                  <a:schemeClr val="tx1"/>
                </a:solidFill>
                <a:latin typeface="Arial" panose="020B0604020202020204" pitchFamily="34" charset="0"/>
              </a:defRPr>
            </a:lvl7pPr>
            <a:lvl8pPr marL="3429000" indent="-228600" defTabSz="685800" fontAlgn="base">
              <a:spcBef>
                <a:spcPct val="0"/>
              </a:spcBef>
              <a:spcAft>
                <a:spcPct val="0"/>
              </a:spcAft>
              <a:defRPr>
                <a:solidFill>
                  <a:schemeClr val="tx1"/>
                </a:solidFill>
                <a:latin typeface="Arial" panose="020B0604020202020204" pitchFamily="34" charset="0"/>
              </a:defRPr>
            </a:lvl8pPr>
            <a:lvl9pPr marL="3886200" indent="-228600" defTabSz="685800" fontAlgn="base">
              <a:spcBef>
                <a:spcPct val="0"/>
              </a:spcBef>
              <a:spcAft>
                <a:spcPct val="0"/>
              </a:spcAft>
              <a:defRPr>
                <a:solidFill>
                  <a:schemeClr val="tx1"/>
                </a:solidFill>
                <a:latin typeface="Arial" panose="020B0604020202020204" pitchFamily="34" charset="0"/>
              </a:defRPr>
            </a:lvl9pPr>
          </a:lstStyle>
          <a:p>
            <a:pPr eaLnBrk="1" hangingPunct="1">
              <a:defRPr/>
            </a:pPr>
            <a:fld id="{AE5F1D8F-6365-7649-ACC1-D84F419C416F}" type="slidenum">
              <a:rPr lang="en-GB" altLang="en-VN" sz="600" b="1" smtClean="0"/>
              <a:pPr eaLnBrk="1" hangingPunct="1">
                <a:defRPr/>
              </a:pPr>
              <a:t>‹#›</a:t>
            </a:fld>
            <a:endParaRPr lang="en-GB" altLang="en-VN" sz="600" b="1"/>
          </a:p>
        </p:txBody>
      </p:sp>
      <p:sp>
        <p:nvSpPr>
          <p:cNvPr id="26" name="Rectangle 92">
            <a:extLst>
              <a:ext uri="{FF2B5EF4-FFF2-40B4-BE49-F238E27FC236}">
                <a16:creationId xmlns:a16="http://schemas.microsoft.com/office/drawing/2014/main" id="{2AB0A89E-D2B4-3CB2-2CF5-D9A0F6591345}"/>
              </a:ext>
            </a:extLst>
          </p:cNvPr>
          <p:cNvSpPr>
            <a:spLocks noChangeArrowheads="1"/>
          </p:cNvSpPr>
          <p:nvPr userDrawn="1"/>
        </p:nvSpPr>
        <p:spPr bwMode="auto">
          <a:xfrm>
            <a:off x="8169275" y="5016500"/>
            <a:ext cx="68263" cy="66675"/>
          </a:xfrm>
          <a:prstGeom prst="rect">
            <a:avLst/>
          </a:prstGeom>
          <a:solidFill>
            <a:schemeClr val="accent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solidFill>
                <a:srgbClr val="000000"/>
              </a:solidFill>
            </a:endParaRPr>
          </a:p>
        </p:txBody>
      </p:sp>
      <p:grpSp>
        <p:nvGrpSpPr>
          <p:cNvPr id="27" name="Gruppieren 43">
            <a:extLst>
              <a:ext uri="{FF2B5EF4-FFF2-40B4-BE49-F238E27FC236}">
                <a16:creationId xmlns:a16="http://schemas.microsoft.com/office/drawing/2014/main" id="{7D2E956D-BC44-9684-017E-A5F1449C5055}"/>
              </a:ext>
            </a:extLst>
          </p:cNvPr>
          <p:cNvGrpSpPr>
            <a:grpSpLocks/>
          </p:cNvGrpSpPr>
          <p:nvPr userDrawn="1"/>
        </p:nvGrpSpPr>
        <p:grpSpPr bwMode="auto">
          <a:xfrm>
            <a:off x="9542463" y="431800"/>
            <a:ext cx="1614487" cy="904875"/>
            <a:chOff x="9463668" y="1940312"/>
            <a:chExt cx="1614235" cy="904790"/>
          </a:xfrm>
        </p:grpSpPr>
        <p:sp>
          <p:nvSpPr>
            <p:cNvPr id="28" name="Textfeld 44">
              <a:extLst>
                <a:ext uri="{FF2B5EF4-FFF2-40B4-BE49-F238E27FC236}">
                  <a16:creationId xmlns:a16="http://schemas.microsoft.com/office/drawing/2014/main" id="{F63470CE-B82D-BF73-A939-39980B708EEC}"/>
                </a:ext>
              </a:extLst>
            </p:cNvPr>
            <p:cNvSpPr txBox="1">
              <a:spLocks noChangeArrowheads="1"/>
            </p:cNvSpPr>
            <p:nvPr/>
          </p:nvSpPr>
          <p:spPr bwMode="auto">
            <a:xfrm>
              <a:off x="9463668" y="1940312"/>
              <a:ext cx="1614235" cy="904790"/>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pre-set, black agenda slide with two columns for white font.</a:t>
              </a:r>
            </a:p>
          </p:txBody>
        </p:sp>
        <p:sp>
          <p:nvSpPr>
            <p:cNvPr id="29" name="Freihandform: Form 122">
              <a:extLst>
                <a:ext uri="{FF2B5EF4-FFF2-40B4-BE49-F238E27FC236}">
                  <a16:creationId xmlns:a16="http://schemas.microsoft.com/office/drawing/2014/main" id="{B93F3487-A3A5-0F42-24D3-C9F8E5087570}"/>
                </a:ext>
              </a:extLst>
            </p:cNvPr>
            <p:cNvSpPr/>
            <p:nvPr/>
          </p:nvSpPr>
          <p:spPr>
            <a:xfrm>
              <a:off x="9516047" y="1994282"/>
              <a:ext cx="360307" cy="360329"/>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5"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4" name="Textplatzhalter 3"/>
          <p:cNvSpPr>
            <a:spLocks noGrp="1"/>
          </p:cNvSpPr>
          <p:nvPr>
            <p:ph type="body" sz="quarter" idx="13"/>
          </p:nvPr>
        </p:nvSpPr>
        <p:spPr>
          <a:xfrm>
            <a:off x="1590379" y="1274414"/>
            <a:ext cx="2581571" cy="276999"/>
          </a:xfrm>
        </p:spPr>
        <p:txBody>
          <a:bodyPr/>
          <a:lstStyle>
            <a:lvl1pPr marL="0" indent="0" rtl="0">
              <a:spcBef>
                <a:spcPts val="1200"/>
              </a:spcBef>
              <a:buFont typeface="+mj-lt"/>
              <a:buNone/>
              <a:defRPr sz="2000" b="0" baseline="0">
                <a:solidFill>
                  <a:schemeClr val="bg1"/>
                </a:solidFill>
              </a:defRPr>
            </a:lvl1pPr>
            <a:lvl2pPr marL="358775" indent="0">
              <a:buNone/>
              <a:defRPr/>
            </a:lvl2pPr>
          </a:lstStyle>
          <a:p>
            <a:pPr lvl="0"/>
            <a:r>
              <a:rPr lang="en-US"/>
              <a:t>Click to edit Master text styles</a:t>
            </a:r>
          </a:p>
        </p:txBody>
      </p:sp>
      <p:sp>
        <p:nvSpPr>
          <p:cNvPr id="9" name="Textplatzhalter 4"/>
          <p:cNvSpPr>
            <a:spLocks noGrp="1"/>
          </p:cNvSpPr>
          <p:nvPr>
            <p:ph type="body" sz="quarter" idx="12"/>
          </p:nvPr>
        </p:nvSpPr>
        <p:spPr>
          <a:xfrm>
            <a:off x="3371850"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a:p>
            <a:pPr lvl="1"/>
            <a:r>
              <a:rPr lang="en-US"/>
              <a:t>Second level</a:t>
            </a:r>
          </a:p>
          <a:p>
            <a:pPr lvl="2"/>
            <a:r>
              <a:rPr lang="en-US"/>
              <a:t>Third level</a:t>
            </a:r>
          </a:p>
        </p:txBody>
      </p:sp>
      <p:sp>
        <p:nvSpPr>
          <p:cNvPr id="2" name="Titel 1"/>
          <p:cNvSpPr>
            <a:spLocks noGrp="1"/>
          </p:cNvSpPr>
          <p:nvPr>
            <p:ph type="title"/>
          </p:nvPr>
        </p:nvSpPr>
        <p:spPr/>
        <p:txBody>
          <a:bodyPr/>
          <a:lstStyle>
            <a:lvl1pPr rtl="0">
              <a:defRPr>
                <a:solidFill>
                  <a:schemeClr val="bg1"/>
                </a:solidFill>
              </a:defRPr>
            </a:lvl1pPr>
          </a:lstStyle>
          <a:p>
            <a:r>
              <a:rPr lang="en-US"/>
              <a:t>Click to edit Master title style</a:t>
            </a:r>
            <a:endParaRPr lang="en-GB" dirty="0"/>
          </a:p>
        </p:txBody>
      </p:sp>
      <p:sp>
        <p:nvSpPr>
          <p:cNvPr id="14" name="Textplatzhalter 3"/>
          <p:cNvSpPr>
            <a:spLocks noGrp="1"/>
          </p:cNvSpPr>
          <p:nvPr>
            <p:ph type="body" sz="quarter" idx="15"/>
          </p:nvPr>
        </p:nvSpPr>
        <p:spPr>
          <a:xfrm>
            <a:off x="978102" y="1274414"/>
            <a:ext cx="431598" cy="276999"/>
          </a:xfrm>
        </p:spPr>
        <p:txBody>
          <a:bodyPr/>
          <a:lstStyle>
            <a:lvl1pPr marL="0" indent="0" rtl="0">
              <a:spcBef>
                <a:spcPts val="1200"/>
              </a:spcBef>
              <a:buFont typeface="+mj-lt"/>
              <a:buNone/>
              <a:defRPr sz="2000" b="1" baseline="0">
                <a:solidFill>
                  <a:schemeClr val="bg1"/>
                </a:solidFill>
              </a:defRPr>
            </a:lvl1pPr>
            <a:lvl2pPr marL="541338" indent="-182563">
              <a:defRPr/>
            </a:lvl2pPr>
          </a:lstStyle>
          <a:p>
            <a:pPr lvl="0"/>
            <a:r>
              <a:rPr lang="en-US"/>
              <a:t>Click to edit Master text styles</a:t>
            </a:r>
          </a:p>
        </p:txBody>
      </p:sp>
      <p:sp>
        <p:nvSpPr>
          <p:cNvPr id="15" name="Textplatzhalter 3"/>
          <p:cNvSpPr>
            <a:spLocks noGrp="1"/>
          </p:cNvSpPr>
          <p:nvPr>
            <p:ph type="body" sz="quarter" idx="16"/>
          </p:nvPr>
        </p:nvSpPr>
        <p:spPr>
          <a:xfrm>
            <a:off x="1590379" y="1782395"/>
            <a:ext cx="2581571" cy="276999"/>
          </a:xfrm>
        </p:spPr>
        <p:txBody>
          <a:bodyPr/>
          <a:lstStyle>
            <a:lvl1pPr marL="0" indent="0" rtl="0">
              <a:spcBef>
                <a:spcPts val="1200"/>
              </a:spcBef>
              <a:buFont typeface="+mj-lt"/>
              <a:buNone/>
              <a:defRPr sz="2000" b="0" baseline="0">
                <a:solidFill>
                  <a:schemeClr val="bg1"/>
                </a:solidFill>
              </a:defRPr>
            </a:lvl1pPr>
            <a:lvl2pPr marL="358775" indent="0">
              <a:buNone/>
              <a:defRPr/>
            </a:lvl2pPr>
          </a:lstStyle>
          <a:p>
            <a:pPr lvl="0"/>
            <a:r>
              <a:rPr lang="en-US"/>
              <a:t>Click to edit Master text styles</a:t>
            </a:r>
          </a:p>
        </p:txBody>
      </p:sp>
      <p:sp>
        <p:nvSpPr>
          <p:cNvPr id="16" name="Textplatzhalter 3"/>
          <p:cNvSpPr>
            <a:spLocks noGrp="1"/>
          </p:cNvSpPr>
          <p:nvPr>
            <p:ph type="body" sz="quarter" idx="17"/>
          </p:nvPr>
        </p:nvSpPr>
        <p:spPr>
          <a:xfrm>
            <a:off x="978102" y="1782395"/>
            <a:ext cx="431598" cy="276999"/>
          </a:xfrm>
        </p:spPr>
        <p:txBody>
          <a:bodyPr/>
          <a:lstStyle>
            <a:lvl1pPr marL="0" indent="0" rtl="0">
              <a:spcBef>
                <a:spcPts val="1200"/>
              </a:spcBef>
              <a:buFont typeface="+mj-lt"/>
              <a:buNone/>
              <a:defRPr sz="2000" b="1" baseline="0">
                <a:solidFill>
                  <a:schemeClr val="bg1"/>
                </a:solidFill>
              </a:defRPr>
            </a:lvl1pPr>
            <a:lvl2pPr marL="541338" indent="-182563">
              <a:defRPr/>
            </a:lvl2pPr>
          </a:lstStyle>
          <a:p>
            <a:pPr lvl="0"/>
            <a:r>
              <a:rPr lang="en-US"/>
              <a:t>Click to edit Master text styles</a:t>
            </a:r>
          </a:p>
        </p:txBody>
      </p:sp>
      <p:sp>
        <p:nvSpPr>
          <p:cNvPr id="17" name="Textplatzhalter 3"/>
          <p:cNvSpPr>
            <a:spLocks noGrp="1"/>
          </p:cNvSpPr>
          <p:nvPr>
            <p:ph type="body" sz="quarter" idx="18"/>
          </p:nvPr>
        </p:nvSpPr>
        <p:spPr>
          <a:xfrm>
            <a:off x="1590379" y="2290375"/>
            <a:ext cx="2581571" cy="276999"/>
          </a:xfrm>
        </p:spPr>
        <p:txBody>
          <a:bodyPr/>
          <a:lstStyle>
            <a:lvl1pPr marL="0" indent="0" rtl="0">
              <a:spcBef>
                <a:spcPts val="1200"/>
              </a:spcBef>
              <a:buFont typeface="+mj-lt"/>
              <a:buNone/>
              <a:defRPr sz="2000" b="0" baseline="0">
                <a:solidFill>
                  <a:schemeClr val="bg1"/>
                </a:solidFill>
              </a:defRPr>
            </a:lvl1pPr>
            <a:lvl2pPr marL="358775" indent="0">
              <a:buNone/>
              <a:defRPr/>
            </a:lvl2pPr>
          </a:lstStyle>
          <a:p>
            <a:pPr lvl="0"/>
            <a:r>
              <a:rPr lang="en-US"/>
              <a:t>Click to edit Master text styles</a:t>
            </a:r>
          </a:p>
        </p:txBody>
      </p:sp>
      <p:sp>
        <p:nvSpPr>
          <p:cNvPr id="18" name="Textplatzhalter 3"/>
          <p:cNvSpPr>
            <a:spLocks noGrp="1"/>
          </p:cNvSpPr>
          <p:nvPr>
            <p:ph type="body" sz="quarter" idx="19"/>
          </p:nvPr>
        </p:nvSpPr>
        <p:spPr>
          <a:xfrm>
            <a:off x="978102" y="2290375"/>
            <a:ext cx="431598" cy="276999"/>
          </a:xfrm>
        </p:spPr>
        <p:txBody>
          <a:bodyPr/>
          <a:lstStyle>
            <a:lvl1pPr marL="0" indent="0" rtl="0">
              <a:spcBef>
                <a:spcPts val="1200"/>
              </a:spcBef>
              <a:buFont typeface="+mj-lt"/>
              <a:buNone/>
              <a:defRPr sz="2000" b="1" baseline="0">
                <a:solidFill>
                  <a:schemeClr val="bg1"/>
                </a:solidFill>
              </a:defRPr>
            </a:lvl1pPr>
            <a:lvl2pPr marL="541338" indent="-182563">
              <a:defRPr/>
            </a:lvl2pPr>
          </a:lstStyle>
          <a:p>
            <a:pPr lvl="0"/>
            <a:r>
              <a:rPr lang="en-US"/>
              <a:t>Click to edit Master text styles</a:t>
            </a:r>
          </a:p>
        </p:txBody>
      </p:sp>
      <p:sp>
        <p:nvSpPr>
          <p:cNvPr id="19" name="Textplatzhalter 3"/>
          <p:cNvSpPr>
            <a:spLocks noGrp="1"/>
          </p:cNvSpPr>
          <p:nvPr>
            <p:ph type="body" sz="quarter" idx="20"/>
          </p:nvPr>
        </p:nvSpPr>
        <p:spPr>
          <a:xfrm>
            <a:off x="5580856" y="1274414"/>
            <a:ext cx="2581571" cy="276999"/>
          </a:xfrm>
        </p:spPr>
        <p:txBody>
          <a:bodyPr/>
          <a:lstStyle>
            <a:lvl1pPr marL="0" indent="0" rtl="0">
              <a:spcBef>
                <a:spcPts val="1200"/>
              </a:spcBef>
              <a:buFont typeface="+mj-lt"/>
              <a:buNone/>
              <a:defRPr sz="2000" b="0" baseline="0">
                <a:solidFill>
                  <a:schemeClr val="bg1"/>
                </a:solidFill>
              </a:defRPr>
            </a:lvl1pPr>
            <a:lvl2pPr marL="358775" indent="0">
              <a:buNone/>
              <a:defRPr/>
            </a:lvl2pPr>
          </a:lstStyle>
          <a:p>
            <a:pPr lvl="0"/>
            <a:r>
              <a:rPr lang="en-US"/>
              <a:t>Click to edit Master text styles</a:t>
            </a:r>
          </a:p>
        </p:txBody>
      </p:sp>
      <p:sp>
        <p:nvSpPr>
          <p:cNvPr id="20" name="Textplatzhalter 3"/>
          <p:cNvSpPr>
            <a:spLocks noGrp="1"/>
          </p:cNvSpPr>
          <p:nvPr>
            <p:ph type="body" sz="quarter" idx="21"/>
          </p:nvPr>
        </p:nvSpPr>
        <p:spPr>
          <a:xfrm>
            <a:off x="4968579" y="1274414"/>
            <a:ext cx="431598" cy="276999"/>
          </a:xfrm>
        </p:spPr>
        <p:txBody>
          <a:bodyPr/>
          <a:lstStyle>
            <a:lvl1pPr marL="0" indent="0" rtl="0">
              <a:spcBef>
                <a:spcPts val="1200"/>
              </a:spcBef>
              <a:buFont typeface="+mj-lt"/>
              <a:buNone/>
              <a:defRPr sz="2000" b="1" baseline="0">
                <a:solidFill>
                  <a:schemeClr val="bg1"/>
                </a:solidFill>
              </a:defRPr>
            </a:lvl1pPr>
            <a:lvl2pPr marL="541338" indent="-182563">
              <a:defRPr/>
            </a:lvl2pPr>
          </a:lstStyle>
          <a:p>
            <a:pPr lvl="0"/>
            <a:r>
              <a:rPr lang="en-US"/>
              <a:t>Click to edit Master text styles</a:t>
            </a:r>
          </a:p>
        </p:txBody>
      </p:sp>
      <p:sp>
        <p:nvSpPr>
          <p:cNvPr id="21" name="Textplatzhalter 3"/>
          <p:cNvSpPr>
            <a:spLocks noGrp="1"/>
          </p:cNvSpPr>
          <p:nvPr>
            <p:ph type="body" sz="quarter" idx="22"/>
          </p:nvPr>
        </p:nvSpPr>
        <p:spPr>
          <a:xfrm>
            <a:off x="5580856" y="1782395"/>
            <a:ext cx="2581571" cy="276999"/>
          </a:xfrm>
        </p:spPr>
        <p:txBody>
          <a:bodyPr/>
          <a:lstStyle>
            <a:lvl1pPr marL="0" indent="0" rtl="0">
              <a:spcBef>
                <a:spcPts val="1200"/>
              </a:spcBef>
              <a:buFont typeface="+mj-lt"/>
              <a:buNone/>
              <a:defRPr sz="2000" b="0" baseline="0">
                <a:solidFill>
                  <a:schemeClr val="bg1"/>
                </a:solidFill>
              </a:defRPr>
            </a:lvl1pPr>
            <a:lvl2pPr marL="358775" indent="0">
              <a:buNone/>
              <a:defRPr/>
            </a:lvl2pPr>
          </a:lstStyle>
          <a:p>
            <a:pPr lvl="0"/>
            <a:r>
              <a:rPr lang="en-US"/>
              <a:t>Click to edit Master text styles</a:t>
            </a:r>
          </a:p>
        </p:txBody>
      </p:sp>
      <p:sp>
        <p:nvSpPr>
          <p:cNvPr id="22" name="Textplatzhalter 3"/>
          <p:cNvSpPr>
            <a:spLocks noGrp="1"/>
          </p:cNvSpPr>
          <p:nvPr>
            <p:ph type="body" sz="quarter" idx="23"/>
          </p:nvPr>
        </p:nvSpPr>
        <p:spPr>
          <a:xfrm>
            <a:off x="4968579" y="1782395"/>
            <a:ext cx="431598" cy="276999"/>
          </a:xfrm>
        </p:spPr>
        <p:txBody>
          <a:bodyPr/>
          <a:lstStyle>
            <a:lvl1pPr marL="0" indent="0" rtl="0">
              <a:spcBef>
                <a:spcPts val="1200"/>
              </a:spcBef>
              <a:buFont typeface="+mj-lt"/>
              <a:buNone/>
              <a:defRPr sz="2000" b="1" baseline="0">
                <a:solidFill>
                  <a:schemeClr val="bg1"/>
                </a:solidFill>
              </a:defRPr>
            </a:lvl1pPr>
            <a:lvl2pPr marL="541338" indent="-182563">
              <a:defRPr/>
            </a:lvl2pPr>
          </a:lstStyle>
          <a:p>
            <a:pPr lvl="0"/>
            <a:r>
              <a:rPr lang="en-US"/>
              <a:t>Click to edit Master text styles</a:t>
            </a:r>
          </a:p>
        </p:txBody>
      </p:sp>
      <p:sp>
        <p:nvSpPr>
          <p:cNvPr id="23" name="Textplatzhalter 3"/>
          <p:cNvSpPr>
            <a:spLocks noGrp="1"/>
          </p:cNvSpPr>
          <p:nvPr>
            <p:ph type="body" sz="quarter" idx="24"/>
          </p:nvPr>
        </p:nvSpPr>
        <p:spPr>
          <a:xfrm>
            <a:off x="5580856" y="2290375"/>
            <a:ext cx="2581571" cy="276999"/>
          </a:xfrm>
        </p:spPr>
        <p:txBody>
          <a:bodyPr/>
          <a:lstStyle>
            <a:lvl1pPr marL="0" indent="0" rtl="0">
              <a:spcBef>
                <a:spcPts val="1200"/>
              </a:spcBef>
              <a:buFont typeface="+mj-lt"/>
              <a:buNone/>
              <a:defRPr sz="2000" b="0" baseline="0">
                <a:solidFill>
                  <a:schemeClr val="bg1"/>
                </a:solidFill>
              </a:defRPr>
            </a:lvl1pPr>
            <a:lvl2pPr marL="358775" indent="0">
              <a:buNone/>
              <a:defRPr/>
            </a:lvl2pPr>
          </a:lstStyle>
          <a:p>
            <a:pPr lvl="0"/>
            <a:r>
              <a:rPr lang="en-US"/>
              <a:t>Click to edit Master text styles</a:t>
            </a:r>
          </a:p>
        </p:txBody>
      </p:sp>
      <p:sp>
        <p:nvSpPr>
          <p:cNvPr id="24" name="Textplatzhalter 3"/>
          <p:cNvSpPr>
            <a:spLocks noGrp="1"/>
          </p:cNvSpPr>
          <p:nvPr>
            <p:ph type="body" sz="quarter" idx="25"/>
          </p:nvPr>
        </p:nvSpPr>
        <p:spPr>
          <a:xfrm>
            <a:off x="4968579" y="2290375"/>
            <a:ext cx="431598" cy="276999"/>
          </a:xfrm>
        </p:spPr>
        <p:txBody>
          <a:bodyPr/>
          <a:lstStyle>
            <a:lvl1pPr marL="0" indent="0" rtl="0">
              <a:spcBef>
                <a:spcPts val="1200"/>
              </a:spcBef>
              <a:buFont typeface="+mj-lt"/>
              <a:buNone/>
              <a:defRPr sz="2000" b="1" baseline="0">
                <a:solidFill>
                  <a:schemeClr val="bg1"/>
                </a:solidFill>
              </a:defRPr>
            </a:lvl1pPr>
            <a:lvl2pPr marL="541338" indent="-182563">
              <a:defRPr/>
            </a:lvl2pPr>
          </a:lstStyle>
          <a:p>
            <a:pPr lvl="0"/>
            <a:r>
              <a:rPr lang="en-US"/>
              <a:t>Click to edit Master text styles</a:t>
            </a:r>
          </a:p>
        </p:txBody>
      </p:sp>
      <p:sp>
        <p:nvSpPr>
          <p:cNvPr id="30" name="Datumsplatzhalter 28">
            <a:extLst>
              <a:ext uri="{FF2B5EF4-FFF2-40B4-BE49-F238E27FC236}">
                <a16:creationId xmlns:a16="http://schemas.microsoft.com/office/drawing/2014/main" id="{FE672B7C-D0F4-1A54-85FC-19F2FE3A674F}"/>
              </a:ext>
            </a:extLst>
          </p:cNvPr>
          <p:cNvSpPr>
            <a:spLocks noGrp="1"/>
          </p:cNvSpPr>
          <p:nvPr>
            <p:ph type="dt" sz="half" idx="26"/>
          </p:nvPr>
        </p:nvSpPr>
        <p:spPr/>
        <p:txBody>
          <a:bodyPr/>
          <a:lstStyle>
            <a:lvl1pPr algn="l" rtl="0">
              <a:defRPr lang="de-DE" sz="600" b="1">
                <a:solidFill>
                  <a:srgbClr val="000000"/>
                </a:solidFill>
              </a:defRPr>
            </a:lvl1pPr>
          </a:lstStyle>
          <a:p>
            <a:pPr>
              <a:defRPr/>
            </a:pPr>
            <a:fld id="{613CC88F-9380-3043-992C-52C6F1AD54F1}" type="datetime4">
              <a:rPr lang="en-GB"/>
              <a:pPr>
                <a:defRPr/>
              </a:pPr>
              <a:t>25 November 2025</a:t>
            </a:fld>
            <a:endParaRPr lang="en-GB" dirty="0"/>
          </a:p>
        </p:txBody>
      </p:sp>
      <p:sp>
        <p:nvSpPr>
          <p:cNvPr id="31" name="Fußzeilenplatzhalter 2">
            <a:extLst>
              <a:ext uri="{FF2B5EF4-FFF2-40B4-BE49-F238E27FC236}">
                <a16:creationId xmlns:a16="http://schemas.microsoft.com/office/drawing/2014/main" id="{85051549-698A-7469-240D-C4EF9F91D67E}"/>
              </a:ext>
            </a:extLst>
          </p:cNvPr>
          <p:cNvSpPr>
            <a:spLocks noGrp="1"/>
          </p:cNvSpPr>
          <p:nvPr>
            <p:ph type="ftr" sz="quarter" idx="27"/>
          </p:nvPr>
        </p:nvSpPr>
        <p:spPr/>
        <p:txBody>
          <a:bodyPr/>
          <a:lstStyle>
            <a:lvl1pPr rtl="0">
              <a:defRPr/>
            </a:lvl1pPr>
          </a:lstStyle>
          <a:p>
            <a:pPr>
              <a:defRPr/>
            </a:pPr>
            <a:r>
              <a:rPr lang="en-GB"/>
              <a:t>Type here if  add info needed  for every slide</a:t>
            </a:r>
          </a:p>
        </p:txBody>
      </p:sp>
    </p:spTree>
    <p:extLst>
      <p:ext uri="{BB962C8B-B14F-4D97-AF65-F5344CB8AC3E}">
        <p14:creationId xmlns:p14="http://schemas.microsoft.com/office/powerpoint/2010/main" val="31204869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pter slide black">
    <p:spTree>
      <p:nvGrpSpPr>
        <p:cNvPr id="1" name=""/>
        <p:cNvGrpSpPr/>
        <p:nvPr/>
      </p:nvGrpSpPr>
      <p:grpSpPr>
        <a:xfrm>
          <a:off x="0" y="0"/>
          <a:ext cx="0" cy="0"/>
          <a:chOff x="0" y="0"/>
          <a:chExt cx="0" cy="0"/>
        </a:xfrm>
      </p:grpSpPr>
      <p:graphicFrame>
        <p:nvGraphicFramePr>
          <p:cNvPr id="2" name="Objekt 12" hidden="1">
            <a:extLst>
              <a:ext uri="{FF2B5EF4-FFF2-40B4-BE49-F238E27FC236}">
                <a16:creationId xmlns:a16="http://schemas.microsoft.com/office/drawing/2014/main" id="{60DDFFA3-6F24-8A81-D5E4-D254E71A976C}"/>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80911" name="Objekt 12" hidden="1">
                        <a:extLst>
                          <a:ext uri="{FF2B5EF4-FFF2-40B4-BE49-F238E27FC236}">
                            <a16:creationId xmlns:a16="http://schemas.microsoft.com/office/drawing/2014/main" id="{CF397735-9BFF-64EE-181E-5E6D48627A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Rechteck 7">
            <a:extLst>
              <a:ext uri="{FF2B5EF4-FFF2-40B4-BE49-F238E27FC236}">
                <a16:creationId xmlns:a16="http://schemas.microsoft.com/office/drawing/2014/main" id="{AD475198-6BC0-735F-3A75-D3D6A51DCB86}"/>
              </a:ext>
            </a:extLst>
          </p:cNvPr>
          <p:cNvSpPr/>
          <p:nvPr userDrawn="1"/>
        </p:nvSpPr>
        <p:spPr>
          <a:xfrm>
            <a:off x="188913" y="441325"/>
            <a:ext cx="8769350" cy="4519613"/>
          </a:xfrm>
          <a:prstGeom prst="rect">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eaLnBrk="1" fontAlgn="auto" hangingPunct="1">
              <a:spcBef>
                <a:spcPts val="0"/>
              </a:spcBef>
              <a:spcAft>
                <a:spcPts val="0"/>
              </a:spcAft>
              <a:defRPr/>
            </a:pPr>
            <a:endParaRPr lang="en-GB" sz="1200" dirty="0">
              <a:solidFill>
                <a:schemeClr val="tx1"/>
              </a:solidFill>
            </a:endParaRPr>
          </a:p>
        </p:txBody>
      </p:sp>
      <p:grpSp>
        <p:nvGrpSpPr>
          <p:cNvPr id="4" name="Gruppieren 13">
            <a:extLst>
              <a:ext uri="{FF2B5EF4-FFF2-40B4-BE49-F238E27FC236}">
                <a16:creationId xmlns:a16="http://schemas.microsoft.com/office/drawing/2014/main" id="{FC6F2107-D005-5671-7548-F84F9A47BDCD}"/>
              </a:ext>
            </a:extLst>
          </p:cNvPr>
          <p:cNvGrpSpPr>
            <a:grpSpLocks/>
          </p:cNvGrpSpPr>
          <p:nvPr userDrawn="1"/>
        </p:nvGrpSpPr>
        <p:grpSpPr bwMode="auto">
          <a:xfrm>
            <a:off x="9542463" y="431800"/>
            <a:ext cx="1614487" cy="798513"/>
            <a:chOff x="9463668" y="1940312"/>
            <a:chExt cx="1614235" cy="797069"/>
          </a:xfrm>
        </p:grpSpPr>
        <p:sp>
          <p:nvSpPr>
            <p:cNvPr id="5" name="Textfeld 14">
              <a:extLst>
                <a:ext uri="{FF2B5EF4-FFF2-40B4-BE49-F238E27FC236}">
                  <a16:creationId xmlns:a16="http://schemas.microsoft.com/office/drawing/2014/main" id="{08CE1511-6900-47B3-9D72-03EA3F4F1C82}"/>
                </a:ext>
              </a:extLst>
            </p:cNvPr>
            <p:cNvSpPr txBox="1">
              <a:spLocks noChangeArrowheads="1"/>
            </p:cNvSpPr>
            <p:nvPr/>
          </p:nvSpPr>
          <p:spPr bwMode="auto">
            <a:xfrm>
              <a:off x="9463668" y="1940312"/>
              <a:ext cx="1614235" cy="797069"/>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black divider slide for white font.</a:t>
              </a:r>
            </a:p>
          </p:txBody>
        </p:sp>
        <p:sp>
          <p:nvSpPr>
            <p:cNvPr id="6" name="Freihandform: Form 122">
              <a:extLst>
                <a:ext uri="{FF2B5EF4-FFF2-40B4-BE49-F238E27FC236}">
                  <a16:creationId xmlns:a16="http://schemas.microsoft.com/office/drawing/2014/main" id="{15CFDA67-CC0E-17A9-2283-5702AFA1E3E5}"/>
                </a:ext>
              </a:extLst>
            </p:cNvPr>
            <p:cNvSpPr/>
            <p:nvPr/>
          </p:nvSpPr>
          <p:spPr>
            <a:xfrm>
              <a:off x="9516047" y="1994189"/>
              <a:ext cx="360307" cy="359711"/>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5"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9" name="Textplatzhalter 8"/>
          <p:cNvSpPr>
            <a:spLocks noGrp="1"/>
          </p:cNvSpPr>
          <p:nvPr>
            <p:ph type="body" sz="quarter" idx="13"/>
          </p:nvPr>
        </p:nvSpPr>
        <p:spPr>
          <a:xfrm>
            <a:off x="982662" y="4125566"/>
            <a:ext cx="7186612" cy="193899"/>
          </a:xfrm>
        </p:spPr>
        <p:txBody>
          <a:bodyPr/>
          <a:lstStyle>
            <a:lvl1pPr marL="0" indent="0" rtl="0">
              <a:buNone/>
              <a:defRPr sz="1400" b="0">
                <a:solidFill>
                  <a:schemeClr val="bg1"/>
                </a:solidFill>
              </a:defRPr>
            </a:lvl1pPr>
          </a:lstStyle>
          <a:p>
            <a:pPr lvl="0"/>
            <a:r>
              <a:rPr lang="en-US"/>
              <a:t>Click to edit Master text styles</a:t>
            </a:r>
          </a:p>
        </p:txBody>
      </p:sp>
      <p:sp>
        <p:nvSpPr>
          <p:cNvPr id="11" name="Titel 10"/>
          <p:cNvSpPr>
            <a:spLocks noGrp="1"/>
          </p:cNvSpPr>
          <p:nvPr>
            <p:ph type="title"/>
          </p:nvPr>
        </p:nvSpPr>
        <p:spPr>
          <a:xfrm>
            <a:off x="978102" y="3449702"/>
            <a:ext cx="7185713" cy="541687"/>
          </a:xfrm>
        </p:spPr>
        <p:txBody>
          <a:bodyPr anchor="b"/>
          <a:lstStyle>
            <a:lvl1pPr rtl="0">
              <a:lnSpc>
                <a:spcPct val="80000"/>
              </a:lnSpc>
              <a:defRPr sz="4400">
                <a:solidFill>
                  <a:schemeClr val="bg1"/>
                </a:solidFill>
              </a:defRPr>
            </a:lvl1pPr>
          </a:lstStyle>
          <a:p>
            <a:r>
              <a:rPr lang="en-US"/>
              <a:t>Click to edit Master title style</a:t>
            </a:r>
            <a:endParaRPr lang="en-GB" dirty="0"/>
          </a:p>
        </p:txBody>
      </p:sp>
      <p:sp>
        <p:nvSpPr>
          <p:cNvPr id="10" name="Textplatzhalter 4"/>
          <p:cNvSpPr>
            <a:spLocks noGrp="1"/>
          </p:cNvSpPr>
          <p:nvPr>
            <p:ph type="body" sz="quarter" idx="12"/>
          </p:nvPr>
        </p:nvSpPr>
        <p:spPr>
          <a:xfrm>
            <a:off x="3371850"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a:p>
            <a:pPr lvl="1"/>
            <a:r>
              <a:rPr lang="en-US"/>
              <a:t>Second level</a:t>
            </a:r>
          </a:p>
          <a:p>
            <a:pPr lvl="2"/>
            <a:r>
              <a:rPr lang="en-US"/>
              <a:t>Third level</a:t>
            </a:r>
          </a:p>
        </p:txBody>
      </p:sp>
      <p:sp>
        <p:nvSpPr>
          <p:cNvPr id="7" name="Fußzeilenplatzhalter 1">
            <a:extLst>
              <a:ext uri="{FF2B5EF4-FFF2-40B4-BE49-F238E27FC236}">
                <a16:creationId xmlns:a16="http://schemas.microsoft.com/office/drawing/2014/main" id="{BD4D97F6-42AD-EA5E-4B73-FD1BECCC55A6}"/>
              </a:ext>
            </a:extLst>
          </p:cNvPr>
          <p:cNvSpPr>
            <a:spLocks noGrp="1"/>
          </p:cNvSpPr>
          <p:nvPr>
            <p:ph type="ftr" sz="quarter" idx="14"/>
          </p:nvPr>
        </p:nvSpPr>
        <p:spPr/>
        <p:txBody>
          <a:bodyPr/>
          <a:lstStyle>
            <a:lvl1pPr rtl="0">
              <a:defRPr>
                <a:solidFill>
                  <a:schemeClr val="bg1"/>
                </a:solidFill>
              </a:defRPr>
            </a:lvl1pPr>
          </a:lstStyle>
          <a:p>
            <a:pPr>
              <a:defRPr/>
            </a:pPr>
            <a:r>
              <a:rPr lang="en-GB"/>
              <a:t>Type here if  add info needed  for every slide</a:t>
            </a:r>
          </a:p>
        </p:txBody>
      </p:sp>
      <p:sp>
        <p:nvSpPr>
          <p:cNvPr id="8" name="Datumsplatzhalter 28">
            <a:extLst>
              <a:ext uri="{FF2B5EF4-FFF2-40B4-BE49-F238E27FC236}">
                <a16:creationId xmlns:a16="http://schemas.microsoft.com/office/drawing/2014/main" id="{F881A386-8399-4116-E349-2494F5887158}"/>
              </a:ext>
            </a:extLst>
          </p:cNvPr>
          <p:cNvSpPr>
            <a:spLocks noGrp="1"/>
          </p:cNvSpPr>
          <p:nvPr>
            <p:ph type="dt" sz="half" idx="15"/>
          </p:nvPr>
        </p:nvSpPr>
        <p:spPr/>
        <p:txBody>
          <a:bodyPr/>
          <a:lstStyle>
            <a:lvl1pPr algn="l" rtl="0">
              <a:defRPr lang="de-DE" sz="600" b="1">
                <a:solidFill>
                  <a:srgbClr val="000000"/>
                </a:solidFill>
              </a:defRPr>
            </a:lvl1pPr>
          </a:lstStyle>
          <a:p>
            <a:pPr>
              <a:defRPr/>
            </a:pPr>
            <a:fld id="{F9529DD7-3A75-9A43-AA95-9F60A20C0C00}" type="datetime4">
              <a:rPr lang="en-GB"/>
              <a:pPr>
                <a:defRPr/>
              </a:pPr>
              <a:t>25 November 2025</a:t>
            </a:fld>
            <a:endParaRPr lang="en-GB" dirty="0"/>
          </a:p>
        </p:txBody>
      </p:sp>
    </p:spTree>
    <p:extLst>
      <p:ext uri="{BB962C8B-B14F-4D97-AF65-F5344CB8AC3E}">
        <p14:creationId xmlns:p14="http://schemas.microsoft.com/office/powerpoint/2010/main" val="391305881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icture 4 columns and text black">
    <p:spTree>
      <p:nvGrpSpPr>
        <p:cNvPr id="1" name=""/>
        <p:cNvGrpSpPr/>
        <p:nvPr/>
      </p:nvGrpSpPr>
      <p:grpSpPr>
        <a:xfrm>
          <a:off x="0" y="0"/>
          <a:ext cx="0" cy="0"/>
          <a:chOff x="0" y="0"/>
          <a:chExt cx="0" cy="0"/>
        </a:xfrm>
      </p:grpSpPr>
      <p:graphicFrame>
        <p:nvGraphicFramePr>
          <p:cNvPr id="2" name="Objekt 17" hidden="1">
            <a:extLst>
              <a:ext uri="{FF2B5EF4-FFF2-40B4-BE49-F238E27FC236}">
                <a16:creationId xmlns:a16="http://schemas.microsoft.com/office/drawing/2014/main" id="{CC4F5C29-5771-DE6D-D554-D3DC3DF1B981}"/>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81935" name="Objekt 17" hidden="1">
                        <a:extLst>
                          <a:ext uri="{FF2B5EF4-FFF2-40B4-BE49-F238E27FC236}">
                            <a16:creationId xmlns:a16="http://schemas.microsoft.com/office/drawing/2014/main" id="{6CE9879A-D12F-2EFB-76FD-2A65693845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Rechteck 9">
            <a:extLst>
              <a:ext uri="{FF2B5EF4-FFF2-40B4-BE49-F238E27FC236}">
                <a16:creationId xmlns:a16="http://schemas.microsoft.com/office/drawing/2014/main" id="{EADAC6F2-0FF0-FCDE-C6B5-9D43D1E99D63}"/>
              </a:ext>
            </a:extLst>
          </p:cNvPr>
          <p:cNvSpPr/>
          <p:nvPr userDrawn="1"/>
        </p:nvSpPr>
        <p:spPr>
          <a:xfrm>
            <a:off x="187325" y="441325"/>
            <a:ext cx="8770938" cy="4519613"/>
          </a:xfrm>
          <a:prstGeom prst="rect">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eaLnBrk="1" fontAlgn="auto" hangingPunct="1">
              <a:spcBef>
                <a:spcPts val="0"/>
              </a:spcBef>
              <a:spcAft>
                <a:spcPts val="0"/>
              </a:spcAft>
              <a:defRPr/>
            </a:pPr>
            <a:endParaRPr lang="en-GB" sz="1200" dirty="0">
              <a:solidFill>
                <a:schemeClr val="tx1"/>
              </a:solidFill>
            </a:endParaRPr>
          </a:p>
        </p:txBody>
      </p:sp>
      <p:grpSp>
        <p:nvGrpSpPr>
          <p:cNvPr id="5" name="Gruppieren 11">
            <a:extLst>
              <a:ext uri="{FF2B5EF4-FFF2-40B4-BE49-F238E27FC236}">
                <a16:creationId xmlns:a16="http://schemas.microsoft.com/office/drawing/2014/main" id="{C596243E-2FD1-CCD3-0BD0-A30E642771D9}"/>
              </a:ext>
            </a:extLst>
          </p:cNvPr>
          <p:cNvGrpSpPr>
            <a:grpSpLocks/>
          </p:cNvGrpSpPr>
          <p:nvPr userDrawn="1"/>
        </p:nvGrpSpPr>
        <p:grpSpPr bwMode="auto">
          <a:xfrm>
            <a:off x="9542463" y="431800"/>
            <a:ext cx="1614487" cy="1120775"/>
            <a:chOff x="9463668" y="1940312"/>
            <a:chExt cx="1614235" cy="1120234"/>
          </a:xfrm>
        </p:grpSpPr>
        <p:sp>
          <p:nvSpPr>
            <p:cNvPr id="7" name="Textfeld 12">
              <a:extLst>
                <a:ext uri="{FF2B5EF4-FFF2-40B4-BE49-F238E27FC236}">
                  <a16:creationId xmlns:a16="http://schemas.microsoft.com/office/drawing/2014/main" id="{CD101593-A192-626B-1FE6-B657386930EB}"/>
                </a:ext>
              </a:extLst>
            </p:cNvPr>
            <p:cNvSpPr txBox="1">
              <a:spLocks noChangeArrowheads="1"/>
            </p:cNvSpPr>
            <p:nvPr/>
          </p:nvSpPr>
          <p:spPr bwMode="auto">
            <a:xfrm>
              <a:off x="9463668" y="1940312"/>
              <a:ext cx="1614235" cy="1120234"/>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black slide for white text with image. Insert a 4 columns picture from the GFT image pack with the image placeholder or change image by right click.</a:t>
              </a:r>
            </a:p>
          </p:txBody>
        </p:sp>
        <p:sp>
          <p:nvSpPr>
            <p:cNvPr id="8" name="Freihandform: Form 122">
              <a:extLst>
                <a:ext uri="{FF2B5EF4-FFF2-40B4-BE49-F238E27FC236}">
                  <a16:creationId xmlns:a16="http://schemas.microsoft.com/office/drawing/2014/main" id="{0413BECC-D931-F8D5-9295-1FA1271A61BA}"/>
                </a:ext>
              </a:extLst>
            </p:cNvPr>
            <p:cNvSpPr/>
            <p:nvPr/>
          </p:nvSpPr>
          <p:spPr>
            <a:xfrm>
              <a:off x="9516047" y="1994261"/>
              <a:ext cx="360307" cy="360189"/>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5"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6" name="Titel 5"/>
          <p:cNvSpPr>
            <a:spLocks noGrp="1"/>
          </p:cNvSpPr>
          <p:nvPr>
            <p:ph type="title"/>
          </p:nvPr>
        </p:nvSpPr>
        <p:spPr>
          <a:xfrm>
            <a:off x="3790949" y="633413"/>
            <a:ext cx="4372865" cy="276999"/>
          </a:xfrm>
        </p:spPr>
        <p:txBody>
          <a:bodyPr/>
          <a:lstStyle>
            <a:lvl1pPr rtl="0">
              <a:defRPr sz="2000" b="1">
                <a:solidFill>
                  <a:schemeClr val="bg1"/>
                </a:solidFill>
              </a:defRPr>
            </a:lvl1pPr>
          </a:lstStyle>
          <a:p>
            <a:r>
              <a:rPr lang="en-US"/>
              <a:t>Click to edit Master title style</a:t>
            </a:r>
            <a:endParaRPr lang="en-GB" dirty="0"/>
          </a:p>
        </p:txBody>
      </p:sp>
      <p:sp>
        <p:nvSpPr>
          <p:cNvPr id="15" name="Bildplatzhalter 14"/>
          <p:cNvSpPr>
            <a:spLocks noGrp="1"/>
          </p:cNvSpPr>
          <p:nvPr>
            <p:ph type="pic" sz="quarter" idx="14"/>
          </p:nvPr>
        </p:nvSpPr>
        <p:spPr>
          <a:xfrm>
            <a:off x="188912" y="441325"/>
            <a:ext cx="3182731" cy="4519612"/>
          </a:xfrm>
          <a:solidFill>
            <a:schemeClr val="accent6"/>
          </a:solidFill>
        </p:spPr>
        <p:txBody>
          <a:bodyPr rtlCol="0">
            <a:noAutofit/>
          </a:bodyPr>
          <a:lstStyle>
            <a:lvl1pPr marL="0" indent="0" rtl="0">
              <a:buNone/>
              <a:defRPr sz="1200">
                <a:solidFill>
                  <a:schemeClr val="bg1"/>
                </a:solidFill>
              </a:defRPr>
            </a:lvl1pPr>
          </a:lstStyle>
          <a:p>
            <a:pPr lvl="0"/>
            <a:r>
              <a:rPr lang="en-US" noProof="0"/>
              <a:t>Click icon to add picture</a:t>
            </a:r>
            <a:endParaRPr lang="en-GB" noProof="0" dirty="0"/>
          </a:p>
        </p:txBody>
      </p:sp>
      <p:sp>
        <p:nvSpPr>
          <p:cNvPr id="3" name="Textplatzhalter 2"/>
          <p:cNvSpPr>
            <a:spLocks noGrp="1"/>
          </p:cNvSpPr>
          <p:nvPr>
            <p:ph type="body" sz="quarter" idx="15"/>
          </p:nvPr>
        </p:nvSpPr>
        <p:spPr>
          <a:xfrm>
            <a:off x="3790950" y="1264937"/>
            <a:ext cx="4378326" cy="1166473"/>
          </a:xfrm>
        </p:spPr>
        <p:txBody>
          <a:bodyPr/>
          <a:lstStyle>
            <a:lvl1pPr rtl="0">
              <a:buClr>
                <a:schemeClr val="bg1"/>
              </a:buClr>
              <a:defRPr>
                <a:solidFill>
                  <a:schemeClr val="bg1"/>
                </a:solidFill>
              </a:defRPr>
            </a:lvl1pPr>
            <a:lvl2pPr rtl="0">
              <a:buClr>
                <a:schemeClr val="bg1"/>
              </a:buClr>
              <a:defRPr>
                <a:solidFill>
                  <a:schemeClr val="bg1"/>
                </a:solidFill>
              </a:defRPr>
            </a:lvl2pPr>
            <a:lvl3pPr rtl="0">
              <a:buClr>
                <a:schemeClr val="bg1"/>
              </a:buClr>
              <a:defRPr>
                <a:solidFill>
                  <a:schemeClr val="bg1"/>
                </a:solidFill>
              </a:defRPr>
            </a:lvl3pPr>
            <a:lvl4pPr rtl="0">
              <a:buClr>
                <a:schemeClr val="bg1"/>
              </a:buClr>
              <a:defRPr>
                <a:solidFill>
                  <a:schemeClr val="bg1"/>
                </a:solidFill>
              </a:defRPr>
            </a:lvl4pPr>
            <a:lvl5pPr rtl="0">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extplatzhalter 4"/>
          <p:cNvSpPr>
            <a:spLocks noGrp="1"/>
          </p:cNvSpPr>
          <p:nvPr>
            <p:ph type="body" sz="quarter" idx="12"/>
          </p:nvPr>
        </p:nvSpPr>
        <p:spPr>
          <a:xfrm>
            <a:off x="3371850"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a:p>
            <a:pPr lvl="1"/>
            <a:r>
              <a:rPr lang="en-US"/>
              <a:t>Second level</a:t>
            </a:r>
          </a:p>
          <a:p>
            <a:pPr lvl="2"/>
            <a:r>
              <a:rPr lang="en-US"/>
              <a:t>Third level</a:t>
            </a:r>
          </a:p>
        </p:txBody>
      </p:sp>
      <p:sp>
        <p:nvSpPr>
          <p:cNvPr id="10" name="Fußzeilenplatzhalter 1">
            <a:extLst>
              <a:ext uri="{FF2B5EF4-FFF2-40B4-BE49-F238E27FC236}">
                <a16:creationId xmlns:a16="http://schemas.microsoft.com/office/drawing/2014/main" id="{3870385E-8B5B-91A9-F88A-17918AC2C162}"/>
              </a:ext>
            </a:extLst>
          </p:cNvPr>
          <p:cNvSpPr>
            <a:spLocks noGrp="1"/>
          </p:cNvSpPr>
          <p:nvPr>
            <p:ph type="ftr" sz="quarter" idx="16"/>
          </p:nvPr>
        </p:nvSpPr>
        <p:spPr/>
        <p:txBody>
          <a:bodyPr/>
          <a:lstStyle>
            <a:lvl1pPr rtl="0">
              <a:defRPr/>
            </a:lvl1pPr>
          </a:lstStyle>
          <a:p>
            <a:pPr>
              <a:defRPr/>
            </a:pPr>
            <a:r>
              <a:rPr lang="en-GB"/>
              <a:t>Type here if  add info needed  for every slide</a:t>
            </a:r>
          </a:p>
        </p:txBody>
      </p:sp>
      <p:sp>
        <p:nvSpPr>
          <p:cNvPr id="11" name="Datumsplatzhalter 28">
            <a:extLst>
              <a:ext uri="{FF2B5EF4-FFF2-40B4-BE49-F238E27FC236}">
                <a16:creationId xmlns:a16="http://schemas.microsoft.com/office/drawing/2014/main" id="{F0484961-5FE1-2D37-679D-BA0881F8167A}"/>
              </a:ext>
            </a:extLst>
          </p:cNvPr>
          <p:cNvSpPr>
            <a:spLocks noGrp="1"/>
          </p:cNvSpPr>
          <p:nvPr>
            <p:ph type="dt" sz="half" idx="17"/>
          </p:nvPr>
        </p:nvSpPr>
        <p:spPr/>
        <p:txBody>
          <a:bodyPr/>
          <a:lstStyle>
            <a:lvl1pPr algn="l" rtl="0">
              <a:defRPr lang="de-DE" sz="600" b="1">
                <a:solidFill>
                  <a:srgbClr val="000000"/>
                </a:solidFill>
              </a:defRPr>
            </a:lvl1pPr>
          </a:lstStyle>
          <a:p>
            <a:pPr>
              <a:defRPr/>
            </a:pPr>
            <a:fld id="{D981B0EA-AAE0-B046-AE54-4E9259DFD8AB}" type="datetime4">
              <a:rPr lang="en-GB"/>
              <a:pPr>
                <a:defRPr/>
              </a:pPr>
              <a:t>25 November 2025</a:t>
            </a:fld>
            <a:endParaRPr lang="en-GB" dirty="0"/>
          </a:p>
        </p:txBody>
      </p:sp>
    </p:spTree>
    <p:extLst>
      <p:ext uri="{BB962C8B-B14F-4D97-AF65-F5344CB8AC3E}">
        <p14:creationId xmlns:p14="http://schemas.microsoft.com/office/powerpoint/2010/main" val="20945729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icture 8 columns and text black">
    <p:spTree>
      <p:nvGrpSpPr>
        <p:cNvPr id="1" name=""/>
        <p:cNvGrpSpPr/>
        <p:nvPr/>
      </p:nvGrpSpPr>
      <p:grpSpPr>
        <a:xfrm>
          <a:off x="0" y="0"/>
          <a:ext cx="0" cy="0"/>
          <a:chOff x="0" y="0"/>
          <a:chExt cx="0" cy="0"/>
        </a:xfrm>
      </p:grpSpPr>
      <p:graphicFrame>
        <p:nvGraphicFramePr>
          <p:cNvPr id="2" name="Objekt 17" hidden="1">
            <a:extLst>
              <a:ext uri="{FF2B5EF4-FFF2-40B4-BE49-F238E27FC236}">
                <a16:creationId xmlns:a16="http://schemas.microsoft.com/office/drawing/2014/main" id="{71E32D13-5851-4B92-7B18-DC3D7B763914}"/>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82959" name="Objekt 17" hidden="1">
                        <a:extLst>
                          <a:ext uri="{FF2B5EF4-FFF2-40B4-BE49-F238E27FC236}">
                            <a16:creationId xmlns:a16="http://schemas.microsoft.com/office/drawing/2014/main" id="{30D539A0-AD09-FCA9-8B01-B098663750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Rechteck 15">
            <a:extLst>
              <a:ext uri="{FF2B5EF4-FFF2-40B4-BE49-F238E27FC236}">
                <a16:creationId xmlns:a16="http://schemas.microsoft.com/office/drawing/2014/main" id="{E745A582-0C37-EAB9-5283-92237E123102}"/>
              </a:ext>
            </a:extLst>
          </p:cNvPr>
          <p:cNvSpPr/>
          <p:nvPr userDrawn="1"/>
        </p:nvSpPr>
        <p:spPr>
          <a:xfrm>
            <a:off x="188913" y="441325"/>
            <a:ext cx="8769350" cy="4519613"/>
          </a:xfrm>
          <a:prstGeom prst="rect">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eaLnBrk="1" fontAlgn="auto" hangingPunct="1">
              <a:spcBef>
                <a:spcPts val="0"/>
              </a:spcBef>
              <a:spcAft>
                <a:spcPts val="0"/>
              </a:spcAft>
              <a:defRPr/>
            </a:pPr>
            <a:endParaRPr lang="en-GB" sz="1200" dirty="0">
              <a:solidFill>
                <a:schemeClr val="tx1"/>
              </a:solidFill>
            </a:endParaRPr>
          </a:p>
        </p:txBody>
      </p:sp>
      <p:grpSp>
        <p:nvGrpSpPr>
          <p:cNvPr id="5" name="Gruppieren 9">
            <a:extLst>
              <a:ext uri="{FF2B5EF4-FFF2-40B4-BE49-F238E27FC236}">
                <a16:creationId xmlns:a16="http://schemas.microsoft.com/office/drawing/2014/main" id="{7BEFB73C-5395-F424-5A79-BFC43338936F}"/>
              </a:ext>
            </a:extLst>
          </p:cNvPr>
          <p:cNvGrpSpPr>
            <a:grpSpLocks/>
          </p:cNvGrpSpPr>
          <p:nvPr userDrawn="1"/>
        </p:nvGrpSpPr>
        <p:grpSpPr bwMode="auto">
          <a:xfrm>
            <a:off x="9542463" y="431800"/>
            <a:ext cx="1614487" cy="1120775"/>
            <a:chOff x="9463668" y="1940312"/>
            <a:chExt cx="1614235" cy="1120234"/>
          </a:xfrm>
        </p:grpSpPr>
        <p:sp>
          <p:nvSpPr>
            <p:cNvPr id="7" name="Textfeld 11">
              <a:extLst>
                <a:ext uri="{FF2B5EF4-FFF2-40B4-BE49-F238E27FC236}">
                  <a16:creationId xmlns:a16="http://schemas.microsoft.com/office/drawing/2014/main" id="{B8051800-39DA-A4F0-0C3D-2EF633D1E272}"/>
                </a:ext>
              </a:extLst>
            </p:cNvPr>
            <p:cNvSpPr txBox="1">
              <a:spLocks noChangeArrowheads="1"/>
            </p:cNvSpPr>
            <p:nvPr/>
          </p:nvSpPr>
          <p:spPr bwMode="auto">
            <a:xfrm>
              <a:off x="9463668" y="1940312"/>
              <a:ext cx="1614235" cy="1120234"/>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black slide for image with white text. Insert an 8 columns picture from the GFT image pack with the image placeholder or change image by right click.</a:t>
              </a:r>
            </a:p>
          </p:txBody>
        </p:sp>
        <p:sp>
          <p:nvSpPr>
            <p:cNvPr id="8" name="Freihandform: Form 122">
              <a:extLst>
                <a:ext uri="{FF2B5EF4-FFF2-40B4-BE49-F238E27FC236}">
                  <a16:creationId xmlns:a16="http://schemas.microsoft.com/office/drawing/2014/main" id="{8B0AB585-EA14-A477-AC76-8DDB957CD21B}"/>
                </a:ext>
              </a:extLst>
            </p:cNvPr>
            <p:cNvSpPr/>
            <p:nvPr/>
          </p:nvSpPr>
          <p:spPr>
            <a:xfrm>
              <a:off x="9516047" y="1994261"/>
              <a:ext cx="360307" cy="360189"/>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5"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15" name="Bildplatzhalter 14"/>
          <p:cNvSpPr>
            <a:spLocks noGrp="1"/>
          </p:cNvSpPr>
          <p:nvPr>
            <p:ph type="pic" sz="quarter" idx="14"/>
          </p:nvPr>
        </p:nvSpPr>
        <p:spPr>
          <a:xfrm>
            <a:off x="188912" y="441325"/>
            <a:ext cx="6378575" cy="4519613"/>
          </a:xfrm>
          <a:solidFill>
            <a:schemeClr val="accent6"/>
          </a:solidFill>
        </p:spPr>
        <p:txBody>
          <a:bodyPr rtlCol="0">
            <a:noAutofit/>
          </a:bodyPr>
          <a:lstStyle>
            <a:lvl1pPr marL="0" indent="0" rtl="0">
              <a:buNone/>
              <a:defRPr sz="1200">
                <a:solidFill>
                  <a:schemeClr val="bg1"/>
                </a:solidFill>
              </a:defRPr>
            </a:lvl1pPr>
          </a:lstStyle>
          <a:p>
            <a:pPr lvl="0"/>
            <a:r>
              <a:rPr lang="en-US" noProof="0"/>
              <a:t>Click icon to add picture</a:t>
            </a:r>
            <a:endParaRPr lang="en-GB" noProof="0" dirty="0"/>
          </a:p>
        </p:txBody>
      </p:sp>
      <p:sp>
        <p:nvSpPr>
          <p:cNvPr id="6" name="Titel 5"/>
          <p:cNvSpPr>
            <a:spLocks noGrp="1"/>
          </p:cNvSpPr>
          <p:nvPr>
            <p:ph type="title"/>
          </p:nvPr>
        </p:nvSpPr>
        <p:spPr>
          <a:xfrm>
            <a:off x="6930391" y="633413"/>
            <a:ext cx="1648460" cy="276999"/>
          </a:xfrm>
        </p:spPr>
        <p:txBody>
          <a:bodyPr/>
          <a:lstStyle>
            <a:lvl1pPr rtl="0">
              <a:defRPr sz="2000" b="1">
                <a:solidFill>
                  <a:schemeClr val="bg1"/>
                </a:solidFill>
              </a:defRPr>
            </a:lvl1pPr>
          </a:lstStyle>
          <a:p>
            <a:r>
              <a:rPr lang="en-US"/>
              <a:t>Click to edit Master title style</a:t>
            </a:r>
            <a:endParaRPr lang="en-GB" dirty="0"/>
          </a:p>
        </p:txBody>
      </p:sp>
      <p:sp>
        <p:nvSpPr>
          <p:cNvPr id="3" name="Textplatzhalter 2"/>
          <p:cNvSpPr>
            <a:spLocks noGrp="1"/>
          </p:cNvSpPr>
          <p:nvPr>
            <p:ph type="body" sz="quarter" idx="15"/>
          </p:nvPr>
        </p:nvSpPr>
        <p:spPr>
          <a:xfrm>
            <a:off x="6930391" y="1265238"/>
            <a:ext cx="1648460" cy="1158875"/>
          </a:xfrm>
        </p:spPr>
        <p:txBody>
          <a:bodyPr/>
          <a:lstStyle>
            <a:lvl1pPr rtl="0">
              <a:buClr>
                <a:schemeClr val="bg1"/>
              </a:buClr>
              <a:defRPr>
                <a:solidFill>
                  <a:schemeClr val="bg1"/>
                </a:solidFill>
              </a:defRPr>
            </a:lvl1pPr>
            <a:lvl2pPr rtl="0">
              <a:buClr>
                <a:schemeClr val="bg1"/>
              </a:buClr>
              <a:defRPr>
                <a:solidFill>
                  <a:schemeClr val="bg1"/>
                </a:solidFill>
              </a:defRPr>
            </a:lvl2pPr>
            <a:lvl3pPr rtl="0">
              <a:buClr>
                <a:schemeClr val="bg1"/>
              </a:buClr>
              <a:defRPr>
                <a:solidFill>
                  <a:schemeClr val="bg1"/>
                </a:solidFill>
              </a:defRPr>
            </a:lvl3pPr>
            <a:lvl4pPr rtl="0">
              <a:buClr>
                <a:schemeClr val="bg1"/>
              </a:buClr>
              <a:defRPr>
                <a:solidFill>
                  <a:schemeClr val="bg1"/>
                </a:solidFill>
              </a:defRPr>
            </a:lvl4pPr>
            <a:lvl5pPr rtl="0">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extplatzhalter 4"/>
          <p:cNvSpPr>
            <a:spLocks noGrp="1"/>
          </p:cNvSpPr>
          <p:nvPr>
            <p:ph type="body" sz="quarter" idx="12"/>
          </p:nvPr>
        </p:nvSpPr>
        <p:spPr>
          <a:xfrm>
            <a:off x="3371850"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a:p>
            <a:pPr lvl="1"/>
            <a:r>
              <a:rPr lang="en-US"/>
              <a:t>Second level</a:t>
            </a:r>
          </a:p>
          <a:p>
            <a:pPr lvl="2"/>
            <a:r>
              <a:rPr lang="en-US"/>
              <a:t>Third level</a:t>
            </a:r>
          </a:p>
        </p:txBody>
      </p:sp>
      <p:sp>
        <p:nvSpPr>
          <p:cNvPr id="10" name="Fußzeilenplatzhalter 1">
            <a:extLst>
              <a:ext uri="{FF2B5EF4-FFF2-40B4-BE49-F238E27FC236}">
                <a16:creationId xmlns:a16="http://schemas.microsoft.com/office/drawing/2014/main" id="{DC2753A7-E825-6B34-FB04-1610EDAA18A3}"/>
              </a:ext>
            </a:extLst>
          </p:cNvPr>
          <p:cNvSpPr>
            <a:spLocks noGrp="1"/>
          </p:cNvSpPr>
          <p:nvPr>
            <p:ph type="ftr" sz="quarter" idx="16"/>
          </p:nvPr>
        </p:nvSpPr>
        <p:spPr/>
        <p:txBody>
          <a:bodyPr/>
          <a:lstStyle>
            <a:lvl1pPr rtl="0">
              <a:defRPr/>
            </a:lvl1pPr>
          </a:lstStyle>
          <a:p>
            <a:pPr>
              <a:defRPr/>
            </a:pPr>
            <a:r>
              <a:rPr lang="en-GB"/>
              <a:t>Type here if  add info needed  for every slide</a:t>
            </a:r>
          </a:p>
        </p:txBody>
      </p:sp>
      <p:sp>
        <p:nvSpPr>
          <p:cNvPr id="11" name="Datumsplatzhalter 28">
            <a:extLst>
              <a:ext uri="{FF2B5EF4-FFF2-40B4-BE49-F238E27FC236}">
                <a16:creationId xmlns:a16="http://schemas.microsoft.com/office/drawing/2014/main" id="{2AA28E4E-0418-D17C-6402-174CEF828993}"/>
              </a:ext>
            </a:extLst>
          </p:cNvPr>
          <p:cNvSpPr>
            <a:spLocks noGrp="1"/>
          </p:cNvSpPr>
          <p:nvPr>
            <p:ph type="dt" sz="half" idx="17"/>
          </p:nvPr>
        </p:nvSpPr>
        <p:spPr/>
        <p:txBody>
          <a:bodyPr/>
          <a:lstStyle>
            <a:lvl1pPr algn="l" rtl="0">
              <a:defRPr lang="de-DE" sz="600" b="1">
                <a:solidFill>
                  <a:srgbClr val="000000"/>
                </a:solidFill>
              </a:defRPr>
            </a:lvl1pPr>
          </a:lstStyle>
          <a:p>
            <a:pPr>
              <a:defRPr/>
            </a:pPr>
            <a:fld id="{D1DE447B-8C11-0E46-AA23-A27903A1929E}" type="datetime4">
              <a:rPr lang="en-GB"/>
              <a:pPr>
                <a:defRPr/>
              </a:pPr>
              <a:t>25 November 2025</a:t>
            </a:fld>
            <a:endParaRPr lang="en-GB" dirty="0"/>
          </a:p>
        </p:txBody>
      </p:sp>
    </p:spTree>
    <p:extLst>
      <p:ext uri="{BB962C8B-B14F-4D97-AF65-F5344CB8AC3E}">
        <p14:creationId xmlns:p14="http://schemas.microsoft.com/office/powerpoint/2010/main" val="174747231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Message on picture 8 columns right black">
    <p:spTree>
      <p:nvGrpSpPr>
        <p:cNvPr id="1" name=""/>
        <p:cNvGrpSpPr/>
        <p:nvPr/>
      </p:nvGrpSpPr>
      <p:grpSpPr>
        <a:xfrm>
          <a:off x="0" y="0"/>
          <a:ext cx="0" cy="0"/>
          <a:chOff x="0" y="0"/>
          <a:chExt cx="0" cy="0"/>
        </a:xfrm>
      </p:grpSpPr>
      <p:graphicFrame>
        <p:nvGraphicFramePr>
          <p:cNvPr id="2" name="Objekt 17" hidden="1">
            <a:extLst>
              <a:ext uri="{FF2B5EF4-FFF2-40B4-BE49-F238E27FC236}">
                <a16:creationId xmlns:a16="http://schemas.microsoft.com/office/drawing/2014/main" id="{1BEE976B-A89F-3BFC-DD56-93039F96CDC1}"/>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83983" name="Objekt 17" hidden="1">
                        <a:extLst>
                          <a:ext uri="{FF2B5EF4-FFF2-40B4-BE49-F238E27FC236}">
                            <a16:creationId xmlns:a16="http://schemas.microsoft.com/office/drawing/2014/main" id="{8656E201-28B9-164D-EA4A-381D32FB2D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Rechteck 9">
            <a:extLst>
              <a:ext uri="{FF2B5EF4-FFF2-40B4-BE49-F238E27FC236}">
                <a16:creationId xmlns:a16="http://schemas.microsoft.com/office/drawing/2014/main" id="{ECA3DBEE-92C9-E02E-BDE4-CC541FF45287}"/>
              </a:ext>
            </a:extLst>
          </p:cNvPr>
          <p:cNvSpPr/>
          <p:nvPr userDrawn="1"/>
        </p:nvSpPr>
        <p:spPr>
          <a:xfrm>
            <a:off x="188913" y="441325"/>
            <a:ext cx="8772525" cy="4519613"/>
          </a:xfrm>
          <a:prstGeom prst="rect">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eaLnBrk="1" fontAlgn="auto" hangingPunct="1">
              <a:spcBef>
                <a:spcPts val="0"/>
              </a:spcBef>
              <a:spcAft>
                <a:spcPts val="0"/>
              </a:spcAft>
              <a:defRPr/>
            </a:pPr>
            <a:endParaRPr lang="en-GB" sz="1200" dirty="0">
              <a:solidFill>
                <a:schemeClr val="tx1"/>
              </a:solidFill>
            </a:endParaRPr>
          </a:p>
        </p:txBody>
      </p:sp>
      <p:sp>
        <p:nvSpPr>
          <p:cNvPr id="5" name="Freihandform: Form 12">
            <a:extLst>
              <a:ext uri="{FF2B5EF4-FFF2-40B4-BE49-F238E27FC236}">
                <a16:creationId xmlns:a16="http://schemas.microsoft.com/office/drawing/2014/main" id="{34F330EF-5187-9F53-9EC9-552F0506C302}"/>
              </a:ext>
            </a:extLst>
          </p:cNvPr>
          <p:cNvSpPr>
            <a:spLocks/>
          </p:cNvSpPr>
          <p:nvPr userDrawn="1"/>
        </p:nvSpPr>
        <p:spPr bwMode="gray">
          <a:xfrm>
            <a:off x="981075" y="2376488"/>
            <a:ext cx="144463" cy="144462"/>
          </a:xfrm>
          <a:custGeom>
            <a:avLst/>
            <a:gdLst>
              <a:gd name="connsiteX0" fmla="*/ 0 w 899961"/>
              <a:gd name="connsiteY0" fmla="*/ 0 h 899961"/>
              <a:gd name="connsiteX1" fmla="*/ 313261 w 899961"/>
              <a:gd name="connsiteY1" fmla="*/ 0 h 899961"/>
              <a:gd name="connsiteX2" fmla="*/ 899961 w 899961"/>
              <a:gd name="connsiteY2" fmla="*/ 0 h 899961"/>
              <a:gd name="connsiteX3" fmla="*/ 899961 w 899961"/>
              <a:gd name="connsiteY3" fmla="*/ 313261 h 899961"/>
              <a:gd name="connsiteX4" fmla="*/ 313261 w 899961"/>
              <a:gd name="connsiteY4" fmla="*/ 313261 h 899961"/>
              <a:gd name="connsiteX5" fmla="*/ 313261 w 899961"/>
              <a:gd name="connsiteY5" fmla="*/ 899961 h 899961"/>
              <a:gd name="connsiteX6" fmla="*/ 0 w 899961"/>
              <a:gd name="connsiteY6" fmla="*/ 899961 h 899961"/>
              <a:gd name="connsiteX7" fmla="*/ 0 w 899961"/>
              <a:gd name="connsiteY7" fmla="*/ 313261 h 899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9961" h="899961">
                <a:moveTo>
                  <a:pt x="0" y="0"/>
                </a:moveTo>
                <a:lnTo>
                  <a:pt x="313261" y="0"/>
                </a:lnTo>
                <a:lnTo>
                  <a:pt x="899961" y="0"/>
                </a:lnTo>
                <a:lnTo>
                  <a:pt x="899961" y="313261"/>
                </a:lnTo>
                <a:lnTo>
                  <a:pt x="313261" y="313261"/>
                </a:lnTo>
                <a:lnTo>
                  <a:pt x="313261" y="899961"/>
                </a:lnTo>
                <a:lnTo>
                  <a:pt x="0" y="899961"/>
                </a:lnTo>
                <a:lnTo>
                  <a:pt x="0" y="313261"/>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eaLnBrk="1" fontAlgn="auto" hangingPunct="1">
              <a:spcBef>
                <a:spcPts val="0"/>
              </a:spcBef>
              <a:spcAft>
                <a:spcPts val="0"/>
              </a:spcAft>
              <a:defRPr/>
            </a:pPr>
            <a:endParaRPr lang="en-GB" sz="1200" dirty="0">
              <a:solidFill>
                <a:schemeClr val="tx1"/>
              </a:solidFill>
            </a:endParaRPr>
          </a:p>
        </p:txBody>
      </p:sp>
      <p:grpSp>
        <p:nvGrpSpPr>
          <p:cNvPr id="7" name="Gruppieren 11">
            <a:extLst>
              <a:ext uri="{FF2B5EF4-FFF2-40B4-BE49-F238E27FC236}">
                <a16:creationId xmlns:a16="http://schemas.microsoft.com/office/drawing/2014/main" id="{C989D83C-8A1D-15BE-9CC0-F7A17BDDDFE1}"/>
              </a:ext>
            </a:extLst>
          </p:cNvPr>
          <p:cNvGrpSpPr>
            <a:grpSpLocks/>
          </p:cNvGrpSpPr>
          <p:nvPr userDrawn="1"/>
        </p:nvGrpSpPr>
        <p:grpSpPr bwMode="auto">
          <a:xfrm>
            <a:off x="9542463" y="431800"/>
            <a:ext cx="1614487" cy="1444625"/>
            <a:chOff x="9463668" y="1940312"/>
            <a:chExt cx="1614235" cy="1443399"/>
          </a:xfrm>
        </p:grpSpPr>
        <p:sp>
          <p:nvSpPr>
            <p:cNvPr id="8" name="Textfeld 13">
              <a:extLst>
                <a:ext uri="{FF2B5EF4-FFF2-40B4-BE49-F238E27FC236}">
                  <a16:creationId xmlns:a16="http://schemas.microsoft.com/office/drawing/2014/main" id="{5E6676E8-4A84-B66E-DC0C-85939C81235B}"/>
                </a:ext>
              </a:extLst>
            </p:cNvPr>
            <p:cNvSpPr txBox="1">
              <a:spLocks noChangeArrowheads="1"/>
            </p:cNvSpPr>
            <p:nvPr/>
          </p:nvSpPr>
          <p:spPr bwMode="auto">
            <a:xfrm>
              <a:off x="9463668" y="1940312"/>
              <a:ext cx="1614235" cy="1443399"/>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black slide for an image with white key message text. Insert an 8 columns picture from the GFT image pack with the image placeholder or change image by right click. Make sure there is no other text than heading and sub-heading on the slide.</a:t>
              </a:r>
            </a:p>
          </p:txBody>
        </p:sp>
        <p:sp>
          <p:nvSpPr>
            <p:cNvPr id="10" name="Freihandform: Form 122">
              <a:extLst>
                <a:ext uri="{FF2B5EF4-FFF2-40B4-BE49-F238E27FC236}">
                  <a16:creationId xmlns:a16="http://schemas.microsoft.com/office/drawing/2014/main" id="{8B34545F-2111-4D31-845F-6D196D70F463}"/>
                </a:ext>
              </a:extLst>
            </p:cNvPr>
            <p:cNvSpPr/>
            <p:nvPr/>
          </p:nvSpPr>
          <p:spPr>
            <a:xfrm>
              <a:off x="9516047" y="1994241"/>
              <a:ext cx="360307" cy="360057"/>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5"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15" name="Bildplatzhalter 14"/>
          <p:cNvSpPr>
            <a:spLocks noGrp="1"/>
          </p:cNvSpPr>
          <p:nvPr>
            <p:ph type="pic" sz="quarter" idx="14"/>
          </p:nvPr>
        </p:nvSpPr>
        <p:spPr>
          <a:xfrm>
            <a:off x="2582862" y="441325"/>
            <a:ext cx="6378575" cy="4519613"/>
          </a:xfrm>
          <a:solidFill>
            <a:schemeClr val="accent6"/>
          </a:solidFill>
        </p:spPr>
        <p:txBody>
          <a:bodyPr rtlCol="0">
            <a:noAutofit/>
          </a:bodyPr>
          <a:lstStyle>
            <a:lvl1pPr marL="0" indent="0" rtl="0">
              <a:buNone/>
              <a:defRPr sz="1200">
                <a:solidFill>
                  <a:schemeClr val="bg1"/>
                </a:solidFill>
              </a:defRPr>
            </a:lvl1pPr>
          </a:lstStyle>
          <a:p>
            <a:pPr lvl="0"/>
            <a:r>
              <a:rPr lang="en-US" noProof="0"/>
              <a:t>Click icon to add picture</a:t>
            </a:r>
            <a:endParaRPr lang="en-GB" noProof="0" dirty="0"/>
          </a:p>
        </p:txBody>
      </p:sp>
      <p:sp>
        <p:nvSpPr>
          <p:cNvPr id="6" name="Titel 5"/>
          <p:cNvSpPr>
            <a:spLocks noGrp="1"/>
          </p:cNvSpPr>
          <p:nvPr>
            <p:ph type="title"/>
          </p:nvPr>
        </p:nvSpPr>
        <p:spPr>
          <a:xfrm>
            <a:off x="976312" y="2041702"/>
            <a:ext cx="3195637" cy="276999"/>
          </a:xfrm>
        </p:spPr>
        <p:txBody>
          <a:bodyPr anchor="b"/>
          <a:lstStyle>
            <a:lvl1pPr rtl="0">
              <a:defRPr sz="2000" b="1">
                <a:solidFill>
                  <a:schemeClr val="bg1"/>
                </a:solidFill>
              </a:defRPr>
            </a:lvl1pPr>
          </a:lstStyle>
          <a:p>
            <a:r>
              <a:rPr lang="en-US"/>
              <a:t>Click to edit Master title style</a:t>
            </a:r>
            <a:endParaRPr lang="en-GB" dirty="0"/>
          </a:p>
        </p:txBody>
      </p:sp>
      <p:sp>
        <p:nvSpPr>
          <p:cNvPr id="3" name="Textplatzhalter 2"/>
          <p:cNvSpPr>
            <a:spLocks noGrp="1"/>
          </p:cNvSpPr>
          <p:nvPr>
            <p:ph type="body" sz="quarter" idx="15"/>
          </p:nvPr>
        </p:nvSpPr>
        <p:spPr>
          <a:xfrm>
            <a:off x="976312" y="2622387"/>
            <a:ext cx="3195637" cy="193899"/>
          </a:xfrm>
        </p:spPr>
        <p:txBody>
          <a:bodyPr/>
          <a:lstStyle>
            <a:lvl1pPr marL="0" indent="0" rtl="0">
              <a:buNone/>
              <a:defRPr>
                <a:solidFill>
                  <a:schemeClr val="bg1"/>
                </a:solidFill>
              </a:defRPr>
            </a:lvl1pPr>
          </a:lstStyle>
          <a:p>
            <a:pPr lvl="0"/>
            <a:r>
              <a:rPr lang="en-US"/>
              <a:t>Click to edit Master text styles</a:t>
            </a:r>
          </a:p>
        </p:txBody>
      </p:sp>
      <p:sp>
        <p:nvSpPr>
          <p:cNvPr id="9" name="Textplatzhalter 4"/>
          <p:cNvSpPr>
            <a:spLocks noGrp="1"/>
          </p:cNvSpPr>
          <p:nvPr>
            <p:ph type="body" sz="quarter" idx="12"/>
          </p:nvPr>
        </p:nvSpPr>
        <p:spPr>
          <a:xfrm>
            <a:off x="3371850"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a:p>
            <a:pPr lvl="1"/>
            <a:r>
              <a:rPr lang="en-US"/>
              <a:t>Second level</a:t>
            </a:r>
          </a:p>
          <a:p>
            <a:pPr lvl="2"/>
            <a:r>
              <a:rPr lang="en-US"/>
              <a:t>Third level</a:t>
            </a:r>
          </a:p>
        </p:txBody>
      </p:sp>
      <p:sp>
        <p:nvSpPr>
          <p:cNvPr id="11" name="Fußzeilenplatzhalter 1">
            <a:extLst>
              <a:ext uri="{FF2B5EF4-FFF2-40B4-BE49-F238E27FC236}">
                <a16:creationId xmlns:a16="http://schemas.microsoft.com/office/drawing/2014/main" id="{EB15C4A5-B266-FACB-A5E4-10459A05A948}"/>
              </a:ext>
            </a:extLst>
          </p:cNvPr>
          <p:cNvSpPr>
            <a:spLocks noGrp="1"/>
          </p:cNvSpPr>
          <p:nvPr>
            <p:ph type="ftr" sz="quarter" idx="16"/>
          </p:nvPr>
        </p:nvSpPr>
        <p:spPr/>
        <p:txBody>
          <a:bodyPr/>
          <a:lstStyle>
            <a:lvl1pPr rtl="0">
              <a:defRPr/>
            </a:lvl1pPr>
          </a:lstStyle>
          <a:p>
            <a:pPr>
              <a:defRPr/>
            </a:pPr>
            <a:r>
              <a:rPr lang="en-GB"/>
              <a:t>Type here if  add info needed  for every slide</a:t>
            </a:r>
          </a:p>
        </p:txBody>
      </p:sp>
      <p:sp>
        <p:nvSpPr>
          <p:cNvPr id="12" name="Datumsplatzhalter 28">
            <a:extLst>
              <a:ext uri="{FF2B5EF4-FFF2-40B4-BE49-F238E27FC236}">
                <a16:creationId xmlns:a16="http://schemas.microsoft.com/office/drawing/2014/main" id="{1C9BA183-6682-E085-DC2F-0F0059C76876}"/>
              </a:ext>
            </a:extLst>
          </p:cNvPr>
          <p:cNvSpPr>
            <a:spLocks noGrp="1"/>
          </p:cNvSpPr>
          <p:nvPr>
            <p:ph type="dt" sz="half" idx="17"/>
          </p:nvPr>
        </p:nvSpPr>
        <p:spPr/>
        <p:txBody>
          <a:bodyPr/>
          <a:lstStyle>
            <a:lvl1pPr algn="l" rtl="0">
              <a:defRPr lang="de-DE" sz="600" b="1">
                <a:solidFill>
                  <a:srgbClr val="000000"/>
                </a:solidFill>
              </a:defRPr>
            </a:lvl1pPr>
          </a:lstStyle>
          <a:p>
            <a:pPr>
              <a:defRPr/>
            </a:pPr>
            <a:fld id="{98C1155C-E950-4045-AF95-5A9B189BB1E4}" type="datetime4">
              <a:rPr lang="en-GB"/>
              <a:pPr>
                <a:defRPr/>
              </a:pPr>
              <a:t>25 November 2025</a:t>
            </a:fld>
            <a:endParaRPr lang="en-GB" dirty="0"/>
          </a:p>
        </p:txBody>
      </p:sp>
    </p:spTree>
    <p:extLst>
      <p:ext uri="{BB962C8B-B14F-4D97-AF65-F5344CB8AC3E}">
        <p14:creationId xmlns:p14="http://schemas.microsoft.com/office/powerpoint/2010/main" val="326092596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essage on picture 8 columns left black">
    <p:spTree>
      <p:nvGrpSpPr>
        <p:cNvPr id="1" name=""/>
        <p:cNvGrpSpPr/>
        <p:nvPr/>
      </p:nvGrpSpPr>
      <p:grpSpPr>
        <a:xfrm>
          <a:off x="0" y="0"/>
          <a:ext cx="0" cy="0"/>
          <a:chOff x="0" y="0"/>
          <a:chExt cx="0" cy="0"/>
        </a:xfrm>
      </p:grpSpPr>
      <p:graphicFrame>
        <p:nvGraphicFramePr>
          <p:cNvPr id="2" name="Objekt 17" hidden="1">
            <a:extLst>
              <a:ext uri="{FF2B5EF4-FFF2-40B4-BE49-F238E27FC236}">
                <a16:creationId xmlns:a16="http://schemas.microsoft.com/office/drawing/2014/main" id="{BD0440C0-56B2-0172-E4A4-A6E9487D98BF}"/>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85007" name="Objekt 17" hidden="1">
                        <a:extLst>
                          <a:ext uri="{FF2B5EF4-FFF2-40B4-BE49-F238E27FC236}">
                            <a16:creationId xmlns:a16="http://schemas.microsoft.com/office/drawing/2014/main" id="{5C1A3FA0-8F49-86B1-92D5-4F76172E89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Rechteck 11">
            <a:extLst>
              <a:ext uri="{FF2B5EF4-FFF2-40B4-BE49-F238E27FC236}">
                <a16:creationId xmlns:a16="http://schemas.microsoft.com/office/drawing/2014/main" id="{7E5AE9CA-23FC-0A09-F526-26C49276C144}"/>
              </a:ext>
            </a:extLst>
          </p:cNvPr>
          <p:cNvSpPr/>
          <p:nvPr userDrawn="1"/>
        </p:nvSpPr>
        <p:spPr>
          <a:xfrm>
            <a:off x="188913" y="441325"/>
            <a:ext cx="8769350" cy="4519613"/>
          </a:xfrm>
          <a:prstGeom prst="rect">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eaLnBrk="1" fontAlgn="auto" hangingPunct="1">
              <a:spcBef>
                <a:spcPts val="0"/>
              </a:spcBef>
              <a:spcAft>
                <a:spcPts val="0"/>
              </a:spcAft>
              <a:defRPr/>
            </a:pPr>
            <a:endParaRPr lang="en-GB" sz="1200" dirty="0">
              <a:solidFill>
                <a:schemeClr val="tx1"/>
              </a:solidFill>
            </a:endParaRPr>
          </a:p>
        </p:txBody>
      </p:sp>
      <p:grpSp>
        <p:nvGrpSpPr>
          <p:cNvPr id="5" name="Gruppieren 9">
            <a:extLst>
              <a:ext uri="{FF2B5EF4-FFF2-40B4-BE49-F238E27FC236}">
                <a16:creationId xmlns:a16="http://schemas.microsoft.com/office/drawing/2014/main" id="{D417ECD3-1F0B-70C9-F241-C5461D19151C}"/>
              </a:ext>
            </a:extLst>
          </p:cNvPr>
          <p:cNvGrpSpPr>
            <a:grpSpLocks/>
          </p:cNvGrpSpPr>
          <p:nvPr userDrawn="1"/>
        </p:nvGrpSpPr>
        <p:grpSpPr bwMode="auto">
          <a:xfrm>
            <a:off x="9542463" y="431800"/>
            <a:ext cx="1614487" cy="1444625"/>
            <a:chOff x="9463668" y="1940312"/>
            <a:chExt cx="1614235" cy="1443399"/>
          </a:xfrm>
        </p:grpSpPr>
        <p:sp>
          <p:nvSpPr>
            <p:cNvPr id="7" name="Textfeld 13">
              <a:extLst>
                <a:ext uri="{FF2B5EF4-FFF2-40B4-BE49-F238E27FC236}">
                  <a16:creationId xmlns:a16="http://schemas.microsoft.com/office/drawing/2014/main" id="{8A2CE7F1-0C0D-76F6-E5E4-C6C8B94C7882}"/>
                </a:ext>
              </a:extLst>
            </p:cNvPr>
            <p:cNvSpPr txBox="1">
              <a:spLocks noChangeArrowheads="1"/>
            </p:cNvSpPr>
            <p:nvPr/>
          </p:nvSpPr>
          <p:spPr bwMode="auto">
            <a:xfrm>
              <a:off x="9463668" y="1940312"/>
              <a:ext cx="1614235" cy="1443399"/>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black slide for an image with white key message text. Insert an 8 columns picture from the GFT image pack with the image placeholder or change image by right click. Make sure there is no other text than heading and sub-heading on the slide.</a:t>
              </a:r>
            </a:p>
          </p:txBody>
        </p:sp>
        <p:sp>
          <p:nvSpPr>
            <p:cNvPr id="8" name="Freihandform: Form 122">
              <a:extLst>
                <a:ext uri="{FF2B5EF4-FFF2-40B4-BE49-F238E27FC236}">
                  <a16:creationId xmlns:a16="http://schemas.microsoft.com/office/drawing/2014/main" id="{3A09CF68-F776-B6BD-A049-F16B128F31BB}"/>
                </a:ext>
              </a:extLst>
            </p:cNvPr>
            <p:cNvSpPr/>
            <p:nvPr/>
          </p:nvSpPr>
          <p:spPr>
            <a:xfrm>
              <a:off x="9516047" y="1994241"/>
              <a:ext cx="360307" cy="360057"/>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5"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13" name="Bildplatzhalter 12"/>
          <p:cNvSpPr>
            <a:spLocks noGrp="1"/>
          </p:cNvSpPr>
          <p:nvPr>
            <p:ph type="pic" sz="quarter" idx="14"/>
          </p:nvPr>
        </p:nvSpPr>
        <p:spPr>
          <a:xfrm>
            <a:off x="188912" y="441325"/>
            <a:ext cx="6378575" cy="4519613"/>
          </a:xfrm>
          <a:custGeom>
            <a:avLst/>
            <a:gdLst>
              <a:gd name="connsiteX0" fmla="*/ 0 w 6378575"/>
              <a:gd name="connsiteY0" fmla="*/ 0 h 4519613"/>
              <a:gd name="connsiteX1" fmla="*/ 6378575 w 6378575"/>
              <a:gd name="connsiteY1" fmla="*/ 0 h 4519613"/>
              <a:gd name="connsiteX2" fmla="*/ 6378575 w 6378575"/>
              <a:gd name="connsiteY2" fmla="*/ 4519613 h 4519613"/>
              <a:gd name="connsiteX3" fmla="*/ 0 w 6378575"/>
              <a:gd name="connsiteY3" fmla="*/ 4519613 h 4519613"/>
            </a:gdLst>
            <a:ahLst/>
            <a:cxnLst>
              <a:cxn ang="0">
                <a:pos x="connsiteX0" y="connsiteY0"/>
              </a:cxn>
              <a:cxn ang="0">
                <a:pos x="connsiteX1" y="connsiteY1"/>
              </a:cxn>
              <a:cxn ang="0">
                <a:pos x="connsiteX2" y="connsiteY2"/>
              </a:cxn>
              <a:cxn ang="0">
                <a:pos x="connsiteX3" y="connsiteY3"/>
              </a:cxn>
            </a:cxnLst>
            <a:rect l="l" t="t" r="r" b="b"/>
            <a:pathLst>
              <a:path w="6378575" h="4519613">
                <a:moveTo>
                  <a:pt x="0" y="0"/>
                </a:moveTo>
                <a:lnTo>
                  <a:pt x="6378575" y="0"/>
                </a:lnTo>
                <a:lnTo>
                  <a:pt x="6378575" y="4519613"/>
                </a:lnTo>
                <a:lnTo>
                  <a:pt x="0" y="4519613"/>
                </a:lnTo>
                <a:close/>
              </a:path>
            </a:pathLst>
          </a:custGeom>
          <a:solidFill>
            <a:schemeClr val="accent6"/>
          </a:solidFill>
        </p:spPr>
        <p:txBody>
          <a:bodyPr rtlCol="0">
            <a:noAutofit/>
          </a:bodyPr>
          <a:lstStyle>
            <a:lvl1pPr marL="0" indent="0" rtl="0">
              <a:buNone/>
              <a:defRPr sz="1200">
                <a:solidFill>
                  <a:schemeClr val="bg1"/>
                </a:solidFill>
              </a:defRPr>
            </a:lvl1pPr>
          </a:lstStyle>
          <a:p>
            <a:pPr lvl="0"/>
            <a:r>
              <a:rPr lang="en-US" noProof="0"/>
              <a:t>Click icon to add picture</a:t>
            </a:r>
            <a:endParaRPr lang="en-GB" noProof="0" dirty="0"/>
          </a:p>
        </p:txBody>
      </p:sp>
      <p:sp>
        <p:nvSpPr>
          <p:cNvPr id="6" name="Titel 5"/>
          <p:cNvSpPr>
            <a:spLocks noGrp="1"/>
          </p:cNvSpPr>
          <p:nvPr>
            <p:ph type="title"/>
          </p:nvPr>
        </p:nvSpPr>
        <p:spPr>
          <a:xfrm>
            <a:off x="4969669" y="2041702"/>
            <a:ext cx="3196431" cy="276999"/>
          </a:xfrm>
        </p:spPr>
        <p:txBody>
          <a:bodyPr anchor="b"/>
          <a:lstStyle>
            <a:lvl1pPr rtl="0">
              <a:defRPr sz="2000" b="1">
                <a:solidFill>
                  <a:schemeClr val="bg1"/>
                </a:solidFill>
              </a:defRPr>
            </a:lvl1pPr>
          </a:lstStyle>
          <a:p>
            <a:r>
              <a:rPr lang="en-US"/>
              <a:t>Click to edit Master title style</a:t>
            </a:r>
            <a:endParaRPr lang="en-GB" dirty="0"/>
          </a:p>
        </p:txBody>
      </p:sp>
      <p:sp>
        <p:nvSpPr>
          <p:cNvPr id="3" name="Textplatzhalter 2"/>
          <p:cNvSpPr>
            <a:spLocks noGrp="1"/>
          </p:cNvSpPr>
          <p:nvPr>
            <p:ph type="body" sz="quarter" idx="15"/>
          </p:nvPr>
        </p:nvSpPr>
        <p:spPr>
          <a:xfrm>
            <a:off x="4969669" y="2622387"/>
            <a:ext cx="3196431" cy="193899"/>
          </a:xfrm>
        </p:spPr>
        <p:txBody>
          <a:bodyPr/>
          <a:lstStyle>
            <a:lvl1pPr marL="0" indent="0" rtl="0">
              <a:buNone/>
              <a:defRPr>
                <a:solidFill>
                  <a:schemeClr val="bg1"/>
                </a:solidFill>
              </a:defRPr>
            </a:lvl1pPr>
          </a:lstStyle>
          <a:p>
            <a:pPr lvl="0"/>
            <a:r>
              <a:rPr lang="en-US"/>
              <a:t>Click to edit Master text styles</a:t>
            </a:r>
          </a:p>
        </p:txBody>
      </p:sp>
      <p:sp>
        <p:nvSpPr>
          <p:cNvPr id="9" name="Textplatzhalter 4"/>
          <p:cNvSpPr>
            <a:spLocks noGrp="1"/>
          </p:cNvSpPr>
          <p:nvPr>
            <p:ph type="body" sz="quarter" idx="12"/>
          </p:nvPr>
        </p:nvSpPr>
        <p:spPr>
          <a:xfrm>
            <a:off x="3371850"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a:p>
            <a:pPr lvl="1"/>
            <a:r>
              <a:rPr lang="en-US"/>
              <a:t>Second level</a:t>
            </a:r>
          </a:p>
          <a:p>
            <a:pPr lvl="2"/>
            <a:r>
              <a:rPr lang="en-US"/>
              <a:t>Third level</a:t>
            </a:r>
          </a:p>
        </p:txBody>
      </p:sp>
      <p:sp>
        <p:nvSpPr>
          <p:cNvPr id="10" name="Fußzeilenplatzhalter 1">
            <a:extLst>
              <a:ext uri="{FF2B5EF4-FFF2-40B4-BE49-F238E27FC236}">
                <a16:creationId xmlns:a16="http://schemas.microsoft.com/office/drawing/2014/main" id="{367098EE-B54C-128D-F239-E1FFDC8171FD}"/>
              </a:ext>
            </a:extLst>
          </p:cNvPr>
          <p:cNvSpPr>
            <a:spLocks noGrp="1"/>
          </p:cNvSpPr>
          <p:nvPr>
            <p:ph type="ftr" sz="quarter" idx="16"/>
          </p:nvPr>
        </p:nvSpPr>
        <p:spPr/>
        <p:txBody>
          <a:bodyPr/>
          <a:lstStyle>
            <a:lvl1pPr rtl="0">
              <a:defRPr/>
            </a:lvl1pPr>
          </a:lstStyle>
          <a:p>
            <a:pPr>
              <a:defRPr/>
            </a:pPr>
            <a:r>
              <a:rPr lang="en-GB"/>
              <a:t>Type here if  add info needed  for every slide</a:t>
            </a:r>
          </a:p>
        </p:txBody>
      </p:sp>
      <p:sp>
        <p:nvSpPr>
          <p:cNvPr id="11" name="Datumsplatzhalter 28">
            <a:extLst>
              <a:ext uri="{FF2B5EF4-FFF2-40B4-BE49-F238E27FC236}">
                <a16:creationId xmlns:a16="http://schemas.microsoft.com/office/drawing/2014/main" id="{61703D76-AAD0-75E5-C17D-EF7AC4E9254E}"/>
              </a:ext>
            </a:extLst>
          </p:cNvPr>
          <p:cNvSpPr>
            <a:spLocks noGrp="1"/>
          </p:cNvSpPr>
          <p:nvPr>
            <p:ph type="dt" sz="half" idx="17"/>
          </p:nvPr>
        </p:nvSpPr>
        <p:spPr/>
        <p:txBody>
          <a:bodyPr/>
          <a:lstStyle>
            <a:lvl1pPr algn="l" rtl="0">
              <a:defRPr lang="de-DE" sz="600" b="1">
                <a:solidFill>
                  <a:srgbClr val="000000"/>
                </a:solidFill>
              </a:defRPr>
            </a:lvl1pPr>
          </a:lstStyle>
          <a:p>
            <a:pPr>
              <a:defRPr/>
            </a:pPr>
            <a:fld id="{E0E66F5F-09EE-CA40-9C23-ED963D15A8A5}" type="datetime4">
              <a:rPr lang="en-GB"/>
              <a:pPr>
                <a:defRPr/>
              </a:pPr>
              <a:t>25 November 2025</a:t>
            </a:fld>
            <a:endParaRPr lang="en-GB" dirty="0"/>
          </a:p>
        </p:txBody>
      </p:sp>
    </p:spTree>
    <p:extLst>
      <p:ext uri="{BB962C8B-B14F-4D97-AF65-F5344CB8AC3E}">
        <p14:creationId xmlns:p14="http://schemas.microsoft.com/office/powerpoint/2010/main" val="37603153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Message picture 8 columns right black small">
    <p:spTree>
      <p:nvGrpSpPr>
        <p:cNvPr id="1" name=""/>
        <p:cNvGrpSpPr/>
        <p:nvPr/>
      </p:nvGrpSpPr>
      <p:grpSpPr>
        <a:xfrm>
          <a:off x="0" y="0"/>
          <a:ext cx="0" cy="0"/>
          <a:chOff x="0" y="0"/>
          <a:chExt cx="0" cy="0"/>
        </a:xfrm>
      </p:grpSpPr>
      <p:graphicFrame>
        <p:nvGraphicFramePr>
          <p:cNvPr id="2" name="Objekt 17" hidden="1">
            <a:extLst>
              <a:ext uri="{FF2B5EF4-FFF2-40B4-BE49-F238E27FC236}">
                <a16:creationId xmlns:a16="http://schemas.microsoft.com/office/drawing/2014/main" id="{2E5897A8-1E15-7A3B-2252-6D56F96E490F}"/>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86031" name="Objekt 17" hidden="1">
                        <a:extLst>
                          <a:ext uri="{FF2B5EF4-FFF2-40B4-BE49-F238E27FC236}">
                            <a16:creationId xmlns:a16="http://schemas.microsoft.com/office/drawing/2014/main" id="{3401E607-44D6-5003-3F74-86CF7F3377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Rechteck 9">
            <a:extLst>
              <a:ext uri="{FF2B5EF4-FFF2-40B4-BE49-F238E27FC236}">
                <a16:creationId xmlns:a16="http://schemas.microsoft.com/office/drawing/2014/main" id="{55BE4830-24F6-EB42-28C6-3E37D975FB4A}"/>
              </a:ext>
            </a:extLst>
          </p:cNvPr>
          <p:cNvSpPr/>
          <p:nvPr userDrawn="1"/>
        </p:nvSpPr>
        <p:spPr>
          <a:xfrm>
            <a:off x="188913" y="441325"/>
            <a:ext cx="6378575" cy="4519613"/>
          </a:xfrm>
          <a:prstGeom prst="rect">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eaLnBrk="1" fontAlgn="auto" hangingPunct="1">
              <a:spcBef>
                <a:spcPts val="0"/>
              </a:spcBef>
              <a:spcAft>
                <a:spcPts val="0"/>
              </a:spcAft>
              <a:defRPr/>
            </a:pPr>
            <a:endParaRPr lang="en-GB" sz="1200" dirty="0">
              <a:solidFill>
                <a:schemeClr val="tx1"/>
              </a:solidFill>
            </a:endParaRPr>
          </a:p>
        </p:txBody>
      </p:sp>
      <p:sp>
        <p:nvSpPr>
          <p:cNvPr id="5" name="Freihandform: Form 12">
            <a:extLst>
              <a:ext uri="{FF2B5EF4-FFF2-40B4-BE49-F238E27FC236}">
                <a16:creationId xmlns:a16="http://schemas.microsoft.com/office/drawing/2014/main" id="{DEAC9540-EB6C-0BEE-0A50-CEE6030476B7}"/>
              </a:ext>
            </a:extLst>
          </p:cNvPr>
          <p:cNvSpPr>
            <a:spLocks/>
          </p:cNvSpPr>
          <p:nvPr userDrawn="1"/>
        </p:nvSpPr>
        <p:spPr bwMode="gray">
          <a:xfrm>
            <a:off x="981075" y="2376488"/>
            <a:ext cx="144463" cy="144462"/>
          </a:xfrm>
          <a:custGeom>
            <a:avLst/>
            <a:gdLst>
              <a:gd name="connsiteX0" fmla="*/ 0 w 899961"/>
              <a:gd name="connsiteY0" fmla="*/ 0 h 899961"/>
              <a:gd name="connsiteX1" fmla="*/ 313261 w 899961"/>
              <a:gd name="connsiteY1" fmla="*/ 0 h 899961"/>
              <a:gd name="connsiteX2" fmla="*/ 899961 w 899961"/>
              <a:gd name="connsiteY2" fmla="*/ 0 h 899961"/>
              <a:gd name="connsiteX3" fmla="*/ 899961 w 899961"/>
              <a:gd name="connsiteY3" fmla="*/ 313261 h 899961"/>
              <a:gd name="connsiteX4" fmla="*/ 313261 w 899961"/>
              <a:gd name="connsiteY4" fmla="*/ 313261 h 899961"/>
              <a:gd name="connsiteX5" fmla="*/ 313261 w 899961"/>
              <a:gd name="connsiteY5" fmla="*/ 899961 h 899961"/>
              <a:gd name="connsiteX6" fmla="*/ 0 w 899961"/>
              <a:gd name="connsiteY6" fmla="*/ 899961 h 899961"/>
              <a:gd name="connsiteX7" fmla="*/ 0 w 899961"/>
              <a:gd name="connsiteY7" fmla="*/ 313261 h 899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9961" h="899961">
                <a:moveTo>
                  <a:pt x="0" y="0"/>
                </a:moveTo>
                <a:lnTo>
                  <a:pt x="313261" y="0"/>
                </a:lnTo>
                <a:lnTo>
                  <a:pt x="899961" y="0"/>
                </a:lnTo>
                <a:lnTo>
                  <a:pt x="899961" y="313261"/>
                </a:lnTo>
                <a:lnTo>
                  <a:pt x="313261" y="313261"/>
                </a:lnTo>
                <a:lnTo>
                  <a:pt x="313261" y="899961"/>
                </a:lnTo>
                <a:lnTo>
                  <a:pt x="0" y="899961"/>
                </a:lnTo>
                <a:lnTo>
                  <a:pt x="0" y="313261"/>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eaLnBrk="1" fontAlgn="auto" hangingPunct="1">
              <a:spcBef>
                <a:spcPts val="0"/>
              </a:spcBef>
              <a:spcAft>
                <a:spcPts val="0"/>
              </a:spcAft>
              <a:defRPr/>
            </a:pPr>
            <a:endParaRPr lang="en-GB" sz="1200" dirty="0">
              <a:solidFill>
                <a:schemeClr val="tx1"/>
              </a:solidFill>
            </a:endParaRPr>
          </a:p>
        </p:txBody>
      </p:sp>
      <p:grpSp>
        <p:nvGrpSpPr>
          <p:cNvPr id="7" name="Gruppieren 11">
            <a:extLst>
              <a:ext uri="{FF2B5EF4-FFF2-40B4-BE49-F238E27FC236}">
                <a16:creationId xmlns:a16="http://schemas.microsoft.com/office/drawing/2014/main" id="{F82440E7-31F0-AA41-BD9E-13FE6E598D11}"/>
              </a:ext>
            </a:extLst>
          </p:cNvPr>
          <p:cNvGrpSpPr>
            <a:grpSpLocks/>
          </p:cNvGrpSpPr>
          <p:nvPr userDrawn="1"/>
        </p:nvGrpSpPr>
        <p:grpSpPr bwMode="auto">
          <a:xfrm>
            <a:off x="9542463" y="431800"/>
            <a:ext cx="1614487" cy="1444625"/>
            <a:chOff x="9463668" y="1940312"/>
            <a:chExt cx="1614235" cy="1443399"/>
          </a:xfrm>
        </p:grpSpPr>
        <p:sp>
          <p:nvSpPr>
            <p:cNvPr id="8" name="Textfeld 13">
              <a:extLst>
                <a:ext uri="{FF2B5EF4-FFF2-40B4-BE49-F238E27FC236}">
                  <a16:creationId xmlns:a16="http://schemas.microsoft.com/office/drawing/2014/main" id="{F97E9A25-C6A9-1728-F115-F6C33F70CB15}"/>
                </a:ext>
              </a:extLst>
            </p:cNvPr>
            <p:cNvSpPr txBox="1">
              <a:spLocks noChangeArrowheads="1"/>
            </p:cNvSpPr>
            <p:nvPr/>
          </p:nvSpPr>
          <p:spPr bwMode="auto">
            <a:xfrm>
              <a:off x="9463668" y="1940312"/>
              <a:ext cx="1614235" cy="1443399"/>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black slide for an image with white key message text. Insert an 8 columns picture from the GFT image pack with the image placeholder or change image by right click. Make sure there is no other text than heading and sub-heading on the slide.</a:t>
              </a:r>
            </a:p>
          </p:txBody>
        </p:sp>
        <p:sp>
          <p:nvSpPr>
            <p:cNvPr id="10" name="Freihandform: Form 122">
              <a:extLst>
                <a:ext uri="{FF2B5EF4-FFF2-40B4-BE49-F238E27FC236}">
                  <a16:creationId xmlns:a16="http://schemas.microsoft.com/office/drawing/2014/main" id="{44C7DFD3-DF1C-1ACD-769B-076A6A77D66D}"/>
                </a:ext>
              </a:extLst>
            </p:cNvPr>
            <p:cNvSpPr/>
            <p:nvPr/>
          </p:nvSpPr>
          <p:spPr>
            <a:xfrm>
              <a:off x="9516047" y="1994241"/>
              <a:ext cx="360307" cy="360057"/>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5"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15" name="Bildplatzhalter 14"/>
          <p:cNvSpPr>
            <a:spLocks noGrp="1"/>
          </p:cNvSpPr>
          <p:nvPr>
            <p:ph type="pic" sz="quarter" idx="14"/>
          </p:nvPr>
        </p:nvSpPr>
        <p:spPr>
          <a:xfrm>
            <a:off x="3371645" y="720775"/>
            <a:ext cx="5589792" cy="3960712"/>
          </a:xfrm>
          <a:solidFill>
            <a:schemeClr val="accent6"/>
          </a:solidFill>
        </p:spPr>
        <p:txBody>
          <a:bodyPr rtlCol="0">
            <a:noAutofit/>
          </a:bodyPr>
          <a:lstStyle>
            <a:lvl1pPr marL="0" indent="0" rtl="0">
              <a:buNone/>
              <a:defRPr sz="1200">
                <a:solidFill>
                  <a:schemeClr val="bg1"/>
                </a:solidFill>
              </a:defRPr>
            </a:lvl1pPr>
          </a:lstStyle>
          <a:p>
            <a:pPr lvl="0"/>
            <a:r>
              <a:rPr lang="en-US" noProof="0"/>
              <a:t>Click icon to add picture</a:t>
            </a:r>
            <a:endParaRPr lang="en-GB" noProof="0" dirty="0"/>
          </a:p>
        </p:txBody>
      </p:sp>
      <p:sp>
        <p:nvSpPr>
          <p:cNvPr id="6" name="Titel 5"/>
          <p:cNvSpPr>
            <a:spLocks noGrp="1"/>
          </p:cNvSpPr>
          <p:nvPr>
            <p:ph type="title"/>
          </p:nvPr>
        </p:nvSpPr>
        <p:spPr>
          <a:xfrm>
            <a:off x="976312" y="2041702"/>
            <a:ext cx="3195637" cy="276999"/>
          </a:xfrm>
        </p:spPr>
        <p:txBody>
          <a:bodyPr anchor="b"/>
          <a:lstStyle>
            <a:lvl1pPr rtl="0">
              <a:defRPr sz="2000" b="1">
                <a:solidFill>
                  <a:schemeClr val="bg1"/>
                </a:solidFill>
              </a:defRPr>
            </a:lvl1pPr>
          </a:lstStyle>
          <a:p>
            <a:r>
              <a:rPr lang="en-US"/>
              <a:t>Click to edit Master title style</a:t>
            </a:r>
            <a:endParaRPr lang="en-GB" dirty="0"/>
          </a:p>
        </p:txBody>
      </p:sp>
      <p:sp>
        <p:nvSpPr>
          <p:cNvPr id="3" name="Textplatzhalter 2"/>
          <p:cNvSpPr>
            <a:spLocks noGrp="1"/>
          </p:cNvSpPr>
          <p:nvPr>
            <p:ph type="body" sz="quarter" idx="15"/>
          </p:nvPr>
        </p:nvSpPr>
        <p:spPr>
          <a:xfrm>
            <a:off x="976312" y="2622387"/>
            <a:ext cx="3195637" cy="193899"/>
          </a:xfrm>
        </p:spPr>
        <p:txBody>
          <a:bodyPr/>
          <a:lstStyle>
            <a:lvl1pPr marL="0" indent="0" rtl="0">
              <a:buNone/>
              <a:defRPr>
                <a:solidFill>
                  <a:schemeClr val="bg1"/>
                </a:solidFill>
              </a:defRPr>
            </a:lvl1pPr>
          </a:lstStyle>
          <a:p>
            <a:pPr lvl="0"/>
            <a:r>
              <a:rPr lang="en-US"/>
              <a:t>Click to edit Master text styles</a:t>
            </a:r>
          </a:p>
        </p:txBody>
      </p:sp>
      <p:sp>
        <p:nvSpPr>
          <p:cNvPr id="9" name="Textplatzhalter 4"/>
          <p:cNvSpPr>
            <a:spLocks noGrp="1"/>
          </p:cNvSpPr>
          <p:nvPr>
            <p:ph type="body" sz="quarter" idx="12"/>
          </p:nvPr>
        </p:nvSpPr>
        <p:spPr>
          <a:xfrm>
            <a:off x="3371850"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a:p>
            <a:pPr lvl="1"/>
            <a:r>
              <a:rPr lang="en-US"/>
              <a:t>Second level</a:t>
            </a:r>
          </a:p>
          <a:p>
            <a:pPr lvl="2"/>
            <a:r>
              <a:rPr lang="en-US"/>
              <a:t>Third level</a:t>
            </a:r>
          </a:p>
        </p:txBody>
      </p:sp>
      <p:sp>
        <p:nvSpPr>
          <p:cNvPr id="11" name="Fußzeilenplatzhalter 1">
            <a:extLst>
              <a:ext uri="{FF2B5EF4-FFF2-40B4-BE49-F238E27FC236}">
                <a16:creationId xmlns:a16="http://schemas.microsoft.com/office/drawing/2014/main" id="{C5F815F4-6259-F278-FE43-EAEC9E354E47}"/>
              </a:ext>
            </a:extLst>
          </p:cNvPr>
          <p:cNvSpPr>
            <a:spLocks noGrp="1"/>
          </p:cNvSpPr>
          <p:nvPr>
            <p:ph type="ftr" sz="quarter" idx="16"/>
          </p:nvPr>
        </p:nvSpPr>
        <p:spPr/>
        <p:txBody>
          <a:bodyPr/>
          <a:lstStyle>
            <a:lvl1pPr rtl="0">
              <a:defRPr/>
            </a:lvl1pPr>
          </a:lstStyle>
          <a:p>
            <a:pPr>
              <a:defRPr/>
            </a:pPr>
            <a:r>
              <a:rPr lang="en-GB"/>
              <a:t>Type here if  add info needed  for every slide</a:t>
            </a:r>
          </a:p>
        </p:txBody>
      </p:sp>
      <p:sp>
        <p:nvSpPr>
          <p:cNvPr id="12" name="Datumsplatzhalter 28">
            <a:extLst>
              <a:ext uri="{FF2B5EF4-FFF2-40B4-BE49-F238E27FC236}">
                <a16:creationId xmlns:a16="http://schemas.microsoft.com/office/drawing/2014/main" id="{396E96AD-2F1E-66B6-D59C-F5804EA25B12}"/>
              </a:ext>
            </a:extLst>
          </p:cNvPr>
          <p:cNvSpPr>
            <a:spLocks noGrp="1"/>
          </p:cNvSpPr>
          <p:nvPr>
            <p:ph type="dt" sz="half" idx="17"/>
          </p:nvPr>
        </p:nvSpPr>
        <p:spPr/>
        <p:txBody>
          <a:bodyPr/>
          <a:lstStyle>
            <a:lvl1pPr algn="l" rtl="0">
              <a:defRPr lang="de-DE" sz="600" b="1">
                <a:solidFill>
                  <a:srgbClr val="000000"/>
                </a:solidFill>
              </a:defRPr>
            </a:lvl1pPr>
          </a:lstStyle>
          <a:p>
            <a:pPr>
              <a:defRPr/>
            </a:pPr>
            <a:fld id="{9B540E8D-E832-E143-BF85-863128982A2D}" type="datetime4">
              <a:rPr lang="en-GB"/>
              <a:pPr>
                <a:defRPr/>
              </a:pPr>
              <a:t>25 November 2025</a:t>
            </a:fld>
            <a:endParaRPr lang="en-GB" dirty="0"/>
          </a:p>
        </p:txBody>
      </p:sp>
    </p:spTree>
    <p:extLst>
      <p:ext uri="{BB962C8B-B14F-4D97-AF65-F5344CB8AC3E}">
        <p14:creationId xmlns:p14="http://schemas.microsoft.com/office/powerpoint/2010/main" val="33212048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Contact slide black">
    <p:spTree>
      <p:nvGrpSpPr>
        <p:cNvPr id="1" name=""/>
        <p:cNvGrpSpPr/>
        <p:nvPr/>
      </p:nvGrpSpPr>
      <p:grpSpPr>
        <a:xfrm>
          <a:off x="0" y="0"/>
          <a:ext cx="0" cy="0"/>
          <a:chOff x="0" y="0"/>
          <a:chExt cx="0" cy="0"/>
        </a:xfrm>
      </p:grpSpPr>
      <p:graphicFrame>
        <p:nvGraphicFramePr>
          <p:cNvPr id="2" name="Objekt 12" hidden="1">
            <a:extLst>
              <a:ext uri="{FF2B5EF4-FFF2-40B4-BE49-F238E27FC236}">
                <a16:creationId xmlns:a16="http://schemas.microsoft.com/office/drawing/2014/main" id="{A6C71421-573A-328B-AFC3-2744F1877D53}"/>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87042" name="Objekt 12" hidden="1">
                        <a:extLst>
                          <a:ext uri="{FF2B5EF4-FFF2-40B4-BE49-F238E27FC236}">
                            <a16:creationId xmlns:a16="http://schemas.microsoft.com/office/drawing/2014/main" id="{35E9A936-89A3-3F77-D644-0B82C4A036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Rechteck 17">
            <a:extLst>
              <a:ext uri="{FF2B5EF4-FFF2-40B4-BE49-F238E27FC236}">
                <a16:creationId xmlns:a16="http://schemas.microsoft.com/office/drawing/2014/main" id="{DCED4900-BF72-0C74-81B5-2A1E1649EAE0}"/>
              </a:ext>
            </a:extLst>
          </p:cNvPr>
          <p:cNvSpPr/>
          <p:nvPr userDrawn="1"/>
        </p:nvSpPr>
        <p:spPr>
          <a:xfrm>
            <a:off x="188913" y="441325"/>
            <a:ext cx="8769350" cy="4519613"/>
          </a:xfrm>
          <a:prstGeom prst="rect">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eaLnBrk="1" fontAlgn="auto" hangingPunct="1">
              <a:spcBef>
                <a:spcPts val="0"/>
              </a:spcBef>
              <a:spcAft>
                <a:spcPts val="0"/>
              </a:spcAft>
              <a:defRPr/>
            </a:pPr>
            <a:endParaRPr lang="en-GB" sz="1200" dirty="0">
              <a:solidFill>
                <a:schemeClr val="tx1"/>
              </a:solidFill>
            </a:endParaRPr>
          </a:p>
        </p:txBody>
      </p:sp>
      <p:sp>
        <p:nvSpPr>
          <p:cNvPr id="5" name="Textfeld 5">
            <a:extLst>
              <a:ext uri="{FF2B5EF4-FFF2-40B4-BE49-F238E27FC236}">
                <a16:creationId xmlns:a16="http://schemas.microsoft.com/office/drawing/2014/main" id="{8DCE1395-F8BB-9210-6F90-E3FEF21B47FB}"/>
              </a:ext>
            </a:extLst>
          </p:cNvPr>
          <p:cNvSpPr txBox="1">
            <a:spLocks noChangeArrowheads="1"/>
          </p:cNvSpPr>
          <p:nvPr userDrawn="1"/>
        </p:nvSpPr>
        <p:spPr bwMode="white">
          <a:xfrm>
            <a:off x="977900" y="663575"/>
            <a:ext cx="7191375" cy="1354138"/>
          </a:xfrm>
          <a:prstGeom prst="rect">
            <a:avLst/>
          </a:prstGeom>
          <a:noFill/>
          <a:ln>
            <a:noFill/>
          </a:ln>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4400" b="1">
                <a:solidFill>
                  <a:schemeClr val="bg1"/>
                </a:solidFill>
              </a:rPr>
              <a:t>Shaping the future </a:t>
            </a:r>
            <a:br>
              <a:rPr lang="en-GB" altLang="en-VN" sz="4400" b="1">
                <a:solidFill>
                  <a:schemeClr val="bg1"/>
                </a:solidFill>
              </a:rPr>
            </a:br>
            <a:r>
              <a:rPr lang="en-GB" altLang="en-VN" sz="4400" b="1">
                <a:solidFill>
                  <a:schemeClr val="bg1"/>
                </a:solidFill>
              </a:rPr>
              <a:t>of digital business </a:t>
            </a:r>
          </a:p>
        </p:txBody>
      </p:sp>
      <p:grpSp>
        <p:nvGrpSpPr>
          <p:cNvPr id="6" name="Gruppieren 9">
            <a:extLst>
              <a:ext uri="{FF2B5EF4-FFF2-40B4-BE49-F238E27FC236}">
                <a16:creationId xmlns:a16="http://schemas.microsoft.com/office/drawing/2014/main" id="{B4752478-F03B-7E62-45BE-3CFA50182A47}"/>
              </a:ext>
            </a:extLst>
          </p:cNvPr>
          <p:cNvGrpSpPr>
            <a:grpSpLocks/>
          </p:cNvGrpSpPr>
          <p:nvPr userDrawn="1"/>
        </p:nvGrpSpPr>
        <p:grpSpPr bwMode="auto">
          <a:xfrm>
            <a:off x="7767638" y="106363"/>
            <a:ext cx="1193800" cy="222250"/>
            <a:chOff x="8174038" y="147638"/>
            <a:chExt cx="787400" cy="146050"/>
          </a:xfrm>
        </p:grpSpPr>
        <p:sp>
          <p:nvSpPr>
            <p:cNvPr id="7" name="AutoShape 89">
              <a:extLst>
                <a:ext uri="{FF2B5EF4-FFF2-40B4-BE49-F238E27FC236}">
                  <a16:creationId xmlns:a16="http://schemas.microsoft.com/office/drawing/2014/main" id="{D7417610-82EC-0B48-C5DC-2C10FE9104C5}"/>
                </a:ext>
              </a:extLst>
            </p:cNvPr>
            <p:cNvSpPr>
              <a:spLocks noChangeAspect="1" noChangeArrowheads="1" noTextEdit="1"/>
            </p:cNvSpPr>
            <p:nvPr userDrawn="1"/>
          </p:nvSpPr>
          <p:spPr bwMode="auto">
            <a:xfrm>
              <a:off x="8174038" y="147638"/>
              <a:ext cx="787400"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VN"/>
            </a:p>
          </p:txBody>
        </p:sp>
        <p:sp>
          <p:nvSpPr>
            <p:cNvPr id="8" name="Rectangle 91">
              <a:extLst>
                <a:ext uri="{FF2B5EF4-FFF2-40B4-BE49-F238E27FC236}">
                  <a16:creationId xmlns:a16="http://schemas.microsoft.com/office/drawing/2014/main" id="{659CDB08-9C4A-D786-DB01-D230841837D4}"/>
                </a:ext>
              </a:extLst>
            </p:cNvPr>
            <p:cNvSpPr>
              <a:spLocks noChangeArrowheads="1"/>
            </p:cNvSpPr>
            <p:nvPr userDrawn="1"/>
          </p:nvSpPr>
          <p:spPr bwMode="auto">
            <a:xfrm>
              <a:off x="8174038" y="147638"/>
              <a:ext cx="787400" cy="146050"/>
            </a:xfrm>
            <a:prstGeom prst="rect">
              <a:avLst/>
            </a:prstGeom>
            <a:solidFill>
              <a:schemeClr val="accent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10" name="Rectangle 92">
              <a:extLst>
                <a:ext uri="{FF2B5EF4-FFF2-40B4-BE49-F238E27FC236}">
                  <a16:creationId xmlns:a16="http://schemas.microsoft.com/office/drawing/2014/main" id="{3599CDA4-6DD7-02BB-12AE-877DABE3ECC5}"/>
                </a:ext>
              </a:extLst>
            </p:cNvPr>
            <p:cNvSpPr>
              <a:spLocks noChangeArrowheads="1"/>
            </p:cNvSpPr>
            <p:nvPr userDrawn="1"/>
          </p:nvSpPr>
          <p:spPr bwMode="auto">
            <a:xfrm>
              <a:off x="8854636" y="187280"/>
              <a:ext cx="69107" cy="66766"/>
            </a:xfrm>
            <a:prstGeom prst="rect">
              <a:avLst/>
            </a:prstGeom>
            <a:solidFill>
              <a:schemeClr val="bg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11" name="Freeform 93">
              <a:extLst>
                <a:ext uri="{FF2B5EF4-FFF2-40B4-BE49-F238E27FC236}">
                  <a16:creationId xmlns:a16="http://schemas.microsoft.com/office/drawing/2014/main" id="{34E5F2A6-7756-A319-E25E-58B59D059D01}"/>
                </a:ext>
              </a:extLst>
            </p:cNvPr>
            <p:cNvSpPr>
              <a:spLocks/>
            </p:cNvSpPr>
            <p:nvPr userDrawn="1"/>
          </p:nvSpPr>
          <p:spPr bwMode="auto">
            <a:xfrm>
              <a:off x="8621713" y="185738"/>
              <a:ext cx="65088" cy="69850"/>
            </a:xfrm>
            <a:custGeom>
              <a:avLst/>
              <a:gdLst>
                <a:gd name="T0" fmla="*/ 2147483646 w 40"/>
                <a:gd name="T1" fmla="*/ 2147483646 h 44"/>
                <a:gd name="T2" fmla="*/ 2147483646 w 40"/>
                <a:gd name="T3" fmla="*/ 2147483646 h 44"/>
                <a:gd name="T4" fmla="*/ 2147483646 w 40"/>
                <a:gd name="T5" fmla="*/ 2147483646 h 44"/>
                <a:gd name="T6" fmla="*/ 2147483646 w 40"/>
                <a:gd name="T7" fmla="*/ 2147483646 h 44"/>
                <a:gd name="T8" fmla="*/ 2147483646 w 40"/>
                <a:gd name="T9" fmla="*/ 2147483646 h 44"/>
                <a:gd name="T10" fmla="*/ 2147483646 w 40"/>
                <a:gd name="T11" fmla="*/ 2147483646 h 44"/>
                <a:gd name="T12" fmla="*/ 2147483646 w 40"/>
                <a:gd name="T13" fmla="*/ 2147483646 h 44"/>
                <a:gd name="T14" fmla="*/ 2147483646 w 40"/>
                <a:gd name="T15" fmla="*/ 2147483646 h 44"/>
                <a:gd name="T16" fmla="*/ 2147483646 w 40"/>
                <a:gd name="T17" fmla="*/ 2147483646 h 44"/>
                <a:gd name="T18" fmla="*/ 2147483646 w 40"/>
                <a:gd name="T19" fmla="*/ 2147483646 h 44"/>
                <a:gd name="T20" fmla="*/ 2147483646 w 40"/>
                <a:gd name="T21" fmla="*/ 2147483646 h 44"/>
                <a:gd name="T22" fmla="*/ 2147483646 w 40"/>
                <a:gd name="T23" fmla="*/ 0 h 44"/>
                <a:gd name="T24" fmla="*/ 0 w 40"/>
                <a:gd name="T25" fmla="*/ 2147483646 h 44"/>
                <a:gd name="T26" fmla="*/ 2147483646 w 40"/>
                <a:gd name="T27" fmla="*/ 2147483646 h 44"/>
                <a:gd name="T28" fmla="*/ 2147483646 w 40"/>
                <a:gd name="T29" fmla="*/ 2147483646 h 44"/>
                <a:gd name="T30" fmla="*/ 2147483646 w 40"/>
                <a:gd name="T31" fmla="*/ 2147483646 h 44"/>
                <a:gd name="T32" fmla="*/ 2147483646 w 40"/>
                <a:gd name="T33" fmla="*/ 2147483646 h 44"/>
                <a:gd name="T34" fmla="*/ 2147483646 w 40"/>
                <a:gd name="T35" fmla="*/ 2147483646 h 4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0" h="44">
                  <a:moveTo>
                    <a:pt x="21" y="18"/>
                  </a:moveTo>
                  <a:cubicBezTo>
                    <a:pt x="21" y="26"/>
                    <a:pt x="21" y="26"/>
                    <a:pt x="21" y="26"/>
                  </a:cubicBezTo>
                  <a:cubicBezTo>
                    <a:pt x="31" y="26"/>
                    <a:pt x="31" y="26"/>
                    <a:pt x="31" y="26"/>
                  </a:cubicBezTo>
                  <a:cubicBezTo>
                    <a:pt x="31" y="33"/>
                    <a:pt x="31" y="33"/>
                    <a:pt x="31" y="33"/>
                  </a:cubicBezTo>
                  <a:cubicBezTo>
                    <a:pt x="29" y="35"/>
                    <a:pt x="26" y="36"/>
                    <a:pt x="22" y="36"/>
                  </a:cubicBezTo>
                  <a:cubicBezTo>
                    <a:pt x="14" y="36"/>
                    <a:pt x="8" y="31"/>
                    <a:pt x="8" y="22"/>
                  </a:cubicBezTo>
                  <a:cubicBezTo>
                    <a:pt x="8" y="13"/>
                    <a:pt x="14" y="8"/>
                    <a:pt x="22" y="8"/>
                  </a:cubicBezTo>
                  <a:cubicBezTo>
                    <a:pt x="26" y="8"/>
                    <a:pt x="30" y="9"/>
                    <a:pt x="33" y="12"/>
                  </a:cubicBezTo>
                  <a:cubicBezTo>
                    <a:pt x="33" y="12"/>
                    <a:pt x="33" y="12"/>
                    <a:pt x="33" y="12"/>
                  </a:cubicBezTo>
                  <a:cubicBezTo>
                    <a:pt x="39" y="7"/>
                    <a:pt x="39" y="7"/>
                    <a:pt x="39" y="7"/>
                  </a:cubicBezTo>
                  <a:cubicBezTo>
                    <a:pt x="38" y="7"/>
                    <a:pt x="38" y="7"/>
                    <a:pt x="38" y="7"/>
                  </a:cubicBezTo>
                  <a:cubicBezTo>
                    <a:pt x="34" y="3"/>
                    <a:pt x="29" y="0"/>
                    <a:pt x="22" y="0"/>
                  </a:cubicBezTo>
                  <a:cubicBezTo>
                    <a:pt x="9" y="0"/>
                    <a:pt x="0" y="9"/>
                    <a:pt x="0" y="22"/>
                  </a:cubicBezTo>
                  <a:cubicBezTo>
                    <a:pt x="0" y="35"/>
                    <a:pt x="9" y="44"/>
                    <a:pt x="22" y="44"/>
                  </a:cubicBezTo>
                  <a:cubicBezTo>
                    <a:pt x="29" y="44"/>
                    <a:pt x="36" y="41"/>
                    <a:pt x="40" y="36"/>
                  </a:cubicBezTo>
                  <a:cubicBezTo>
                    <a:pt x="40" y="35"/>
                    <a:pt x="40" y="35"/>
                    <a:pt x="40" y="35"/>
                  </a:cubicBezTo>
                  <a:cubicBezTo>
                    <a:pt x="40" y="18"/>
                    <a:pt x="40" y="18"/>
                    <a:pt x="40" y="18"/>
                  </a:cubicBezTo>
                  <a:lnTo>
                    <a:pt x="21" y="1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2" name="Freeform 94">
              <a:extLst>
                <a:ext uri="{FF2B5EF4-FFF2-40B4-BE49-F238E27FC236}">
                  <a16:creationId xmlns:a16="http://schemas.microsoft.com/office/drawing/2014/main" id="{D7497A11-44D6-965A-1196-3B8021A4F27C}"/>
                </a:ext>
              </a:extLst>
            </p:cNvPr>
            <p:cNvSpPr>
              <a:spLocks/>
            </p:cNvSpPr>
            <p:nvPr userDrawn="1"/>
          </p:nvSpPr>
          <p:spPr bwMode="auto">
            <a:xfrm>
              <a:off x="8702676" y="187326"/>
              <a:ext cx="50800" cy="66675"/>
            </a:xfrm>
            <a:custGeom>
              <a:avLst/>
              <a:gdLst>
                <a:gd name="T0" fmla="*/ 2147483646 w 32"/>
                <a:gd name="T1" fmla="*/ 2147483646 h 42"/>
                <a:gd name="T2" fmla="*/ 2147483646 w 32"/>
                <a:gd name="T3" fmla="*/ 0 h 42"/>
                <a:gd name="T4" fmla="*/ 0 w 32"/>
                <a:gd name="T5" fmla="*/ 0 h 42"/>
                <a:gd name="T6" fmla="*/ 0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2147483646 h 42"/>
                <a:gd name="T16" fmla="*/ 2147483646 w 32"/>
                <a:gd name="T17" fmla="*/ 2147483646 h 42"/>
                <a:gd name="T18" fmla="*/ 2147483646 w 32"/>
                <a:gd name="T19" fmla="*/ 2147483646 h 42"/>
                <a:gd name="T20" fmla="*/ 2147483646 w 32"/>
                <a:gd name="T21" fmla="*/ 2147483646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2" h="42">
                  <a:moveTo>
                    <a:pt x="32" y="8"/>
                  </a:moveTo>
                  <a:lnTo>
                    <a:pt x="32" y="0"/>
                  </a:lnTo>
                  <a:lnTo>
                    <a:pt x="0" y="0"/>
                  </a:lnTo>
                  <a:lnTo>
                    <a:pt x="0" y="42"/>
                  </a:lnTo>
                  <a:lnTo>
                    <a:pt x="9" y="42"/>
                  </a:lnTo>
                  <a:lnTo>
                    <a:pt x="9" y="25"/>
                  </a:lnTo>
                  <a:lnTo>
                    <a:pt x="31" y="25"/>
                  </a:lnTo>
                  <a:lnTo>
                    <a:pt x="31" y="18"/>
                  </a:lnTo>
                  <a:lnTo>
                    <a:pt x="9" y="18"/>
                  </a:lnTo>
                  <a:lnTo>
                    <a:pt x="9" y="8"/>
                  </a:lnTo>
                  <a:lnTo>
                    <a:pt x="32" y="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3" name="Freeform 95">
              <a:extLst>
                <a:ext uri="{FF2B5EF4-FFF2-40B4-BE49-F238E27FC236}">
                  <a16:creationId xmlns:a16="http://schemas.microsoft.com/office/drawing/2014/main" id="{43CDCEE2-9838-690C-9C94-D8F02D68F731}"/>
                </a:ext>
              </a:extLst>
            </p:cNvPr>
            <p:cNvSpPr>
              <a:spLocks/>
            </p:cNvSpPr>
            <p:nvPr userDrawn="1"/>
          </p:nvSpPr>
          <p:spPr bwMode="auto">
            <a:xfrm>
              <a:off x="8761413" y="187326"/>
              <a:ext cx="50800" cy="66675"/>
            </a:xfrm>
            <a:custGeom>
              <a:avLst/>
              <a:gdLst>
                <a:gd name="T0" fmla="*/ 0 w 32"/>
                <a:gd name="T1" fmla="*/ 0 h 42"/>
                <a:gd name="T2" fmla="*/ 0 w 32"/>
                <a:gd name="T3" fmla="*/ 2147483646 h 42"/>
                <a:gd name="T4" fmla="*/ 2147483646 w 32"/>
                <a:gd name="T5" fmla="*/ 2147483646 h 42"/>
                <a:gd name="T6" fmla="*/ 2147483646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0 h 42"/>
                <a:gd name="T16" fmla="*/ 0 w 32"/>
                <a:gd name="T17" fmla="*/ 0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 h="42">
                  <a:moveTo>
                    <a:pt x="0" y="0"/>
                  </a:moveTo>
                  <a:lnTo>
                    <a:pt x="0" y="8"/>
                  </a:lnTo>
                  <a:lnTo>
                    <a:pt x="11" y="8"/>
                  </a:lnTo>
                  <a:lnTo>
                    <a:pt x="11" y="42"/>
                  </a:lnTo>
                  <a:lnTo>
                    <a:pt x="20" y="42"/>
                  </a:lnTo>
                  <a:lnTo>
                    <a:pt x="20" y="8"/>
                  </a:lnTo>
                  <a:lnTo>
                    <a:pt x="32" y="8"/>
                  </a:lnTo>
                  <a:lnTo>
                    <a:pt x="32"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grpSp>
      <p:sp>
        <p:nvSpPr>
          <p:cNvPr id="14" name="Textfeld 4">
            <a:extLst>
              <a:ext uri="{FF2B5EF4-FFF2-40B4-BE49-F238E27FC236}">
                <a16:creationId xmlns:a16="http://schemas.microsoft.com/office/drawing/2014/main" id="{BF30161C-55C6-51CE-6BA7-843ECFDAD615}"/>
              </a:ext>
            </a:extLst>
          </p:cNvPr>
          <p:cNvSpPr txBox="1">
            <a:spLocks noChangeArrowheads="1"/>
          </p:cNvSpPr>
          <p:nvPr userDrawn="1"/>
        </p:nvSpPr>
        <p:spPr bwMode="auto">
          <a:xfrm>
            <a:off x="982663" y="5003800"/>
            <a:ext cx="7186612" cy="92075"/>
          </a:xfrm>
          <a:prstGeom prst="rect">
            <a:avLst/>
          </a:prstGeom>
          <a:noFill/>
          <a:ln>
            <a:noFill/>
          </a:ln>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600" b="1"/>
              <a:t>© 2023 | GFT Technologies SE and its affiliates. All rights reserved.</a:t>
            </a:r>
          </a:p>
        </p:txBody>
      </p:sp>
      <p:sp>
        <p:nvSpPr>
          <p:cNvPr id="15" name="Textfeld 1">
            <a:extLst>
              <a:ext uri="{FF2B5EF4-FFF2-40B4-BE49-F238E27FC236}">
                <a16:creationId xmlns:a16="http://schemas.microsoft.com/office/drawing/2014/main" id="{3859F3A9-4886-1BAC-0EBE-01F23717A410}"/>
              </a:ext>
            </a:extLst>
          </p:cNvPr>
          <p:cNvSpPr txBox="1">
            <a:spLocks noChangeArrowheads="1"/>
          </p:cNvSpPr>
          <p:nvPr userDrawn="1"/>
        </p:nvSpPr>
        <p:spPr bwMode="auto">
          <a:xfrm>
            <a:off x="982663" y="4586288"/>
            <a:ext cx="3989387" cy="184150"/>
          </a:xfrm>
          <a:prstGeom prst="rect">
            <a:avLst/>
          </a:prstGeom>
          <a:noFill/>
          <a:ln>
            <a:noFill/>
          </a:ln>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600">
                <a:solidFill>
                  <a:schemeClr val="bg1"/>
                </a:solidFill>
              </a:rPr>
              <a:t>Save resources! This presentation is optimised for</a:t>
            </a:r>
          </a:p>
          <a:p>
            <a:pPr eaLnBrk="1" hangingPunct="1">
              <a:defRPr/>
            </a:pPr>
            <a:r>
              <a:rPr lang="en-GB" altLang="en-VN" sz="600">
                <a:solidFill>
                  <a:schemeClr val="bg1"/>
                </a:solidFill>
              </a:rPr>
              <a:t>viewing on a monitor. Please do not print.</a:t>
            </a:r>
          </a:p>
        </p:txBody>
      </p:sp>
      <p:sp>
        <p:nvSpPr>
          <p:cNvPr id="16" name="Freihandform: Form 7">
            <a:extLst>
              <a:ext uri="{FF2B5EF4-FFF2-40B4-BE49-F238E27FC236}">
                <a16:creationId xmlns:a16="http://schemas.microsoft.com/office/drawing/2014/main" id="{C97E7A3F-98DB-369D-827B-A73E193687A6}"/>
              </a:ext>
            </a:extLst>
          </p:cNvPr>
          <p:cNvSpPr>
            <a:spLocks/>
          </p:cNvSpPr>
          <p:nvPr/>
        </p:nvSpPr>
        <p:spPr bwMode="auto">
          <a:xfrm>
            <a:off x="982663" y="4294188"/>
            <a:ext cx="269875" cy="263525"/>
          </a:xfrm>
          <a:custGeom>
            <a:avLst/>
            <a:gdLst>
              <a:gd name="T0" fmla="*/ 18412 w 522846"/>
              <a:gd name="T1" fmla="*/ 36294 h 510686"/>
              <a:gd name="T2" fmla="*/ 17735 w 522846"/>
              <a:gd name="T3" fmla="*/ 35684 h 510686"/>
              <a:gd name="T4" fmla="*/ 17735 w 522846"/>
              <a:gd name="T5" fmla="*/ 35684 h 510686"/>
              <a:gd name="T6" fmla="*/ 17667 w 522846"/>
              <a:gd name="T7" fmla="*/ 35617 h 510686"/>
              <a:gd name="T8" fmla="*/ 15363 w 522846"/>
              <a:gd name="T9" fmla="*/ 32503 h 510686"/>
              <a:gd name="T10" fmla="*/ 15296 w 522846"/>
              <a:gd name="T11" fmla="*/ 32571 h 510686"/>
              <a:gd name="T12" fmla="*/ 9062 w 522846"/>
              <a:gd name="T13" fmla="*/ 34128 h 510686"/>
              <a:gd name="T14" fmla="*/ 3778 w 522846"/>
              <a:gd name="T15" fmla="*/ 29119 h 510686"/>
              <a:gd name="T16" fmla="*/ 933 w 522846"/>
              <a:gd name="T17" fmla="*/ 27155 h 510686"/>
              <a:gd name="T18" fmla="*/ 933 w 522846"/>
              <a:gd name="T19" fmla="*/ 27155 h 510686"/>
              <a:gd name="T20" fmla="*/ 52 w 522846"/>
              <a:gd name="T21" fmla="*/ 26817 h 510686"/>
              <a:gd name="T22" fmla="*/ 391 w 522846"/>
              <a:gd name="T23" fmla="*/ 25937 h 510686"/>
              <a:gd name="T24" fmla="*/ 391 w 522846"/>
              <a:gd name="T25" fmla="*/ 25937 h 510686"/>
              <a:gd name="T26" fmla="*/ 12315 w 522846"/>
              <a:gd name="T27" fmla="*/ 23229 h 510686"/>
              <a:gd name="T28" fmla="*/ 16650 w 522846"/>
              <a:gd name="T29" fmla="*/ 28306 h 510686"/>
              <a:gd name="T30" fmla="*/ 16041 w 522846"/>
              <a:gd name="T31" fmla="*/ 29050 h 510686"/>
              <a:gd name="T32" fmla="*/ 15296 w 522846"/>
              <a:gd name="T33" fmla="*/ 28442 h 510686"/>
              <a:gd name="T34" fmla="*/ 11908 w 522846"/>
              <a:gd name="T35" fmla="*/ 24516 h 510686"/>
              <a:gd name="T36" fmla="*/ 3236 w 522846"/>
              <a:gd name="T37" fmla="*/ 26073 h 510686"/>
              <a:gd name="T38" fmla="*/ 4998 w 522846"/>
              <a:gd name="T39" fmla="*/ 28442 h 510686"/>
              <a:gd name="T40" fmla="*/ 9605 w 522846"/>
              <a:gd name="T41" fmla="*/ 32842 h 510686"/>
              <a:gd name="T42" fmla="*/ 14550 w 522846"/>
              <a:gd name="T43" fmla="*/ 31555 h 510686"/>
              <a:gd name="T44" fmla="*/ 9537 w 522846"/>
              <a:gd name="T45" fmla="*/ 28509 h 510686"/>
              <a:gd name="T46" fmla="*/ 8995 w 522846"/>
              <a:gd name="T47" fmla="*/ 27696 h 510686"/>
              <a:gd name="T48" fmla="*/ 9808 w 522846"/>
              <a:gd name="T49" fmla="*/ 27155 h 510686"/>
              <a:gd name="T50" fmla="*/ 17532 w 522846"/>
              <a:gd name="T51" fmla="*/ 32977 h 510686"/>
              <a:gd name="T52" fmla="*/ 22951 w 522846"/>
              <a:gd name="T53" fmla="*/ 12940 h 510686"/>
              <a:gd name="T54" fmla="*/ 23900 w 522846"/>
              <a:gd name="T55" fmla="*/ 12872 h 510686"/>
              <a:gd name="T56" fmla="*/ 23968 w 522846"/>
              <a:gd name="T57" fmla="*/ 13820 h 510686"/>
              <a:gd name="T58" fmla="*/ 19293 w 522846"/>
              <a:gd name="T59" fmla="*/ 25801 h 510686"/>
              <a:gd name="T60" fmla="*/ 20038 w 522846"/>
              <a:gd name="T61" fmla="*/ 25801 h 510686"/>
              <a:gd name="T62" fmla="*/ 30200 w 522846"/>
              <a:gd name="T63" fmla="*/ 21740 h 510686"/>
              <a:gd name="T64" fmla="*/ 32436 w 522846"/>
              <a:gd name="T65" fmla="*/ 8743 h 510686"/>
              <a:gd name="T66" fmla="*/ 33046 w 522846"/>
              <a:gd name="T67" fmla="*/ 2041 h 510686"/>
              <a:gd name="T68" fmla="*/ 15499 w 522846"/>
              <a:gd name="T69" fmla="*/ 10232 h 510686"/>
              <a:gd name="T70" fmla="*/ 14618 w 522846"/>
              <a:gd name="T71" fmla="*/ 21266 h 510686"/>
              <a:gd name="T72" fmla="*/ 14415 w 522846"/>
              <a:gd name="T73" fmla="*/ 22214 h 510686"/>
              <a:gd name="T74" fmla="*/ 13466 w 522846"/>
              <a:gd name="T75" fmla="*/ 22010 h 510686"/>
              <a:gd name="T76" fmla="*/ 14415 w 522846"/>
              <a:gd name="T77" fmla="*/ 9488 h 510686"/>
              <a:gd name="T78" fmla="*/ 36365 w 522846"/>
              <a:gd name="T79" fmla="*/ 10 h 510686"/>
              <a:gd name="T80" fmla="*/ 37178 w 522846"/>
              <a:gd name="T81" fmla="*/ 552 h 510686"/>
              <a:gd name="T82" fmla="*/ 36636 w 522846"/>
              <a:gd name="T83" fmla="*/ 1364 h 510686"/>
              <a:gd name="T84" fmla="*/ 33791 w 522846"/>
              <a:gd name="T85" fmla="*/ 8607 h 510686"/>
              <a:gd name="T86" fmla="*/ 31284 w 522846"/>
              <a:gd name="T87" fmla="*/ 22485 h 510686"/>
              <a:gd name="T88" fmla="*/ 19970 w 522846"/>
              <a:gd name="T89" fmla="*/ 27088 h 510686"/>
              <a:gd name="T90" fmla="*/ 19089 w 522846"/>
              <a:gd name="T91" fmla="*/ 27088 h 510686"/>
              <a:gd name="T92" fmla="*/ 19089 w 522846"/>
              <a:gd name="T93" fmla="*/ 35549 h 510686"/>
              <a:gd name="T94" fmla="*/ 18480 w 522846"/>
              <a:gd name="T95" fmla="*/ 36294 h 510686"/>
              <a:gd name="T96" fmla="*/ 18412 w 522846"/>
              <a:gd name="T97" fmla="*/ 36294 h 51068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522846" h="510686">
                <a:moveTo>
                  <a:pt x="258858" y="510687"/>
                </a:moveTo>
                <a:cubicBezTo>
                  <a:pt x="254095" y="510687"/>
                  <a:pt x="250285" y="506877"/>
                  <a:pt x="249333" y="502114"/>
                </a:cubicBezTo>
                <a:cubicBezTo>
                  <a:pt x="249333" y="502114"/>
                  <a:pt x="249333" y="502114"/>
                  <a:pt x="249333" y="502114"/>
                </a:cubicBezTo>
                <a:cubicBezTo>
                  <a:pt x="249333" y="502114"/>
                  <a:pt x="249333" y="501162"/>
                  <a:pt x="248380" y="501162"/>
                </a:cubicBezTo>
                <a:cubicBezTo>
                  <a:pt x="237903" y="484017"/>
                  <a:pt x="227425" y="468777"/>
                  <a:pt x="215995" y="457347"/>
                </a:cubicBezTo>
                <a:cubicBezTo>
                  <a:pt x="215995" y="457347"/>
                  <a:pt x="215043" y="458299"/>
                  <a:pt x="215043" y="458299"/>
                </a:cubicBezTo>
                <a:cubicBezTo>
                  <a:pt x="213138" y="460204"/>
                  <a:pt x="168370" y="493542"/>
                  <a:pt x="127413" y="480207"/>
                </a:cubicBezTo>
                <a:cubicBezTo>
                  <a:pt x="86455" y="466872"/>
                  <a:pt x="68358" y="435439"/>
                  <a:pt x="53118" y="409722"/>
                </a:cubicBezTo>
                <a:cubicBezTo>
                  <a:pt x="35973" y="380194"/>
                  <a:pt x="29305" y="374479"/>
                  <a:pt x="13113" y="382099"/>
                </a:cubicBezTo>
                <a:cubicBezTo>
                  <a:pt x="13113" y="382099"/>
                  <a:pt x="13113" y="382099"/>
                  <a:pt x="13113" y="382099"/>
                </a:cubicBezTo>
                <a:cubicBezTo>
                  <a:pt x="8350" y="384004"/>
                  <a:pt x="2635" y="382099"/>
                  <a:pt x="730" y="377337"/>
                </a:cubicBezTo>
                <a:cubicBezTo>
                  <a:pt x="-1175" y="372574"/>
                  <a:pt x="730" y="366859"/>
                  <a:pt x="5493" y="364954"/>
                </a:cubicBezTo>
                <a:cubicBezTo>
                  <a:pt x="5493" y="364954"/>
                  <a:pt x="5493" y="364954"/>
                  <a:pt x="5493" y="364954"/>
                </a:cubicBezTo>
                <a:cubicBezTo>
                  <a:pt x="101695" y="317329"/>
                  <a:pt x="126460" y="311614"/>
                  <a:pt x="173133" y="326854"/>
                </a:cubicBezTo>
                <a:cubicBezTo>
                  <a:pt x="228378" y="344952"/>
                  <a:pt x="233140" y="396387"/>
                  <a:pt x="234093" y="398292"/>
                </a:cubicBezTo>
                <a:cubicBezTo>
                  <a:pt x="234093" y="403054"/>
                  <a:pt x="230283" y="407817"/>
                  <a:pt x="225520" y="408769"/>
                </a:cubicBezTo>
                <a:cubicBezTo>
                  <a:pt x="219805" y="409722"/>
                  <a:pt x="215995" y="404959"/>
                  <a:pt x="215043" y="400197"/>
                </a:cubicBezTo>
                <a:cubicBezTo>
                  <a:pt x="215043" y="398292"/>
                  <a:pt x="210280" y="360192"/>
                  <a:pt x="167418" y="344952"/>
                </a:cubicBezTo>
                <a:cubicBezTo>
                  <a:pt x="132175" y="333522"/>
                  <a:pt x="111220" y="335427"/>
                  <a:pt x="45498" y="366859"/>
                </a:cubicBezTo>
                <a:cubicBezTo>
                  <a:pt x="55023" y="374479"/>
                  <a:pt x="62643" y="386862"/>
                  <a:pt x="70263" y="400197"/>
                </a:cubicBezTo>
                <a:cubicBezTo>
                  <a:pt x="84550" y="424009"/>
                  <a:pt x="100743" y="450679"/>
                  <a:pt x="135033" y="462109"/>
                </a:cubicBezTo>
                <a:cubicBezTo>
                  <a:pt x="165513" y="472587"/>
                  <a:pt x="201708" y="445917"/>
                  <a:pt x="204565" y="444012"/>
                </a:cubicBezTo>
                <a:cubicBezTo>
                  <a:pt x="167418" y="408769"/>
                  <a:pt x="135033" y="401149"/>
                  <a:pt x="134080" y="401149"/>
                </a:cubicBezTo>
                <a:cubicBezTo>
                  <a:pt x="129318" y="400197"/>
                  <a:pt x="125508" y="395434"/>
                  <a:pt x="126460" y="389719"/>
                </a:cubicBezTo>
                <a:cubicBezTo>
                  <a:pt x="127413" y="384957"/>
                  <a:pt x="132175" y="381147"/>
                  <a:pt x="137890" y="382099"/>
                </a:cubicBezTo>
                <a:cubicBezTo>
                  <a:pt x="140748" y="383052"/>
                  <a:pt x="195993" y="395434"/>
                  <a:pt x="246475" y="464014"/>
                </a:cubicBezTo>
                <a:cubicBezTo>
                  <a:pt x="238855" y="277324"/>
                  <a:pt x="318865" y="185884"/>
                  <a:pt x="322675" y="182074"/>
                </a:cubicBezTo>
                <a:cubicBezTo>
                  <a:pt x="326485" y="178264"/>
                  <a:pt x="332200" y="178264"/>
                  <a:pt x="336010" y="181122"/>
                </a:cubicBezTo>
                <a:cubicBezTo>
                  <a:pt x="339820" y="184932"/>
                  <a:pt x="339820" y="190647"/>
                  <a:pt x="336963" y="194457"/>
                </a:cubicBezTo>
                <a:cubicBezTo>
                  <a:pt x="336010" y="195409"/>
                  <a:pt x="287433" y="251607"/>
                  <a:pt x="271240" y="363049"/>
                </a:cubicBezTo>
                <a:lnTo>
                  <a:pt x="281718" y="363049"/>
                </a:lnTo>
                <a:cubicBezTo>
                  <a:pt x="282670" y="363049"/>
                  <a:pt x="383635" y="364954"/>
                  <a:pt x="424593" y="305899"/>
                </a:cubicBezTo>
                <a:cubicBezTo>
                  <a:pt x="467455" y="243987"/>
                  <a:pt x="461740" y="177312"/>
                  <a:pt x="456025" y="123019"/>
                </a:cubicBezTo>
                <a:cubicBezTo>
                  <a:pt x="452215" y="86824"/>
                  <a:pt x="449358" y="51582"/>
                  <a:pt x="464598" y="28722"/>
                </a:cubicBezTo>
                <a:cubicBezTo>
                  <a:pt x="303625" y="58249"/>
                  <a:pt x="264573" y="78252"/>
                  <a:pt x="217900" y="143974"/>
                </a:cubicBezTo>
                <a:cubicBezTo>
                  <a:pt x="161703" y="223984"/>
                  <a:pt x="203613" y="296374"/>
                  <a:pt x="205518" y="299232"/>
                </a:cubicBezTo>
                <a:cubicBezTo>
                  <a:pt x="208375" y="303994"/>
                  <a:pt x="206470" y="309709"/>
                  <a:pt x="202660" y="312567"/>
                </a:cubicBezTo>
                <a:cubicBezTo>
                  <a:pt x="197898" y="315424"/>
                  <a:pt x="192183" y="313519"/>
                  <a:pt x="189325" y="309709"/>
                </a:cubicBezTo>
                <a:cubicBezTo>
                  <a:pt x="187420" y="305899"/>
                  <a:pt x="138843" y="223984"/>
                  <a:pt x="202660" y="133497"/>
                </a:cubicBezTo>
                <a:cubicBezTo>
                  <a:pt x="256953" y="55392"/>
                  <a:pt x="300768" y="37294"/>
                  <a:pt x="511270" y="147"/>
                </a:cubicBezTo>
                <a:cubicBezTo>
                  <a:pt x="516033" y="-806"/>
                  <a:pt x="521748" y="3004"/>
                  <a:pt x="522700" y="7767"/>
                </a:cubicBezTo>
                <a:cubicBezTo>
                  <a:pt x="523653" y="12529"/>
                  <a:pt x="519843" y="18244"/>
                  <a:pt x="515080" y="19197"/>
                </a:cubicBezTo>
                <a:cubicBezTo>
                  <a:pt x="468408" y="26817"/>
                  <a:pt x="468408" y="57297"/>
                  <a:pt x="475075" y="121114"/>
                </a:cubicBezTo>
                <a:cubicBezTo>
                  <a:pt x="480790" y="178264"/>
                  <a:pt x="487458" y="248749"/>
                  <a:pt x="439833" y="316377"/>
                </a:cubicBezTo>
                <a:cubicBezTo>
                  <a:pt x="392208" y="383052"/>
                  <a:pt x="285528" y="381147"/>
                  <a:pt x="280765" y="381147"/>
                </a:cubicBezTo>
                <a:lnTo>
                  <a:pt x="268383" y="381147"/>
                </a:lnTo>
                <a:cubicBezTo>
                  <a:pt x="264573" y="416389"/>
                  <a:pt x="263620" y="455442"/>
                  <a:pt x="268383" y="500209"/>
                </a:cubicBezTo>
                <a:cubicBezTo>
                  <a:pt x="269335" y="504972"/>
                  <a:pt x="265525" y="509734"/>
                  <a:pt x="259810" y="510687"/>
                </a:cubicBezTo>
                <a:cubicBezTo>
                  <a:pt x="259810" y="510687"/>
                  <a:pt x="258858" y="510687"/>
                  <a:pt x="258858" y="510687"/>
                </a:cubicBezTo>
                <a:close/>
              </a:path>
            </a:pathLst>
          </a:custGeom>
          <a:solidFill>
            <a:srgbClr val="FFFFFF"/>
          </a:solidFill>
          <a:ln>
            <a:noFill/>
          </a:ln>
          <a:extLst>
            <a:ext uri="{91240B29-F687-4F45-9708-019B960494DF}">
              <a14:hiddenLine xmlns:a14="http://schemas.microsoft.com/office/drawing/2010/main" w="9525" cap="flat">
                <a:solidFill>
                  <a:srgbClr val="000000"/>
                </a:solidFill>
                <a:prstDash val="solid"/>
                <a:miter lim="800000"/>
                <a:headEnd/>
                <a:tailEnd/>
              </a14:hiddenLine>
            </a:ext>
          </a:extLst>
        </p:spPr>
        <p:txBody>
          <a:bodyPr anchor="ctr"/>
          <a:lstStyle/>
          <a:p>
            <a:endParaRPr lang="en-VN"/>
          </a:p>
        </p:txBody>
      </p:sp>
      <p:grpSp>
        <p:nvGrpSpPr>
          <p:cNvPr id="17" name="Gruppieren 20">
            <a:extLst>
              <a:ext uri="{FF2B5EF4-FFF2-40B4-BE49-F238E27FC236}">
                <a16:creationId xmlns:a16="http://schemas.microsoft.com/office/drawing/2014/main" id="{3E28B239-B80E-C9ED-9062-67DBB5AEB460}"/>
              </a:ext>
            </a:extLst>
          </p:cNvPr>
          <p:cNvGrpSpPr>
            <a:grpSpLocks/>
          </p:cNvGrpSpPr>
          <p:nvPr userDrawn="1"/>
        </p:nvGrpSpPr>
        <p:grpSpPr bwMode="auto">
          <a:xfrm>
            <a:off x="9542463" y="431800"/>
            <a:ext cx="1614487" cy="904875"/>
            <a:chOff x="9463668" y="1940312"/>
            <a:chExt cx="1614235" cy="904790"/>
          </a:xfrm>
        </p:grpSpPr>
        <p:sp>
          <p:nvSpPr>
            <p:cNvPr id="18" name="Textfeld 21">
              <a:extLst>
                <a:ext uri="{FF2B5EF4-FFF2-40B4-BE49-F238E27FC236}">
                  <a16:creationId xmlns:a16="http://schemas.microsoft.com/office/drawing/2014/main" id="{C7F3586D-5D84-D9BF-37F2-F7C3F6DC119F}"/>
                </a:ext>
              </a:extLst>
            </p:cNvPr>
            <p:cNvSpPr txBox="1">
              <a:spLocks noChangeArrowheads="1"/>
            </p:cNvSpPr>
            <p:nvPr/>
          </p:nvSpPr>
          <p:spPr bwMode="auto">
            <a:xfrm>
              <a:off x="9463668" y="1940312"/>
              <a:ext cx="1614235" cy="904790"/>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black thank-you-slide for white font with optional contact picture.</a:t>
              </a:r>
            </a:p>
          </p:txBody>
        </p:sp>
        <p:sp>
          <p:nvSpPr>
            <p:cNvPr id="20" name="Freihandform: Form 122">
              <a:extLst>
                <a:ext uri="{FF2B5EF4-FFF2-40B4-BE49-F238E27FC236}">
                  <a16:creationId xmlns:a16="http://schemas.microsoft.com/office/drawing/2014/main" id="{15FFE531-E6FD-05CF-BA10-4E1BFD41189F}"/>
                </a:ext>
              </a:extLst>
            </p:cNvPr>
            <p:cNvSpPr/>
            <p:nvPr/>
          </p:nvSpPr>
          <p:spPr>
            <a:xfrm>
              <a:off x="9516047" y="1994282"/>
              <a:ext cx="360307" cy="360329"/>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5"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9" name="Textplatzhalter 8"/>
          <p:cNvSpPr>
            <a:spLocks noGrp="1"/>
          </p:cNvSpPr>
          <p:nvPr>
            <p:ph type="body" sz="quarter" idx="13"/>
          </p:nvPr>
        </p:nvSpPr>
        <p:spPr bwMode="gray">
          <a:xfrm>
            <a:off x="982662" y="2701925"/>
            <a:ext cx="3989388" cy="193899"/>
          </a:xfrm>
        </p:spPr>
        <p:txBody>
          <a:bodyPr/>
          <a:lstStyle>
            <a:lvl1pPr marL="0" indent="0" rtl="0">
              <a:buNone/>
              <a:defRPr sz="1400" b="1">
                <a:solidFill>
                  <a:schemeClr val="bg1"/>
                </a:solidFill>
              </a:defRPr>
            </a:lvl1pPr>
          </a:lstStyle>
          <a:p>
            <a:pPr lvl="0"/>
            <a:r>
              <a:rPr lang="en-US"/>
              <a:t>Click to edit Master text styles</a:t>
            </a:r>
          </a:p>
        </p:txBody>
      </p:sp>
      <p:sp>
        <p:nvSpPr>
          <p:cNvPr id="3" name="Textplatzhalter 2"/>
          <p:cNvSpPr>
            <a:spLocks noGrp="1"/>
          </p:cNvSpPr>
          <p:nvPr>
            <p:ph type="body" sz="quarter" idx="15"/>
          </p:nvPr>
        </p:nvSpPr>
        <p:spPr bwMode="gray">
          <a:xfrm>
            <a:off x="982662" y="3027095"/>
            <a:ext cx="3989388" cy="1123384"/>
          </a:xfrm>
        </p:spPr>
        <p:txBody>
          <a:bodyPr/>
          <a:lstStyle>
            <a:lvl1pPr marL="0" marR="0" indent="0" algn="l" defTabSz="685800" rtl="0" eaLnBrk="1" fontAlgn="base" latinLnBrk="0" hangingPunct="1">
              <a:lnSpc>
                <a:spcPct val="90000"/>
              </a:lnSpc>
              <a:spcBef>
                <a:spcPts val="600"/>
              </a:spcBef>
              <a:spcAft>
                <a:spcPct val="0"/>
              </a:spcAft>
              <a:buClr>
                <a:srgbClr val="000000"/>
              </a:buClr>
              <a:buSzTx/>
              <a:buFont typeface="Wingdings" panose="05000000000000000000" pitchFamily="2" charset="2"/>
              <a:buNone/>
              <a:tabLst/>
              <a:defRPr sz="1000" baseline="0">
                <a:solidFill>
                  <a:schemeClr val="bg1"/>
                </a:solidFill>
              </a:defRPr>
            </a:lvl1pPr>
            <a:lvl2pPr>
              <a:defRPr sz="14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p:txBody>
      </p:sp>
      <p:sp>
        <p:nvSpPr>
          <p:cNvPr id="19" name="Bildplatzhalter 14"/>
          <p:cNvSpPr>
            <a:spLocks noGrp="1" noChangeAspect="1"/>
          </p:cNvSpPr>
          <p:nvPr>
            <p:ph type="pic" sz="quarter" idx="14"/>
          </p:nvPr>
        </p:nvSpPr>
        <p:spPr>
          <a:xfrm>
            <a:off x="5776715" y="2701925"/>
            <a:ext cx="1591200" cy="1591200"/>
          </a:xfrm>
          <a:solidFill>
            <a:schemeClr val="bg2"/>
          </a:solidFill>
          <a:ln w="19050">
            <a:solidFill>
              <a:schemeClr val="bg1"/>
            </a:solidFill>
          </a:ln>
        </p:spPr>
        <p:txBody>
          <a:bodyPr rtlCol="0" anchor="ctr">
            <a:noAutofit/>
          </a:bodyPr>
          <a:lstStyle>
            <a:lvl1pPr marL="0" indent="0" algn="ctr" rtl="0">
              <a:buNone/>
              <a:defRPr sz="1000">
                <a:solidFill>
                  <a:schemeClr val="tx1"/>
                </a:solidFill>
              </a:defRPr>
            </a:lvl1pPr>
          </a:lstStyle>
          <a:p>
            <a:pPr lvl="0"/>
            <a:r>
              <a:rPr lang="en-US" noProof="0"/>
              <a:t>Click icon to add picture</a:t>
            </a:r>
            <a:endParaRPr lang="en-GB" noProof="0" dirty="0"/>
          </a:p>
        </p:txBody>
      </p:sp>
    </p:spTree>
    <p:extLst>
      <p:ext uri="{BB962C8B-B14F-4D97-AF65-F5344CB8AC3E}">
        <p14:creationId xmlns:p14="http://schemas.microsoft.com/office/powerpoint/2010/main" val="235859311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text grey">
    <p:spTree>
      <p:nvGrpSpPr>
        <p:cNvPr id="1" name=""/>
        <p:cNvGrpSpPr/>
        <p:nvPr/>
      </p:nvGrpSpPr>
      <p:grpSpPr>
        <a:xfrm>
          <a:off x="0" y="0"/>
          <a:ext cx="0" cy="0"/>
          <a:chOff x="0" y="0"/>
          <a:chExt cx="0" cy="0"/>
        </a:xfrm>
      </p:grpSpPr>
      <p:graphicFrame>
        <p:nvGraphicFramePr>
          <p:cNvPr id="2" name="Objekt 12" hidden="1">
            <a:extLst>
              <a:ext uri="{FF2B5EF4-FFF2-40B4-BE49-F238E27FC236}">
                <a16:creationId xmlns:a16="http://schemas.microsoft.com/office/drawing/2014/main" id="{73310596-B67E-D28F-7872-2B8E603CE700}"/>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88079" name="Objekt 12" hidden="1">
                        <a:extLst>
                          <a:ext uri="{FF2B5EF4-FFF2-40B4-BE49-F238E27FC236}">
                            <a16:creationId xmlns:a16="http://schemas.microsoft.com/office/drawing/2014/main" id="{8488B82F-C559-3A02-C182-FB0E2C2FD7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Rechteck 7">
            <a:extLst>
              <a:ext uri="{FF2B5EF4-FFF2-40B4-BE49-F238E27FC236}">
                <a16:creationId xmlns:a16="http://schemas.microsoft.com/office/drawing/2014/main" id="{C90B1D7D-1270-F632-D416-4EA8C5D2F735}"/>
              </a:ext>
            </a:extLst>
          </p:cNvPr>
          <p:cNvSpPr/>
          <p:nvPr userDrawn="1"/>
        </p:nvSpPr>
        <p:spPr>
          <a:xfrm>
            <a:off x="188913" y="441325"/>
            <a:ext cx="8772525" cy="4519613"/>
          </a:xfrm>
          <a:prstGeom prst="rect">
            <a:avLst/>
          </a:prstGeom>
          <a:solidFill>
            <a:schemeClr val="bg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eaLnBrk="1" fontAlgn="auto" hangingPunct="1">
              <a:spcBef>
                <a:spcPts val="0"/>
              </a:spcBef>
              <a:spcAft>
                <a:spcPts val="0"/>
              </a:spcAft>
              <a:defRPr/>
            </a:pPr>
            <a:endParaRPr lang="en-GB" sz="1200" dirty="0">
              <a:solidFill>
                <a:schemeClr val="tx1"/>
              </a:solidFill>
            </a:endParaRPr>
          </a:p>
        </p:txBody>
      </p:sp>
      <p:grpSp>
        <p:nvGrpSpPr>
          <p:cNvPr id="6" name="Gruppieren 9">
            <a:extLst>
              <a:ext uri="{FF2B5EF4-FFF2-40B4-BE49-F238E27FC236}">
                <a16:creationId xmlns:a16="http://schemas.microsoft.com/office/drawing/2014/main" id="{BDD9CF1B-38D3-FCF4-5CFC-98086F400750}"/>
              </a:ext>
            </a:extLst>
          </p:cNvPr>
          <p:cNvGrpSpPr>
            <a:grpSpLocks/>
          </p:cNvGrpSpPr>
          <p:nvPr userDrawn="1"/>
        </p:nvGrpSpPr>
        <p:grpSpPr bwMode="auto">
          <a:xfrm>
            <a:off x="9542463" y="431800"/>
            <a:ext cx="1614487" cy="798513"/>
            <a:chOff x="9463668" y="1940312"/>
            <a:chExt cx="1614235" cy="797069"/>
          </a:xfrm>
        </p:grpSpPr>
        <p:sp>
          <p:nvSpPr>
            <p:cNvPr id="7" name="Textfeld 11">
              <a:extLst>
                <a:ext uri="{FF2B5EF4-FFF2-40B4-BE49-F238E27FC236}">
                  <a16:creationId xmlns:a16="http://schemas.microsoft.com/office/drawing/2014/main" id="{F17371CD-1442-B281-CA7D-8D653CFCE001}"/>
                </a:ext>
              </a:extLst>
            </p:cNvPr>
            <p:cNvSpPr txBox="1">
              <a:spLocks noChangeArrowheads="1"/>
            </p:cNvSpPr>
            <p:nvPr/>
          </p:nvSpPr>
          <p:spPr bwMode="auto">
            <a:xfrm>
              <a:off x="9463668" y="1940312"/>
              <a:ext cx="1614235" cy="797069"/>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grey slide for black text</a:t>
              </a:r>
              <a:br>
                <a:rPr lang="en-GB" altLang="en-VN" sz="700">
                  <a:solidFill>
                    <a:schemeClr val="bg1"/>
                  </a:solidFill>
                </a:rPr>
              </a:br>
              <a:r>
                <a:rPr lang="en-GB" altLang="en-VN" sz="700">
                  <a:solidFill>
                    <a:schemeClr val="bg1"/>
                  </a:solidFill>
                </a:rPr>
                <a:t>without image.</a:t>
              </a:r>
            </a:p>
          </p:txBody>
        </p:sp>
        <p:sp>
          <p:nvSpPr>
            <p:cNvPr id="8" name="Freihandform: Form 122">
              <a:extLst>
                <a:ext uri="{FF2B5EF4-FFF2-40B4-BE49-F238E27FC236}">
                  <a16:creationId xmlns:a16="http://schemas.microsoft.com/office/drawing/2014/main" id="{B5297D93-1219-047A-92E3-FC1E2C0CA32E}"/>
                </a:ext>
              </a:extLst>
            </p:cNvPr>
            <p:cNvSpPr/>
            <p:nvPr/>
          </p:nvSpPr>
          <p:spPr>
            <a:xfrm>
              <a:off x="9516047" y="1994189"/>
              <a:ext cx="360307" cy="359711"/>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5"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11" name="Titel 10"/>
          <p:cNvSpPr>
            <a:spLocks noGrp="1"/>
          </p:cNvSpPr>
          <p:nvPr>
            <p:ph type="title"/>
          </p:nvPr>
        </p:nvSpPr>
        <p:spPr/>
        <p:txBody>
          <a:bodyPr/>
          <a:lstStyle>
            <a:lvl1pPr rtl="0">
              <a:defRPr/>
            </a:lvl1pPr>
          </a:lstStyle>
          <a:p>
            <a:r>
              <a:rPr lang="en-US"/>
              <a:t>Click to edit Master title style</a:t>
            </a:r>
            <a:endParaRPr lang="en-GB" dirty="0"/>
          </a:p>
        </p:txBody>
      </p:sp>
      <p:sp>
        <p:nvSpPr>
          <p:cNvPr id="3" name="Textplatzhalter 2"/>
          <p:cNvSpPr>
            <a:spLocks noGrp="1"/>
          </p:cNvSpPr>
          <p:nvPr>
            <p:ph type="body" sz="quarter" idx="10"/>
          </p:nvPr>
        </p:nvSpPr>
        <p:spPr>
          <a:xfrm>
            <a:off x="978102" y="1263728"/>
            <a:ext cx="7191375" cy="1166473"/>
          </a:xfrm>
        </p:spPr>
        <p:txBody>
          <a:bodyPr>
            <a:noAutofit/>
          </a:bodyPr>
          <a:lstStyle>
            <a:lvl1pPr rtl="0">
              <a:defRPr/>
            </a:lvl1pPr>
            <a:lvl2pPr rtl="0">
              <a:defRPr/>
            </a:lvl2pPr>
            <a:lvl3pPr rtl="0">
              <a:defRPr/>
            </a:lvl3pPr>
            <a:lvl4pPr rtl="0">
              <a:defRPr/>
            </a:lvl4pPr>
            <a:lvl5pPr rtl="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platzhalter 4"/>
          <p:cNvSpPr>
            <a:spLocks noGrp="1"/>
          </p:cNvSpPr>
          <p:nvPr>
            <p:ph type="body" sz="quarter" idx="12"/>
          </p:nvPr>
        </p:nvSpPr>
        <p:spPr>
          <a:xfrm>
            <a:off x="3371850"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a:p>
            <a:pPr lvl="1"/>
            <a:r>
              <a:rPr lang="en-US"/>
              <a:t>Second level</a:t>
            </a:r>
          </a:p>
          <a:p>
            <a:pPr lvl="2"/>
            <a:r>
              <a:rPr lang="en-US"/>
              <a:t>Third level</a:t>
            </a:r>
          </a:p>
        </p:txBody>
      </p:sp>
      <p:sp>
        <p:nvSpPr>
          <p:cNvPr id="9" name="Fußzeilenplatzhalter 1">
            <a:extLst>
              <a:ext uri="{FF2B5EF4-FFF2-40B4-BE49-F238E27FC236}">
                <a16:creationId xmlns:a16="http://schemas.microsoft.com/office/drawing/2014/main" id="{480E1975-9997-CF82-53C4-C870869BC32E}"/>
              </a:ext>
            </a:extLst>
          </p:cNvPr>
          <p:cNvSpPr>
            <a:spLocks noGrp="1"/>
          </p:cNvSpPr>
          <p:nvPr>
            <p:ph type="ftr" sz="quarter" idx="13"/>
          </p:nvPr>
        </p:nvSpPr>
        <p:spPr/>
        <p:txBody>
          <a:bodyPr/>
          <a:lstStyle>
            <a:lvl1pPr rtl="0">
              <a:defRPr/>
            </a:lvl1pPr>
          </a:lstStyle>
          <a:p>
            <a:pPr>
              <a:defRPr/>
            </a:pPr>
            <a:r>
              <a:rPr lang="en-GB"/>
              <a:t>Type here if  add info needed  for every slide</a:t>
            </a:r>
          </a:p>
        </p:txBody>
      </p:sp>
      <p:sp>
        <p:nvSpPr>
          <p:cNvPr id="10" name="Datumsplatzhalter 28">
            <a:extLst>
              <a:ext uri="{FF2B5EF4-FFF2-40B4-BE49-F238E27FC236}">
                <a16:creationId xmlns:a16="http://schemas.microsoft.com/office/drawing/2014/main" id="{E45B53FA-63FB-34E6-0A4F-8F7853B4B72B}"/>
              </a:ext>
            </a:extLst>
          </p:cNvPr>
          <p:cNvSpPr>
            <a:spLocks noGrp="1"/>
          </p:cNvSpPr>
          <p:nvPr>
            <p:ph type="dt" sz="half" idx="14"/>
          </p:nvPr>
        </p:nvSpPr>
        <p:spPr/>
        <p:txBody>
          <a:bodyPr/>
          <a:lstStyle>
            <a:lvl1pPr algn="l" rtl="0">
              <a:defRPr lang="de-DE" sz="600" b="1">
                <a:solidFill>
                  <a:srgbClr val="000000"/>
                </a:solidFill>
              </a:defRPr>
            </a:lvl1pPr>
          </a:lstStyle>
          <a:p>
            <a:pPr>
              <a:defRPr/>
            </a:pPr>
            <a:fld id="{51513B7D-20CC-DD47-8015-1E2F6ADADA54}" type="datetime4">
              <a:rPr lang="en-GB"/>
              <a:pPr>
                <a:defRPr/>
              </a:pPr>
              <a:t>25 November 2025</a:t>
            </a:fld>
            <a:endParaRPr lang="en-GB" dirty="0"/>
          </a:p>
        </p:txBody>
      </p:sp>
    </p:spTree>
    <p:extLst>
      <p:ext uri="{BB962C8B-B14F-4D97-AF65-F5344CB8AC3E}">
        <p14:creationId xmlns:p14="http://schemas.microsoft.com/office/powerpoint/2010/main" val="334325885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text grey pattern">
    <p:spTree>
      <p:nvGrpSpPr>
        <p:cNvPr id="1" name=""/>
        <p:cNvGrpSpPr/>
        <p:nvPr/>
      </p:nvGrpSpPr>
      <p:grpSpPr>
        <a:xfrm>
          <a:off x="0" y="0"/>
          <a:ext cx="0" cy="0"/>
          <a:chOff x="0" y="0"/>
          <a:chExt cx="0" cy="0"/>
        </a:xfrm>
      </p:grpSpPr>
      <p:graphicFrame>
        <p:nvGraphicFramePr>
          <p:cNvPr id="2" name="Objekt 12" hidden="1">
            <a:extLst>
              <a:ext uri="{FF2B5EF4-FFF2-40B4-BE49-F238E27FC236}">
                <a16:creationId xmlns:a16="http://schemas.microsoft.com/office/drawing/2014/main" id="{F76C6EDB-001B-1BF2-DF3E-CD8D7CAABAB5}"/>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89103" name="Objekt 12" hidden="1">
                        <a:extLst>
                          <a:ext uri="{FF2B5EF4-FFF2-40B4-BE49-F238E27FC236}">
                            <a16:creationId xmlns:a16="http://schemas.microsoft.com/office/drawing/2014/main" id="{9D4B436C-43A2-CDFE-0CE2-2A9D6420C9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 name="Picture Placeholder 10">
            <a:extLst>
              <a:ext uri="{FF2B5EF4-FFF2-40B4-BE49-F238E27FC236}">
                <a16:creationId xmlns:a16="http://schemas.microsoft.com/office/drawing/2014/main" id="{42DA553C-1583-4869-C755-D70E114F987F}"/>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t="104" b="104"/>
          <a:stretch>
            <a:fillRect/>
          </a:stretch>
        </p:blipFill>
        <p:spPr bwMode="auto">
          <a:xfrm>
            <a:off x="188913" y="441325"/>
            <a:ext cx="8772525" cy="451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uppieren 11">
            <a:extLst>
              <a:ext uri="{FF2B5EF4-FFF2-40B4-BE49-F238E27FC236}">
                <a16:creationId xmlns:a16="http://schemas.microsoft.com/office/drawing/2014/main" id="{2621D828-99C0-D5BD-AA85-78226F85B581}"/>
              </a:ext>
            </a:extLst>
          </p:cNvPr>
          <p:cNvGrpSpPr>
            <a:grpSpLocks/>
          </p:cNvGrpSpPr>
          <p:nvPr userDrawn="1"/>
        </p:nvGrpSpPr>
        <p:grpSpPr bwMode="auto">
          <a:xfrm>
            <a:off x="9542463" y="431800"/>
            <a:ext cx="1614487" cy="798513"/>
            <a:chOff x="9463668" y="1940312"/>
            <a:chExt cx="1614235" cy="797069"/>
          </a:xfrm>
        </p:grpSpPr>
        <p:sp>
          <p:nvSpPr>
            <p:cNvPr id="6" name="Textfeld 13">
              <a:extLst>
                <a:ext uri="{FF2B5EF4-FFF2-40B4-BE49-F238E27FC236}">
                  <a16:creationId xmlns:a16="http://schemas.microsoft.com/office/drawing/2014/main" id="{5B2527BD-CA8B-5D12-CC02-B7A31A4609BC}"/>
                </a:ext>
              </a:extLst>
            </p:cNvPr>
            <p:cNvSpPr txBox="1">
              <a:spLocks noChangeArrowheads="1"/>
            </p:cNvSpPr>
            <p:nvPr/>
          </p:nvSpPr>
          <p:spPr bwMode="auto">
            <a:xfrm>
              <a:off x="9463668" y="1940312"/>
              <a:ext cx="1614235" cy="797069"/>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grey slide for black text </a:t>
              </a:r>
              <a:br>
                <a:rPr lang="en-GB" altLang="en-VN" sz="700">
                  <a:solidFill>
                    <a:schemeClr val="bg1"/>
                  </a:solidFill>
                </a:rPr>
              </a:br>
              <a:r>
                <a:rPr lang="en-GB" altLang="en-VN" sz="700">
                  <a:solidFill>
                    <a:schemeClr val="bg1"/>
                  </a:solidFill>
                </a:rPr>
                <a:t>without image.</a:t>
              </a:r>
            </a:p>
          </p:txBody>
        </p:sp>
        <p:sp>
          <p:nvSpPr>
            <p:cNvPr id="7" name="Freihandform: Form 122">
              <a:extLst>
                <a:ext uri="{FF2B5EF4-FFF2-40B4-BE49-F238E27FC236}">
                  <a16:creationId xmlns:a16="http://schemas.microsoft.com/office/drawing/2014/main" id="{2F7B1DBC-85CF-E012-2D6E-EC8F27042FCF}"/>
                </a:ext>
              </a:extLst>
            </p:cNvPr>
            <p:cNvSpPr/>
            <p:nvPr/>
          </p:nvSpPr>
          <p:spPr>
            <a:xfrm>
              <a:off x="9516047" y="1994189"/>
              <a:ext cx="360307" cy="359711"/>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6"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11" name="Titel 10"/>
          <p:cNvSpPr>
            <a:spLocks noGrp="1"/>
          </p:cNvSpPr>
          <p:nvPr>
            <p:ph type="title"/>
          </p:nvPr>
        </p:nvSpPr>
        <p:spPr/>
        <p:txBody>
          <a:bodyPr/>
          <a:lstStyle>
            <a:lvl1pPr rtl="0">
              <a:defRPr/>
            </a:lvl1pPr>
          </a:lstStyle>
          <a:p>
            <a:r>
              <a:rPr lang="en-US"/>
              <a:t>Click to edit Master title style</a:t>
            </a:r>
            <a:endParaRPr lang="en-GB" dirty="0"/>
          </a:p>
        </p:txBody>
      </p:sp>
      <p:sp>
        <p:nvSpPr>
          <p:cNvPr id="3" name="Textplatzhalter 2"/>
          <p:cNvSpPr>
            <a:spLocks noGrp="1"/>
          </p:cNvSpPr>
          <p:nvPr>
            <p:ph type="body" sz="quarter" idx="10"/>
          </p:nvPr>
        </p:nvSpPr>
        <p:spPr>
          <a:xfrm>
            <a:off x="978102" y="1263728"/>
            <a:ext cx="7191375" cy="1166473"/>
          </a:xfrm>
        </p:spPr>
        <p:txBody>
          <a:bodyPr/>
          <a:lstStyle>
            <a:lvl1pPr rtl="0">
              <a:defRPr/>
            </a:lvl1pPr>
            <a:lvl2pPr rtl="0">
              <a:defRPr/>
            </a:lvl2pPr>
            <a:lvl3pPr rtl="0">
              <a:defRPr/>
            </a:lvl3pPr>
            <a:lvl4pPr rtl="0">
              <a:defRPr/>
            </a:lvl4pPr>
            <a:lvl5pPr rtl="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extplatzhalter 4"/>
          <p:cNvSpPr>
            <a:spLocks noGrp="1"/>
          </p:cNvSpPr>
          <p:nvPr>
            <p:ph type="body" sz="quarter" idx="12"/>
          </p:nvPr>
        </p:nvSpPr>
        <p:spPr>
          <a:xfrm>
            <a:off x="3371850"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a:p>
            <a:pPr lvl="1"/>
            <a:r>
              <a:rPr lang="en-US"/>
              <a:t>Second level</a:t>
            </a:r>
          </a:p>
          <a:p>
            <a:pPr lvl="2"/>
            <a:r>
              <a:rPr lang="en-US"/>
              <a:t>Third level</a:t>
            </a:r>
          </a:p>
        </p:txBody>
      </p:sp>
      <p:sp>
        <p:nvSpPr>
          <p:cNvPr id="8" name="Fußzeilenplatzhalter 1">
            <a:extLst>
              <a:ext uri="{FF2B5EF4-FFF2-40B4-BE49-F238E27FC236}">
                <a16:creationId xmlns:a16="http://schemas.microsoft.com/office/drawing/2014/main" id="{10BCADAB-8715-F7DF-3B8A-ADCF7225C962}"/>
              </a:ext>
            </a:extLst>
          </p:cNvPr>
          <p:cNvSpPr>
            <a:spLocks noGrp="1"/>
          </p:cNvSpPr>
          <p:nvPr>
            <p:ph type="ftr" sz="quarter" idx="13"/>
          </p:nvPr>
        </p:nvSpPr>
        <p:spPr/>
        <p:txBody>
          <a:bodyPr/>
          <a:lstStyle>
            <a:lvl1pPr rtl="0">
              <a:defRPr/>
            </a:lvl1pPr>
          </a:lstStyle>
          <a:p>
            <a:pPr>
              <a:defRPr/>
            </a:pPr>
            <a:r>
              <a:rPr lang="en-GB"/>
              <a:t>Type here if  add info needed  for every slide</a:t>
            </a:r>
          </a:p>
        </p:txBody>
      </p:sp>
      <p:sp>
        <p:nvSpPr>
          <p:cNvPr id="10" name="Datumsplatzhalter 28">
            <a:extLst>
              <a:ext uri="{FF2B5EF4-FFF2-40B4-BE49-F238E27FC236}">
                <a16:creationId xmlns:a16="http://schemas.microsoft.com/office/drawing/2014/main" id="{F901AE73-DD11-CA9B-EBFA-ACE664888678}"/>
              </a:ext>
            </a:extLst>
          </p:cNvPr>
          <p:cNvSpPr>
            <a:spLocks noGrp="1"/>
          </p:cNvSpPr>
          <p:nvPr>
            <p:ph type="dt" sz="half" idx="14"/>
          </p:nvPr>
        </p:nvSpPr>
        <p:spPr/>
        <p:txBody>
          <a:bodyPr/>
          <a:lstStyle>
            <a:lvl1pPr algn="l" rtl="0">
              <a:defRPr lang="de-DE" sz="600" b="1">
                <a:solidFill>
                  <a:srgbClr val="000000"/>
                </a:solidFill>
              </a:defRPr>
            </a:lvl1pPr>
          </a:lstStyle>
          <a:p>
            <a:pPr>
              <a:defRPr/>
            </a:pPr>
            <a:fld id="{5ADEA7A5-CA63-D944-A3CA-547EFDB69466}" type="datetime4">
              <a:rPr lang="en-GB"/>
              <a:pPr>
                <a:defRPr/>
              </a:pPr>
              <a:t>25 November 2025</a:t>
            </a:fld>
            <a:endParaRPr lang="en-GB" dirty="0"/>
          </a:p>
        </p:txBody>
      </p:sp>
    </p:spTree>
    <p:extLst>
      <p:ext uri="{BB962C8B-B14F-4D97-AF65-F5344CB8AC3E}">
        <p14:creationId xmlns:p14="http://schemas.microsoft.com/office/powerpoint/2010/main" val="201731128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Agenda slide 1 grey">
    <p:spTree>
      <p:nvGrpSpPr>
        <p:cNvPr id="1" name=""/>
        <p:cNvGrpSpPr/>
        <p:nvPr/>
      </p:nvGrpSpPr>
      <p:grpSpPr>
        <a:xfrm>
          <a:off x="0" y="0"/>
          <a:ext cx="0" cy="0"/>
          <a:chOff x="0" y="0"/>
          <a:chExt cx="0" cy="0"/>
        </a:xfrm>
      </p:grpSpPr>
      <p:graphicFrame>
        <p:nvGraphicFramePr>
          <p:cNvPr id="2" name="Objekt 12" hidden="1">
            <a:extLst>
              <a:ext uri="{FF2B5EF4-FFF2-40B4-BE49-F238E27FC236}">
                <a16:creationId xmlns:a16="http://schemas.microsoft.com/office/drawing/2014/main" id="{6B8C6BCD-94E2-A9C5-C3F4-69A788FC5D9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90127" name="Objekt 12" hidden="1">
                        <a:extLst>
                          <a:ext uri="{FF2B5EF4-FFF2-40B4-BE49-F238E27FC236}">
                            <a16:creationId xmlns:a16="http://schemas.microsoft.com/office/drawing/2014/main" id="{B12F2229-967C-D0B4-9F97-86DA40821D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 name="Picture Placeholder 10">
            <a:extLst>
              <a:ext uri="{FF2B5EF4-FFF2-40B4-BE49-F238E27FC236}">
                <a16:creationId xmlns:a16="http://schemas.microsoft.com/office/drawing/2014/main" id="{7CF1FD31-0B5A-5FC0-92DF-311CEB3246C3}"/>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t="104" b="104"/>
          <a:stretch>
            <a:fillRect/>
          </a:stretch>
        </p:blipFill>
        <p:spPr bwMode="auto">
          <a:xfrm>
            <a:off x="188913" y="441325"/>
            <a:ext cx="8772525" cy="451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uppieren 14">
            <a:extLst>
              <a:ext uri="{FF2B5EF4-FFF2-40B4-BE49-F238E27FC236}">
                <a16:creationId xmlns:a16="http://schemas.microsoft.com/office/drawing/2014/main" id="{D9014E30-1E7C-A224-7D25-CDCD015A4D93}"/>
              </a:ext>
            </a:extLst>
          </p:cNvPr>
          <p:cNvGrpSpPr>
            <a:grpSpLocks/>
          </p:cNvGrpSpPr>
          <p:nvPr userDrawn="1"/>
        </p:nvGrpSpPr>
        <p:grpSpPr bwMode="auto">
          <a:xfrm>
            <a:off x="7767638" y="106363"/>
            <a:ext cx="1193800" cy="222250"/>
            <a:chOff x="8174038" y="147638"/>
            <a:chExt cx="787400" cy="146050"/>
          </a:xfrm>
        </p:grpSpPr>
        <p:sp>
          <p:nvSpPr>
            <p:cNvPr id="7" name="AutoShape 89">
              <a:extLst>
                <a:ext uri="{FF2B5EF4-FFF2-40B4-BE49-F238E27FC236}">
                  <a16:creationId xmlns:a16="http://schemas.microsoft.com/office/drawing/2014/main" id="{944FB217-0C99-A717-6181-FB6D7877B42C}"/>
                </a:ext>
              </a:extLst>
            </p:cNvPr>
            <p:cNvSpPr>
              <a:spLocks noChangeAspect="1" noChangeArrowheads="1" noTextEdit="1"/>
            </p:cNvSpPr>
            <p:nvPr userDrawn="1"/>
          </p:nvSpPr>
          <p:spPr bwMode="auto">
            <a:xfrm>
              <a:off x="8174038" y="147638"/>
              <a:ext cx="787400"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VN"/>
            </a:p>
          </p:txBody>
        </p:sp>
        <p:sp>
          <p:nvSpPr>
            <p:cNvPr id="8" name="Rectangle 91">
              <a:extLst>
                <a:ext uri="{FF2B5EF4-FFF2-40B4-BE49-F238E27FC236}">
                  <a16:creationId xmlns:a16="http://schemas.microsoft.com/office/drawing/2014/main" id="{682E0604-50E4-DF98-6FEE-38C3B145222B}"/>
                </a:ext>
              </a:extLst>
            </p:cNvPr>
            <p:cNvSpPr>
              <a:spLocks noChangeArrowheads="1"/>
            </p:cNvSpPr>
            <p:nvPr userDrawn="1"/>
          </p:nvSpPr>
          <p:spPr bwMode="auto">
            <a:xfrm>
              <a:off x="8174038" y="147638"/>
              <a:ext cx="787400" cy="146050"/>
            </a:xfrm>
            <a:prstGeom prst="rect">
              <a:avLst/>
            </a:prstGeom>
            <a:solidFill>
              <a:schemeClr val="accent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10" name="Rectangle 92">
              <a:extLst>
                <a:ext uri="{FF2B5EF4-FFF2-40B4-BE49-F238E27FC236}">
                  <a16:creationId xmlns:a16="http://schemas.microsoft.com/office/drawing/2014/main" id="{2AEB5620-766C-9081-2882-5C9579F7A2FA}"/>
                </a:ext>
              </a:extLst>
            </p:cNvPr>
            <p:cNvSpPr>
              <a:spLocks noChangeArrowheads="1"/>
            </p:cNvSpPr>
            <p:nvPr userDrawn="1"/>
          </p:nvSpPr>
          <p:spPr bwMode="auto">
            <a:xfrm>
              <a:off x="8854636" y="187280"/>
              <a:ext cx="69107" cy="66766"/>
            </a:xfrm>
            <a:prstGeom prst="rect">
              <a:avLst/>
            </a:prstGeom>
            <a:solidFill>
              <a:schemeClr val="bg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11" name="Freeform 93">
              <a:extLst>
                <a:ext uri="{FF2B5EF4-FFF2-40B4-BE49-F238E27FC236}">
                  <a16:creationId xmlns:a16="http://schemas.microsoft.com/office/drawing/2014/main" id="{EF6E0AC1-4E20-F52C-3D39-426F008E2FE5}"/>
                </a:ext>
              </a:extLst>
            </p:cNvPr>
            <p:cNvSpPr>
              <a:spLocks/>
            </p:cNvSpPr>
            <p:nvPr userDrawn="1"/>
          </p:nvSpPr>
          <p:spPr bwMode="auto">
            <a:xfrm>
              <a:off x="8621713" y="185738"/>
              <a:ext cx="65088" cy="69850"/>
            </a:xfrm>
            <a:custGeom>
              <a:avLst/>
              <a:gdLst>
                <a:gd name="T0" fmla="*/ 2147483646 w 40"/>
                <a:gd name="T1" fmla="*/ 2147483646 h 44"/>
                <a:gd name="T2" fmla="*/ 2147483646 w 40"/>
                <a:gd name="T3" fmla="*/ 2147483646 h 44"/>
                <a:gd name="T4" fmla="*/ 2147483646 w 40"/>
                <a:gd name="T5" fmla="*/ 2147483646 h 44"/>
                <a:gd name="T6" fmla="*/ 2147483646 w 40"/>
                <a:gd name="T7" fmla="*/ 2147483646 h 44"/>
                <a:gd name="T8" fmla="*/ 2147483646 w 40"/>
                <a:gd name="T9" fmla="*/ 2147483646 h 44"/>
                <a:gd name="T10" fmla="*/ 2147483646 w 40"/>
                <a:gd name="T11" fmla="*/ 2147483646 h 44"/>
                <a:gd name="T12" fmla="*/ 2147483646 w 40"/>
                <a:gd name="T13" fmla="*/ 2147483646 h 44"/>
                <a:gd name="T14" fmla="*/ 2147483646 w 40"/>
                <a:gd name="T15" fmla="*/ 2147483646 h 44"/>
                <a:gd name="T16" fmla="*/ 2147483646 w 40"/>
                <a:gd name="T17" fmla="*/ 2147483646 h 44"/>
                <a:gd name="T18" fmla="*/ 2147483646 w 40"/>
                <a:gd name="T19" fmla="*/ 2147483646 h 44"/>
                <a:gd name="T20" fmla="*/ 2147483646 w 40"/>
                <a:gd name="T21" fmla="*/ 2147483646 h 44"/>
                <a:gd name="T22" fmla="*/ 2147483646 w 40"/>
                <a:gd name="T23" fmla="*/ 0 h 44"/>
                <a:gd name="T24" fmla="*/ 0 w 40"/>
                <a:gd name="T25" fmla="*/ 2147483646 h 44"/>
                <a:gd name="T26" fmla="*/ 2147483646 w 40"/>
                <a:gd name="T27" fmla="*/ 2147483646 h 44"/>
                <a:gd name="T28" fmla="*/ 2147483646 w 40"/>
                <a:gd name="T29" fmla="*/ 2147483646 h 44"/>
                <a:gd name="T30" fmla="*/ 2147483646 w 40"/>
                <a:gd name="T31" fmla="*/ 2147483646 h 44"/>
                <a:gd name="T32" fmla="*/ 2147483646 w 40"/>
                <a:gd name="T33" fmla="*/ 2147483646 h 44"/>
                <a:gd name="T34" fmla="*/ 2147483646 w 40"/>
                <a:gd name="T35" fmla="*/ 2147483646 h 4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0" h="44">
                  <a:moveTo>
                    <a:pt x="21" y="18"/>
                  </a:moveTo>
                  <a:cubicBezTo>
                    <a:pt x="21" y="26"/>
                    <a:pt x="21" y="26"/>
                    <a:pt x="21" y="26"/>
                  </a:cubicBezTo>
                  <a:cubicBezTo>
                    <a:pt x="31" y="26"/>
                    <a:pt x="31" y="26"/>
                    <a:pt x="31" y="26"/>
                  </a:cubicBezTo>
                  <a:cubicBezTo>
                    <a:pt x="31" y="33"/>
                    <a:pt x="31" y="33"/>
                    <a:pt x="31" y="33"/>
                  </a:cubicBezTo>
                  <a:cubicBezTo>
                    <a:pt x="29" y="35"/>
                    <a:pt x="26" y="36"/>
                    <a:pt x="22" y="36"/>
                  </a:cubicBezTo>
                  <a:cubicBezTo>
                    <a:pt x="14" y="36"/>
                    <a:pt x="8" y="31"/>
                    <a:pt x="8" y="22"/>
                  </a:cubicBezTo>
                  <a:cubicBezTo>
                    <a:pt x="8" y="13"/>
                    <a:pt x="14" y="8"/>
                    <a:pt x="22" y="8"/>
                  </a:cubicBezTo>
                  <a:cubicBezTo>
                    <a:pt x="26" y="8"/>
                    <a:pt x="30" y="9"/>
                    <a:pt x="33" y="12"/>
                  </a:cubicBezTo>
                  <a:cubicBezTo>
                    <a:pt x="33" y="12"/>
                    <a:pt x="33" y="12"/>
                    <a:pt x="33" y="12"/>
                  </a:cubicBezTo>
                  <a:cubicBezTo>
                    <a:pt x="39" y="7"/>
                    <a:pt x="39" y="7"/>
                    <a:pt x="39" y="7"/>
                  </a:cubicBezTo>
                  <a:cubicBezTo>
                    <a:pt x="38" y="7"/>
                    <a:pt x="38" y="7"/>
                    <a:pt x="38" y="7"/>
                  </a:cubicBezTo>
                  <a:cubicBezTo>
                    <a:pt x="34" y="3"/>
                    <a:pt x="29" y="0"/>
                    <a:pt x="22" y="0"/>
                  </a:cubicBezTo>
                  <a:cubicBezTo>
                    <a:pt x="9" y="0"/>
                    <a:pt x="0" y="9"/>
                    <a:pt x="0" y="22"/>
                  </a:cubicBezTo>
                  <a:cubicBezTo>
                    <a:pt x="0" y="35"/>
                    <a:pt x="9" y="44"/>
                    <a:pt x="22" y="44"/>
                  </a:cubicBezTo>
                  <a:cubicBezTo>
                    <a:pt x="29" y="44"/>
                    <a:pt x="36" y="41"/>
                    <a:pt x="40" y="36"/>
                  </a:cubicBezTo>
                  <a:cubicBezTo>
                    <a:pt x="40" y="35"/>
                    <a:pt x="40" y="35"/>
                    <a:pt x="40" y="35"/>
                  </a:cubicBezTo>
                  <a:cubicBezTo>
                    <a:pt x="40" y="18"/>
                    <a:pt x="40" y="18"/>
                    <a:pt x="40" y="18"/>
                  </a:cubicBezTo>
                  <a:lnTo>
                    <a:pt x="21" y="1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2" name="Freeform 94">
              <a:extLst>
                <a:ext uri="{FF2B5EF4-FFF2-40B4-BE49-F238E27FC236}">
                  <a16:creationId xmlns:a16="http://schemas.microsoft.com/office/drawing/2014/main" id="{B075FA56-FE4A-9C4B-7447-5A9F288C51D5}"/>
                </a:ext>
              </a:extLst>
            </p:cNvPr>
            <p:cNvSpPr>
              <a:spLocks/>
            </p:cNvSpPr>
            <p:nvPr userDrawn="1"/>
          </p:nvSpPr>
          <p:spPr bwMode="auto">
            <a:xfrm>
              <a:off x="8702676" y="187326"/>
              <a:ext cx="50800" cy="66675"/>
            </a:xfrm>
            <a:custGeom>
              <a:avLst/>
              <a:gdLst>
                <a:gd name="T0" fmla="*/ 2147483646 w 32"/>
                <a:gd name="T1" fmla="*/ 2147483646 h 42"/>
                <a:gd name="T2" fmla="*/ 2147483646 w 32"/>
                <a:gd name="T3" fmla="*/ 0 h 42"/>
                <a:gd name="T4" fmla="*/ 0 w 32"/>
                <a:gd name="T5" fmla="*/ 0 h 42"/>
                <a:gd name="T6" fmla="*/ 0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2147483646 h 42"/>
                <a:gd name="T16" fmla="*/ 2147483646 w 32"/>
                <a:gd name="T17" fmla="*/ 2147483646 h 42"/>
                <a:gd name="T18" fmla="*/ 2147483646 w 32"/>
                <a:gd name="T19" fmla="*/ 2147483646 h 42"/>
                <a:gd name="T20" fmla="*/ 2147483646 w 32"/>
                <a:gd name="T21" fmla="*/ 2147483646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2" h="42">
                  <a:moveTo>
                    <a:pt x="32" y="8"/>
                  </a:moveTo>
                  <a:lnTo>
                    <a:pt x="32" y="0"/>
                  </a:lnTo>
                  <a:lnTo>
                    <a:pt x="0" y="0"/>
                  </a:lnTo>
                  <a:lnTo>
                    <a:pt x="0" y="42"/>
                  </a:lnTo>
                  <a:lnTo>
                    <a:pt x="9" y="42"/>
                  </a:lnTo>
                  <a:lnTo>
                    <a:pt x="9" y="25"/>
                  </a:lnTo>
                  <a:lnTo>
                    <a:pt x="31" y="25"/>
                  </a:lnTo>
                  <a:lnTo>
                    <a:pt x="31" y="18"/>
                  </a:lnTo>
                  <a:lnTo>
                    <a:pt x="9" y="18"/>
                  </a:lnTo>
                  <a:lnTo>
                    <a:pt x="9" y="8"/>
                  </a:lnTo>
                  <a:lnTo>
                    <a:pt x="32" y="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3" name="Freeform 95">
              <a:extLst>
                <a:ext uri="{FF2B5EF4-FFF2-40B4-BE49-F238E27FC236}">
                  <a16:creationId xmlns:a16="http://schemas.microsoft.com/office/drawing/2014/main" id="{B98F2386-5569-EB6C-0B89-A1B5B16FC3F0}"/>
                </a:ext>
              </a:extLst>
            </p:cNvPr>
            <p:cNvSpPr>
              <a:spLocks/>
            </p:cNvSpPr>
            <p:nvPr userDrawn="1"/>
          </p:nvSpPr>
          <p:spPr bwMode="auto">
            <a:xfrm>
              <a:off x="8761413" y="187326"/>
              <a:ext cx="50800" cy="66675"/>
            </a:xfrm>
            <a:custGeom>
              <a:avLst/>
              <a:gdLst>
                <a:gd name="T0" fmla="*/ 0 w 32"/>
                <a:gd name="T1" fmla="*/ 0 h 42"/>
                <a:gd name="T2" fmla="*/ 0 w 32"/>
                <a:gd name="T3" fmla="*/ 2147483646 h 42"/>
                <a:gd name="T4" fmla="*/ 2147483646 w 32"/>
                <a:gd name="T5" fmla="*/ 2147483646 h 42"/>
                <a:gd name="T6" fmla="*/ 2147483646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0 h 42"/>
                <a:gd name="T16" fmla="*/ 0 w 32"/>
                <a:gd name="T17" fmla="*/ 0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 h="42">
                  <a:moveTo>
                    <a:pt x="0" y="0"/>
                  </a:moveTo>
                  <a:lnTo>
                    <a:pt x="0" y="8"/>
                  </a:lnTo>
                  <a:lnTo>
                    <a:pt x="11" y="8"/>
                  </a:lnTo>
                  <a:lnTo>
                    <a:pt x="11" y="42"/>
                  </a:lnTo>
                  <a:lnTo>
                    <a:pt x="20" y="42"/>
                  </a:lnTo>
                  <a:lnTo>
                    <a:pt x="20" y="8"/>
                  </a:lnTo>
                  <a:lnTo>
                    <a:pt x="32" y="8"/>
                  </a:lnTo>
                  <a:lnTo>
                    <a:pt x="32"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grpSp>
      <p:sp>
        <p:nvSpPr>
          <p:cNvPr id="14" name="Textfeld 26">
            <a:extLst>
              <a:ext uri="{FF2B5EF4-FFF2-40B4-BE49-F238E27FC236}">
                <a16:creationId xmlns:a16="http://schemas.microsoft.com/office/drawing/2014/main" id="{3E96EDD1-2B3F-EAC1-CF9C-947D34AA554A}"/>
              </a:ext>
            </a:extLst>
          </p:cNvPr>
          <p:cNvSpPr txBox="1">
            <a:spLocks noChangeArrowheads="1"/>
          </p:cNvSpPr>
          <p:nvPr userDrawn="1"/>
        </p:nvSpPr>
        <p:spPr bwMode="gray">
          <a:xfrm>
            <a:off x="8274050" y="5003800"/>
            <a:ext cx="158750" cy="92075"/>
          </a:xfrm>
          <a:prstGeom prst="rect">
            <a:avLst/>
          </a:prstGeom>
          <a:noFill/>
          <a:ln>
            <a:noFill/>
          </a:ln>
        </p:spPr>
        <p:txBody>
          <a:bodyPr wrap="none" lIns="0" tIns="0" rIns="0" bIns="0" anchor="ctr">
            <a:spAutoFit/>
          </a:bodyPr>
          <a:lstStyle>
            <a:lvl1pPr defTabSz="685800">
              <a:defRPr>
                <a:solidFill>
                  <a:schemeClr val="tx1"/>
                </a:solidFill>
                <a:latin typeface="Arial" panose="020B0604020202020204" pitchFamily="34" charset="0"/>
              </a:defRPr>
            </a:lvl1pPr>
            <a:lvl2pPr marL="742950" indent="-285750" defTabSz="685800">
              <a:defRPr>
                <a:solidFill>
                  <a:schemeClr val="tx1"/>
                </a:solidFill>
                <a:latin typeface="Arial" panose="020B0604020202020204" pitchFamily="34" charset="0"/>
              </a:defRPr>
            </a:lvl2pPr>
            <a:lvl3pPr marL="1143000" indent="-228600" defTabSz="685800">
              <a:defRPr>
                <a:solidFill>
                  <a:schemeClr val="tx1"/>
                </a:solidFill>
                <a:latin typeface="Arial" panose="020B0604020202020204" pitchFamily="34" charset="0"/>
              </a:defRPr>
            </a:lvl3pPr>
            <a:lvl4pPr marL="1600200" indent="-228600" defTabSz="685800">
              <a:defRPr>
                <a:solidFill>
                  <a:schemeClr val="tx1"/>
                </a:solidFill>
                <a:latin typeface="Arial" panose="020B0604020202020204" pitchFamily="34" charset="0"/>
              </a:defRPr>
            </a:lvl4pPr>
            <a:lvl5pPr marL="2057400" indent="-228600" defTabSz="685800">
              <a:defRPr>
                <a:solidFill>
                  <a:schemeClr val="tx1"/>
                </a:solidFill>
                <a:latin typeface="Arial" panose="020B0604020202020204" pitchFamily="34" charset="0"/>
              </a:defRPr>
            </a:lvl5pPr>
            <a:lvl6pPr marL="2514600" indent="-228600" defTabSz="685800" fontAlgn="base">
              <a:spcBef>
                <a:spcPct val="0"/>
              </a:spcBef>
              <a:spcAft>
                <a:spcPct val="0"/>
              </a:spcAft>
              <a:defRPr>
                <a:solidFill>
                  <a:schemeClr val="tx1"/>
                </a:solidFill>
                <a:latin typeface="Arial" panose="020B0604020202020204" pitchFamily="34" charset="0"/>
              </a:defRPr>
            </a:lvl6pPr>
            <a:lvl7pPr marL="2971800" indent="-228600" defTabSz="685800" fontAlgn="base">
              <a:spcBef>
                <a:spcPct val="0"/>
              </a:spcBef>
              <a:spcAft>
                <a:spcPct val="0"/>
              </a:spcAft>
              <a:defRPr>
                <a:solidFill>
                  <a:schemeClr val="tx1"/>
                </a:solidFill>
                <a:latin typeface="Arial" panose="020B0604020202020204" pitchFamily="34" charset="0"/>
              </a:defRPr>
            </a:lvl7pPr>
            <a:lvl8pPr marL="3429000" indent="-228600" defTabSz="685800" fontAlgn="base">
              <a:spcBef>
                <a:spcPct val="0"/>
              </a:spcBef>
              <a:spcAft>
                <a:spcPct val="0"/>
              </a:spcAft>
              <a:defRPr>
                <a:solidFill>
                  <a:schemeClr val="tx1"/>
                </a:solidFill>
                <a:latin typeface="Arial" panose="020B0604020202020204" pitchFamily="34" charset="0"/>
              </a:defRPr>
            </a:lvl8pPr>
            <a:lvl9pPr marL="3886200" indent="-228600" defTabSz="685800" fontAlgn="base">
              <a:spcBef>
                <a:spcPct val="0"/>
              </a:spcBef>
              <a:spcAft>
                <a:spcPct val="0"/>
              </a:spcAft>
              <a:defRPr>
                <a:solidFill>
                  <a:schemeClr val="tx1"/>
                </a:solidFill>
                <a:latin typeface="Arial" panose="020B0604020202020204" pitchFamily="34" charset="0"/>
              </a:defRPr>
            </a:lvl9pPr>
          </a:lstStyle>
          <a:p>
            <a:pPr eaLnBrk="1" hangingPunct="1">
              <a:defRPr/>
            </a:pPr>
            <a:fld id="{349AECA8-366E-004B-82A3-229ED5E518DF}" type="slidenum">
              <a:rPr lang="en-GB" altLang="en-VN" sz="600" b="1" smtClean="0"/>
              <a:pPr eaLnBrk="1" hangingPunct="1">
                <a:defRPr/>
              </a:pPr>
              <a:t>‹#›</a:t>
            </a:fld>
            <a:endParaRPr lang="en-GB" altLang="en-VN" sz="600" b="1"/>
          </a:p>
        </p:txBody>
      </p:sp>
      <p:sp>
        <p:nvSpPr>
          <p:cNvPr id="15" name="Rectangle 92">
            <a:extLst>
              <a:ext uri="{FF2B5EF4-FFF2-40B4-BE49-F238E27FC236}">
                <a16:creationId xmlns:a16="http://schemas.microsoft.com/office/drawing/2014/main" id="{8AEF2F19-F332-4D53-8BE8-E2F6960B4451}"/>
              </a:ext>
            </a:extLst>
          </p:cNvPr>
          <p:cNvSpPr>
            <a:spLocks noChangeArrowheads="1"/>
          </p:cNvSpPr>
          <p:nvPr userDrawn="1"/>
        </p:nvSpPr>
        <p:spPr bwMode="auto">
          <a:xfrm>
            <a:off x="8169275" y="5016500"/>
            <a:ext cx="68263" cy="66675"/>
          </a:xfrm>
          <a:prstGeom prst="rect">
            <a:avLst/>
          </a:prstGeom>
          <a:solidFill>
            <a:schemeClr val="accent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solidFill>
                <a:srgbClr val="000000"/>
              </a:solidFill>
            </a:endParaRPr>
          </a:p>
        </p:txBody>
      </p:sp>
      <p:grpSp>
        <p:nvGrpSpPr>
          <p:cNvPr id="16" name="Gruppieren 25">
            <a:extLst>
              <a:ext uri="{FF2B5EF4-FFF2-40B4-BE49-F238E27FC236}">
                <a16:creationId xmlns:a16="http://schemas.microsoft.com/office/drawing/2014/main" id="{6E565897-2E29-FD64-38C5-F6003DEB214F}"/>
              </a:ext>
            </a:extLst>
          </p:cNvPr>
          <p:cNvGrpSpPr>
            <a:grpSpLocks/>
          </p:cNvGrpSpPr>
          <p:nvPr userDrawn="1"/>
        </p:nvGrpSpPr>
        <p:grpSpPr bwMode="auto">
          <a:xfrm>
            <a:off x="9542463" y="431800"/>
            <a:ext cx="1614487" cy="798513"/>
            <a:chOff x="9463668" y="1940312"/>
            <a:chExt cx="1614235" cy="797069"/>
          </a:xfrm>
        </p:grpSpPr>
        <p:sp>
          <p:nvSpPr>
            <p:cNvPr id="17" name="Textfeld 30">
              <a:extLst>
                <a:ext uri="{FF2B5EF4-FFF2-40B4-BE49-F238E27FC236}">
                  <a16:creationId xmlns:a16="http://schemas.microsoft.com/office/drawing/2014/main" id="{CD66FFF9-6037-50AE-72E0-31FAA2D82700}"/>
                </a:ext>
              </a:extLst>
            </p:cNvPr>
            <p:cNvSpPr txBox="1">
              <a:spLocks noChangeArrowheads="1"/>
            </p:cNvSpPr>
            <p:nvPr/>
          </p:nvSpPr>
          <p:spPr bwMode="auto">
            <a:xfrm>
              <a:off x="9463668" y="1940312"/>
              <a:ext cx="1614235" cy="797069"/>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pre-set, grey agenda slide </a:t>
              </a:r>
              <a:br>
                <a:rPr lang="en-GB" altLang="en-VN" sz="700">
                  <a:solidFill>
                    <a:schemeClr val="bg1"/>
                  </a:solidFill>
                </a:rPr>
              </a:br>
              <a:r>
                <a:rPr lang="en-GB" altLang="en-VN" sz="700">
                  <a:solidFill>
                    <a:schemeClr val="bg1"/>
                  </a:solidFill>
                </a:rPr>
                <a:t>with sub-bullets for black font.</a:t>
              </a:r>
            </a:p>
          </p:txBody>
        </p:sp>
        <p:sp>
          <p:nvSpPr>
            <p:cNvPr id="18" name="Freihandform: Form 122">
              <a:extLst>
                <a:ext uri="{FF2B5EF4-FFF2-40B4-BE49-F238E27FC236}">
                  <a16:creationId xmlns:a16="http://schemas.microsoft.com/office/drawing/2014/main" id="{397C9AB2-0206-11E1-6A49-86B1EDD90464}"/>
                </a:ext>
              </a:extLst>
            </p:cNvPr>
            <p:cNvSpPr/>
            <p:nvPr/>
          </p:nvSpPr>
          <p:spPr>
            <a:xfrm>
              <a:off x="9516047" y="1994189"/>
              <a:ext cx="360307" cy="359711"/>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6"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4" name="Textplatzhalter 3"/>
          <p:cNvSpPr>
            <a:spLocks noGrp="1"/>
          </p:cNvSpPr>
          <p:nvPr>
            <p:ph type="body" sz="quarter" idx="13"/>
          </p:nvPr>
        </p:nvSpPr>
        <p:spPr>
          <a:xfrm>
            <a:off x="978102" y="2111860"/>
            <a:ext cx="7187998" cy="1868204"/>
          </a:xfrm>
        </p:spPr>
        <p:txBody>
          <a:bodyPr/>
          <a:lstStyle>
            <a:lvl1pPr marL="358775" indent="-358775" rtl="0">
              <a:spcBef>
                <a:spcPts val="1200"/>
              </a:spcBef>
              <a:buFont typeface="+mj-lt"/>
              <a:buAutoNum type="arabicPeriod"/>
              <a:defRPr sz="2000" b="1" baseline="0"/>
            </a:lvl1pPr>
            <a:lvl2pPr marL="541338" indent="-182563" rtl="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extplatzhalter 4"/>
          <p:cNvSpPr>
            <a:spLocks noGrp="1"/>
          </p:cNvSpPr>
          <p:nvPr>
            <p:ph type="body" sz="quarter" idx="12"/>
          </p:nvPr>
        </p:nvSpPr>
        <p:spPr>
          <a:xfrm>
            <a:off x="3371850"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a:p>
            <a:pPr lvl="1"/>
            <a:r>
              <a:rPr lang="en-US"/>
              <a:t>Second level</a:t>
            </a:r>
          </a:p>
          <a:p>
            <a:pPr lvl="2"/>
            <a:r>
              <a:rPr lang="en-US"/>
              <a:t>Third level</a:t>
            </a:r>
          </a:p>
        </p:txBody>
      </p:sp>
      <p:sp>
        <p:nvSpPr>
          <p:cNvPr id="5" name="Titel 4"/>
          <p:cNvSpPr>
            <a:spLocks noGrp="1"/>
          </p:cNvSpPr>
          <p:nvPr>
            <p:ph type="title"/>
          </p:nvPr>
        </p:nvSpPr>
        <p:spPr>
          <a:xfrm>
            <a:off x="978102" y="1270116"/>
            <a:ext cx="7185713" cy="609398"/>
          </a:xfrm>
        </p:spPr>
        <p:txBody>
          <a:bodyPr/>
          <a:lstStyle>
            <a:lvl1pPr rtl="0">
              <a:defRPr sz="4400"/>
            </a:lvl1pPr>
          </a:lstStyle>
          <a:p>
            <a:r>
              <a:rPr lang="en-US"/>
              <a:t>Click to edit Master title style</a:t>
            </a:r>
            <a:endParaRPr lang="en-GB" dirty="0"/>
          </a:p>
        </p:txBody>
      </p:sp>
      <p:sp>
        <p:nvSpPr>
          <p:cNvPr id="19" name="Datumsplatzhalter 28">
            <a:extLst>
              <a:ext uri="{FF2B5EF4-FFF2-40B4-BE49-F238E27FC236}">
                <a16:creationId xmlns:a16="http://schemas.microsoft.com/office/drawing/2014/main" id="{FD25FBF8-1344-BCF2-7E13-D117002D2D9E}"/>
              </a:ext>
            </a:extLst>
          </p:cNvPr>
          <p:cNvSpPr>
            <a:spLocks noGrp="1"/>
          </p:cNvSpPr>
          <p:nvPr>
            <p:ph type="dt" sz="half" idx="14"/>
          </p:nvPr>
        </p:nvSpPr>
        <p:spPr/>
        <p:txBody>
          <a:bodyPr/>
          <a:lstStyle>
            <a:lvl1pPr algn="l" rtl="0">
              <a:defRPr lang="de-DE" sz="600" b="1">
                <a:solidFill>
                  <a:srgbClr val="000000"/>
                </a:solidFill>
              </a:defRPr>
            </a:lvl1pPr>
          </a:lstStyle>
          <a:p>
            <a:pPr>
              <a:defRPr/>
            </a:pPr>
            <a:fld id="{4BE48E7A-E262-F546-B034-BF019669B720}" type="datetime4">
              <a:rPr lang="en-GB"/>
              <a:pPr>
                <a:defRPr/>
              </a:pPr>
              <a:t>25 November 2025</a:t>
            </a:fld>
            <a:endParaRPr lang="en-GB" dirty="0"/>
          </a:p>
        </p:txBody>
      </p:sp>
      <p:sp>
        <p:nvSpPr>
          <p:cNvPr id="20" name="Fußzeilenplatzhalter 2">
            <a:extLst>
              <a:ext uri="{FF2B5EF4-FFF2-40B4-BE49-F238E27FC236}">
                <a16:creationId xmlns:a16="http://schemas.microsoft.com/office/drawing/2014/main" id="{7F9ED757-3EFF-AC7B-EF70-FA7F7BDF22C3}"/>
              </a:ext>
            </a:extLst>
          </p:cNvPr>
          <p:cNvSpPr>
            <a:spLocks noGrp="1"/>
          </p:cNvSpPr>
          <p:nvPr>
            <p:ph type="ftr" sz="quarter" idx="15"/>
          </p:nvPr>
        </p:nvSpPr>
        <p:spPr/>
        <p:txBody>
          <a:bodyPr/>
          <a:lstStyle>
            <a:lvl1pPr rtl="0">
              <a:defRPr/>
            </a:lvl1pPr>
          </a:lstStyle>
          <a:p>
            <a:pPr>
              <a:defRPr/>
            </a:pPr>
            <a:r>
              <a:rPr lang="en-GB"/>
              <a:t>Type here if  add info needed  for every slide</a:t>
            </a:r>
          </a:p>
        </p:txBody>
      </p:sp>
    </p:spTree>
    <p:extLst>
      <p:ext uri="{BB962C8B-B14F-4D97-AF65-F5344CB8AC3E}">
        <p14:creationId xmlns:p14="http://schemas.microsoft.com/office/powerpoint/2010/main" val="208291510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genda slide 2 grey">
    <p:spTree>
      <p:nvGrpSpPr>
        <p:cNvPr id="1" name=""/>
        <p:cNvGrpSpPr/>
        <p:nvPr/>
      </p:nvGrpSpPr>
      <p:grpSpPr>
        <a:xfrm>
          <a:off x="0" y="0"/>
          <a:ext cx="0" cy="0"/>
          <a:chOff x="0" y="0"/>
          <a:chExt cx="0" cy="0"/>
        </a:xfrm>
      </p:grpSpPr>
      <p:graphicFrame>
        <p:nvGraphicFramePr>
          <p:cNvPr id="3" name="Objekt 12" hidden="1">
            <a:extLst>
              <a:ext uri="{FF2B5EF4-FFF2-40B4-BE49-F238E27FC236}">
                <a16:creationId xmlns:a16="http://schemas.microsoft.com/office/drawing/2014/main" id="{A9A49C08-94D6-DDDC-29E7-2D0475AABE69}"/>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91151" name="Objekt 12" hidden="1">
                        <a:extLst>
                          <a:ext uri="{FF2B5EF4-FFF2-40B4-BE49-F238E27FC236}">
                            <a16:creationId xmlns:a16="http://schemas.microsoft.com/office/drawing/2014/main" id="{5947C8F4-E539-64F4-B25F-03388A2AAC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 name="Picture Placeholder 10">
            <a:extLst>
              <a:ext uri="{FF2B5EF4-FFF2-40B4-BE49-F238E27FC236}">
                <a16:creationId xmlns:a16="http://schemas.microsoft.com/office/drawing/2014/main" id="{ABBDD985-A309-C265-5936-DAA45FC44B97}"/>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t="104" b="104"/>
          <a:stretch>
            <a:fillRect/>
          </a:stretch>
        </p:blipFill>
        <p:spPr bwMode="auto">
          <a:xfrm>
            <a:off x="188913" y="441325"/>
            <a:ext cx="8772525" cy="451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uppieren 25">
            <a:extLst>
              <a:ext uri="{FF2B5EF4-FFF2-40B4-BE49-F238E27FC236}">
                <a16:creationId xmlns:a16="http://schemas.microsoft.com/office/drawing/2014/main" id="{AC41F3CC-279E-8449-59BC-54D78332CA6D}"/>
              </a:ext>
            </a:extLst>
          </p:cNvPr>
          <p:cNvGrpSpPr>
            <a:grpSpLocks/>
          </p:cNvGrpSpPr>
          <p:nvPr userDrawn="1"/>
        </p:nvGrpSpPr>
        <p:grpSpPr bwMode="auto">
          <a:xfrm>
            <a:off x="7767638" y="106363"/>
            <a:ext cx="1193800" cy="222250"/>
            <a:chOff x="8174038" y="147638"/>
            <a:chExt cx="787400" cy="146050"/>
          </a:xfrm>
        </p:grpSpPr>
        <p:sp>
          <p:nvSpPr>
            <p:cNvPr id="7" name="AutoShape 89">
              <a:extLst>
                <a:ext uri="{FF2B5EF4-FFF2-40B4-BE49-F238E27FC236}">
                  <a16:creationId xmlns:a16="http://schemas.microsoft.com/office/drawing/2014/main" id="{2F29269C-5D13-64D6-6975-3A059DC51A43}"/>
                </a:ext>
              </a:extLst>
            </p:cNvPr>
            <p:cNvSpPr>
              <a:spLocks noChangeAspect="1" noChangeArrowheads="1" noTextEdit="1"/>
            </p:cNvSpPr>
            <p:nvPr userDrawn="1"/>
          </p:nvSpPr>
          <p:spPr bwMode="auto">
            <a:xfrm>
              <a:off x="8174038" y="147638"/>
              <a:ext cx="787400"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VN"/>
            </a:p>
          </p:txBody>
        </p:sp>
        <p:sp>
          <p:nvSpPr>
            <p:cNvPr id="8" name="Rectangle 91">
              <a:extLst>
                <a:ext uri="{FF2B5EF4-FFF2-40B4-BE49-F238E27FC236}">
                  <a16:creationId xmlns:a16="http://schemas.microsoft.com/office/drawing/2014/main" id="{48D92919-785C-F0A5-C17C-255292CB72AA}"/>
                </a:ext>
              </a:extLst>
            </p:cNvPr>
            <p:cNvSpPr>
              <a:spLocks noChangeArrowheads="1"/>
            </p:cNvSpPr>
            <p:nvPr userDrawn="1"/>
          </p:nvSpPr>
          <p:spPr bwMode="auto">
            <a:xfrm>
              <a:off x="8174038" y="147638"/>
              <a:ext cx="787400" cy="146050"/>
            </a:xfrm>
            <a:prstGeom prst="rect">
              <a:avLst/>
            </a:prstGeom>
            <a:solidFill>
              <a:schemeClr val="accent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10" name="Rectangle 92">
              <a:extLst>
                <a:ext uri="{FF2B5EF4-FFF2-40B4-BE49-F238E27FC236}">
                  <a16:creationId xmlns:a16="http://schemas.microsoft.com/office/drawing/2014/main" id="{25123F04-AC01-D903-915D-DB678BEAB26F}"/>
                </a:ext>
              </a:extLst>
            </p:cNvPr>
            <p:cNvSpPr>
              <a:spLocks noChangeArrowheads="1"/>
            </p:cNvSpPr>
            <p:nvPr userDrawn="1"/>
          </p:nvSpPr>
          <p:spPr bwMode="auto">
            <a:xfrm>
              <a:off x="8854636" y="187280"/>
              <a:ext cx="69107" cy="66766"/>
            </a:xfrm>
            <a:prstGeom prst="rect">
              <a:avLst/>
            </a:prstGeom>
            <a:solidFill>
              <a:schemeClr val="bg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11" name="Freeform 93">
              <a:extLst>
                <a:ext uri="{FF2B5EF4-FFF2-40B4-BE49-F238E27FC236}">
                  <a16:creationId xmlns:a16="http://schemas.microsoft.com/office/drawing/2014/main" id="{45609D2E-AC3C-DCC8-23B0-62921BE94BCD}"/>
                </a:ext>
              </a:extLst>
            </p:cNvPr>
            <p:cNvSpPr>
              <a:spLocks/>
            </p:cNvSpPr>
            <p:nvPr userDrawn="1"/>
          </p:nvSpPr>
          <p:spPr bwMode="auto">
            <a:xfrm>
              <a:off x="8621713" y="185738"/>
              <a:ext cx="65088" cy="69850"/>
            </a:xfrm>
            <a:custGeom>
              <a:avLst/>
              <a:gdLst>
                <a:gd name="T0" fmla="*/ 2147483646 w 40"/>
                <a:gd name="T1" fmla="*/ 2147483646 h 44"/>
                <a:gd name="T2" fmla="*/ 2147483646 w 40"/>
                <a:gd name="T3" fmla="*/ 2147483646 h 44"/>
                <a:gd name="T4" fmla="*/ 2147483646 w 40"/>
                <a:gd name="T5" fmla="*/ 2147483646 h 44"/>
                <a:gd name="T6" fmla="*/ 2147483646 w 40"/>
                <a:gd name="T7" fmla="*/ 2147483646 h 44"/>
                <a:gd name="T8" fmla="*/ 2147483646 w 40"/>
                <a:gd name="T9" fmla="*/ 2147483646 h 44"/>
                <a:gd name="T10" fmla="*/ 2147483646 w 40"/>
                <a:gd name="T11" fmla="*/ 2147483646 h 44"/>
                <a:gd name="T12" fmla="*/ 2147483646 w 40"/>
                <a:gd name="T13" fmla="*/ 2147483646 h 44"/>
                <a:gd name="T14" fmla="*/ 2147483646 w 40"/>
                <a:gd name="T15" fmla="*/ 2147483646 h 44"/>
                <a:gd name="T16" fmla="*/ 2147483646 w 40"/>
                <a:gd name="T17" fmla="*/ 2147483646 h 44"/>
                <a:gd name="T18" fmla="*/ 2147483646 w 40"/>
                <a:gd name="T19" fmla="*/ 2147483646 h 44"/>
                <a:gd name="T20" fmla="*/ 2147483646 w 40"/>
                <a:gd name="T21" fmla="*/ 2147483646 h 44"/>
                <a:gd name="T22" fmla="*/ 2147483646 w 40"/>
                <a:gd name="T23" fmla="*/ 0 h 44"/>
                <a:gd name="T24" fmla="*/ 0 w 40"/>
                <a:gd name="T25" fmla="*/ 2147483646 h 44"/>
                <a:gd name="T26" fmla="*/ 2147483646 w 40"/>
                <a:gd name="T27" fmla="*/ 2147483646 h 44"/>
                <a:gd name="T28" fmla="*/ 2147483646 w 40"/>
                <a:gd name="T29" fmla="*/ 2147483646 h 44"/>
                <a:gd name="T30" fmla="*/ 2147483646 w 40"/>
                <a:gd name="T31" fmla="*/ 2147483646 h 44"/>
                <a:gd name="T32" fmla="*/ 2147483646 w 40"/>
                <a:gd name="T33" fmla="*/ 2147483646 h 44"/>
                <a:gd name="T34" fmla="*/ 2147483646 w 40"/>
                <a:gd name="T35" fmla="*/ 2147483646 h 4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0" h="44">
                  <a:moveTo>
                    <a:pt x="21" y="18"/>
                  </a:moveTo>
                  <a:cubicBezTo>
                    <a:pt x="21" y="26"/>
                    <a:pt x="21" y="26"/>
                    <a:pt x="21" y="26"/>
                  </a:cubicBezTo>
                  <a:cubicBezTo>
                    <a:pt x="31" y="26"/>
                    <a:pt x="31" y="26"/>
                    <a:pt x="31" y="26"/>
                  </a:cubicBezTo>
                  <a:cubicBezTo>
                    <a:pt x="31" y="33"/>
                    <a:pt x="31" y="33"/>
                    <a:pt x="31" y="33"/>
                  </a:cubicBezTo>
                  <a:cubicBezTo>
                    <a:pt x="29" y="35"/>
                    <a:pt x="26" y="36"/>
                    <a:pt x="22" y="36"/>
                  </a:cubicBezTo>
                  <a:cubicBezTo>
                    <a:pt x="14" y="36"/>
                    <a:pt x="8" y="31"/>
                    <a:pt x="8" y="22"/>
                  </a:cubicBezTo>
                  <a:cubicBezTo>
                    <a:pt x="8" y="13"/>
                    <a:pt x="14" y="8"/>
                    <a:pt x="22" y="8"/>
                  </a:cubicBezTo>
                  <a:cubicBezTo>
                    <a:pt x="26" y="8"/>
                    <a:pt x="30" y="9"/>
                    <a:pt x="33" y="12"/>
                  </a:cubicBezTo>
                  <a:cubicBezTo>
                    <a:pt x="33" y="12"/>
                    <a:pt x="33" y="12"/>
                    <a:pt x="33" y="12"/>
                  </a:cubicBezTo>
                  <a:cubicBezTo>
                    <a:pt x="39" y="7"/>
                    <a:pt x="39" y="7"/>
                    <a:pt x="39" y="7"/>
                  </a:cubicBezTo>
                  <a:cubicBezTo>
                    <a:pt x="38" y="7"/>
                    <a:pt x="38" y="7"/>
                    <a:pt x="38" y="7"/>
                  </a:cubicBezTo>
                  <a:cubicBezTo>
                    <a:pt x="34" y="3"/>
                    <a:pt x="29" y="0"/>
                    <a:pt x="22" y="0"/>
                  </a:cubicBezTo>
                  <a:cubicBezTo>
                    <a:pt x="9" y="0"/>
                    <a:pt x="0" y="9"/>
                    <a:pt x="0" y="22"/>
                  </a:cubicBezTo>
                  <a:cubicBezTo>
                    <a:pt x="0" y="35"/>
                    <a:pt x="9" y="44"/>
                    <a:pt x="22" y="44"/>
                  </a:cubicBezTo>
                  <a:cubicBezTo>
                    <a:pt x="29" y="44"/>
                    <a:pt x="36" y="41"/>
                    <a:pt x="40" y="36"/>
                  </a:cubicBezTo>
                  <a:cubicBezTo>
                    <a:pt x="40" y="35"/>
                    <a:pt x="40" y="35"/>
                    <a:pt x="40" y="35"/>
                  </a:cubicBezTo>
                  <a:cubicBezTo>
                    <a:pt x="40" y="18"/>
                    <a:pt x="40" y="18"/>
                    <a:pt x="40" y="18"/>
                  </a:cubicBezTo>
                  <a:lnTo>
                    <a:pt x="21" y="1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2" name="Freeform 94">
              <a:extLst>
                <a:ext uri="{FF2B5EF4-FFF2-40B4-BE49-F238E27FC236}">
                  <a16:creationId xmlns:a16="http://schemas.microsoft.com/office/drawing/2014/main" id="{EDD52D14-0D30-8989-1249-9CB136F14459}"/>
                </a:ext>
              </a:extLst>
            </p:cNvPr>
            <p:cNvSpPr>
              <a:spLocks/>
            </p:cNvSpPr>
            <p:nvPr userDrawn="1"/>
          </p:nvSpPr>
          <p:spPr bwMode="auto">
            <a:xfrm>
              <a:off x="8702676" y="187326"/>
              <a:ext cx="50800" cy="66675"/>
            </a:xfrm>
            <a:custGeom>
              <a:avLst/>
              <a:gdLst>
                <a:gd name="T0" fmla="*/ 2147483646 w 32"/>
                <a:gd name="T1" fmla="*/ 2147483646 h 42"/>
                <a:gd name="T2" fmla="*/ 2147483646 w 32"/>
                <a:gd name="T3" fmla="*/ 0 h 42"/>
                <a:gd name="T4" fmla="*/ 0 w 32"/>
                <a:gd name="T5" fmla="*/ 0 h 42"/>
                <a:gd name="T6" fmla="*/ 0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2147483646 h 42"/>
                <a:gd name="T16" fmla="*/ 2147483646 w 32"/>
                <a:gd name="T17" fmla="*/ 2147483646 h 42"/>
                <a:gd name="T18" fmla="*/ 2147483646 w 32"/>
                <a:gd name="T19" fmla="*/ 2147483646 h 42"/>
                <a:gd name="T20" fmla="*/ 2147483646 w 32"/>
                <a:gd name="T21" fmla="*/ 2147483646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2" h="42">
                  <a:moveTo>
                    <a:pt x="32" y="8"/>
                  </a:moveTo>
                  <a:lnTo>
                    <a:pt x="32" y="0"/>
                  </a:lnTo>
                  <a:lnTo>
                    <a:pt x="0" y="0"/>
                  </a:lnTo>
                  <a:lnTo>
                    <a:pt x="0" y="42"/>
                  </a:lnTo>
                  <a:lnTo>
                    <a:pt x="9" y="42"/>
                  </a:lnTo>
                  <a:lnTo>
                    <a:pt x="9" y="25"/>
                  </a:lnTo>
                  <a:lnTo>
                    <a:pt x="31" y="25"/>
                  </a:lnTo>
                  <a:lnTo>
                    <a:pt x="31" y="18"/>
                  </a:lnTo>
                  <a:lnTo>
                    <a:pt x="9" y="18"/>
                  </a:lnTo>
                  <a:lnTo>
                    <a:pt x="9" y="8"/>
                  </a:lnTo>
                  <a:lnTo>
                    <a:pt x="32" y="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3" name="Freeform 95">
              <a:extLst>
                <a:ext uri="{FF2B5EF4-FFF2-40B4-BE49-F238E27FC236}">
                  <a16:creationId xmlns:a16="http://schemas.microsoft.com/office/drawing/2014/main" id="{A5336EAD-BC6A-15A1-74C9-E8692A3CDF44}"/>
                </a:ext>
              </a:extLst>
            </p:cNvPr>
            <p:cNvSpPr>
              <a:spLocks/>
            </p:cNvSpPr>
            <p:nvPr userDrawn="1"/>
          </p:nvSpPr>
          <p:spPr bwMode="auto">
            <a:xfrm>
              <a:off x="8761413" y="187326"/>
              <a:ext cx="50800" cy="66675"/>
            </a:xfrm>
            <a:custGeom>
              <a:avLst/>
              <a:gdLst>
                <a:gd name="T0" fmla="*/ 0 w 32"/>
                <a:gd name="T1" fmla="*/ 0 h 42"/>
                <a:gd name="T2" fmla="*/ 0 w 32"/>
                <a:gd name="T3" fmla="*/ 2147483646 h 42"/>
                <a:gd name="T4" fmla="*/ 2147483646 w 32"/>
                <a:gd name="T5" fmla="*/ 2147483646 h 42"/>
                <a:gd name="T6" fmla="*/ 2147483646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0 h 42"/>
                <a:gd name="T16" fmla="*/ 0 w 32"/>
                <a:gd name="T17" fmla="*/ 0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 h="42">
                  <a:moveTo>
                    <a:pt x="0" y="0"/>
                  </a:moveTo>
                  <a:lnTo>
                    <a:pt x="0" y="8"/>
                  </a:lnTo>
                  <a:lnTo>
                    <a:pt x="11" y="8"/>
                  </a:lnTo>
                  <a:lnTo>
                    <a:pt x="11" y="42"/>
                  </a:lnTo>
                  <a:lnTo>
                    <a:pt x="20" y="42"/>
                  </a:lnTo>
                  <a:lnTo>
                    <a:pt x="20" y="8"/>
                  </a:lnTo>
                  <a:lnTo>
                    <a:pt x="32" y="8"/>
                  </a:lnTo>
                  <a:lnTo>
                    <a:pt x="32"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grpSp>
      <p:sp>
        <p:nvSpPr>
          <p:cNvPr id="25" name="Textfeld 26">
            <a:extLst>
              <a:ext uri="{FF2B5EF4-FFF2-40B4-BE49-F238E27FC236}">
                <a16:creationId xmlns:a16="http://schemas.microsoft.com/office/drawing/2014/main" id="{79900320-F411-CAE8-9EAF-71D47B8E07B8}"/>
              </a:ext>
            </a:extLst>
          </p:cNvPr>
          <p:cNvSpPr txBox="1">
            <a:spLocks noChangeArrowheads="1"/>
          </p:cNvSpPr>
          <p:nvPr userDrawn="1"/>
        </p:nvSpPr>
        <p:spPr bwMode="gray">
          <a:xfrm>
            <a:off x="8274050" y="5003800"/>
            <a:ext cx="158750" cy="92075"/>
          </a:xfrm>
          <a:prstGeom prst="rect">
            <a:avLst/>
          </a:prstGeom>
          <a:noFill/>
          <a:ln>
            <a:noFill/>
          </a:ln>
        </p:spPr>
        <p:txBody>
          <a:bodyPr wrap="none" lIns="0" tIns="0" rIns="0" bIns="0" anchor="ctr">
            <a:spAutoFit/>
          </a:bodyPr>
          <a:lstStyle>
            <a:lvl1pPr defTabSz="685800">
              <a:defRPr>
                <a:solidFill>
                  <a:schemeClr val="tx1"/>
                </a:solidFill>
                <a:latin typeface="Arial" panose="020B0604020202020204" pitchFamily="34" charset="0"/>
              </a:defRPr>
            </a:lvl1pPr>
            <a:lvl2pPr marL="742950" indent="-285750" defTabSz="685800">
              <a:defRPr>
                <a:solidFill>
                  <a:schemeClr val="tx1"/>
                </a:solidFill>
                <a:latin typeface="Arial" panose="020B0604020202020204" pitchFamily="34" charset="0"/>
              </a:defRPr>
            </a:lvl2pPr>
            <a:lvl3pPr marL="1143000" indent="-228600" defTabSz="685800">
              <a:defRPr>
                <a:solidFill>
                  <a:schemeClr val="tx1"/>
                </a:solidFill>
                <a:latin typeface="Arial" panose="020B0604020202020204" pitchFamily="34" charset="0"/>
              </a:defRPr>
            </a:lvl3pPr>
            <a:lvl4pPr marL="1600200" indent="-228600" defTabSz="685800">
              <a:defRPr>
                <a:solidFill>
                  <a:schemeClr val="tx1"/>
                </a:solidFill>
                <a:latin typeface="Arial" panose="020B0604020202020204" pitchFamily="34" charset="0"/>
              </a:defRPr>
            </a:lvl4pPr>
            <a:lvl5pPr marL="2057400" indent="-228600" defTabSz="685800">
              <a:defRPr>
                <a:solidFill>
                  <a:schemeClr val="tx1"/>
                </a:solidFill>
                <a:latin typeface="Arial" panose="020B0604020202020204" pitchFamily="34" charset="0"/>
              </a:defRPr>
            </a:lvl5pPr>
            <a:lvl6pPr marL="2514600" indent="-228600" defTabSz="685800" fontAlgn="base">
              <a:spcBef>
                <a:spcPct val="0"/>
              </a:spcBef>
              <a:spcAft>
                <a:spcPct val="0"/>
              </a:spcAft>
              <a:defRPr>
                <a:solidFill>
                  <a:schemeClr val="tx1"/>
                </a:solidFill>
                <a:latin typeface="Arial" panose="020B0604020202020204" pitchFamily="34" charset="0"/>
              </a:defRPr>
            </a:lvl6pPr>
            <a:lvl7pPr marL="2971800" indent="-228600" defTabSz="685800" fontAlgn="base">
              <a:spcBef>
                <a:spcPct val="0"/>
              </a:spcBef>
              <a:spcAft>
                <a:spcPct val="0"/>
              </a:spcAft>
              <a:defRPr>
                <a:solidFill>
                  <a:schemeClr val="tx1"/>
                </a:solidFill>
                <a:latin typeface="Arial" panose="020B0604020202020204" pitchFamily="34" charset="0"/>
              </a:defRPr>
            </a:lvl7pPr>
            <a:lvl8pPr marL="3429000" indent="-228600" defTabSz="685800" fontAlgn="base">
              <a:spcBef>
                <a:spcPct val="0"/>
              </a:spcBef>
              <a:spcAft>
                <a:spcPct val="0"/>
              </a:spcAft>
              <a:defRPr>
                <a:solidFill>
                  <a:schemeClr val="tx1"/>
                </a:solidFill>
                <a:latin typeface="Arial" panose="020B0604020202020204" pitchFamily="34" charset="0"/>
              </a:defRPr>
            </a:lvl8pPr>
            <a:lvl9pPr marL="3886200" indent="-228600" defTabSz="685800" fontAlgn="base">
              <a:spcBef>
                <a:spcPct val="0"/>
              </a:spcBef>
              <a:spcAft>
                <a:spcPct val="0"/>
              </a:spcAft>
              <a:defRPr>
                <a:solidFill>
                  <a:schemeClr val="tx1"/>
                </a:solidFill>
                <a:latin typeface="Arial" panose="020B0604020202020204" pitchFamily="34" charset="0"/>
              </a:defRPr>
            </a:lvl9pPr>
          </a:lstStyle>
          <a:p>
            <a:pPr eaLnBrk="1" hangingPunct="1">
              <a:defRPr/>
            </a:pPr>
            <a:fld id="{13B3060D-EBE6-054F-8B9B-BBC12A82F07E}" type="slidenum">
              <a:rPr lang="en-GB" altLang="en-VN" sz="600" b="1" smtClean="0"/>
              <a:pPr eaLnBrk="1" hangingPunct="1">
                <a:defRPr/>
              </a:pPr>
              <a:t>‹#›</a:t>
            </a:fld>
            <a:endParaRPr lang="en-GB" altLang="en-VN" sz="600" b="1"/>
          </a:p>
        </p:txBody>
      </p:sp>
      <p:sp>
        <p:nvSpPr>
          <p:cNvPr id="26" name="Rectangle 92">
            <a:extLst>
              <a:ext uri="{FF2B5EF4-FFF2-40B4-BE49-F238E27FC236}">
                <a16:creationId xmlns:a16="http://schemas.microsoft.com/office/drawing/2014/main" id="{D099EAB6-BD0E-13CC-C19F-3EAB244F18DF}"/>
              </a:ext>
            </a:extLst>
          </p:cNvPr>
          <p:cNvSpPr>
            <a:spLocks noChangeArrowheads="1"/>
          </p:cNvSpPr>
          <p:nvPr userDrawn="1"/>
        </p:nvSpPr>
        <p:spPr bwMode="auto">
          <a:xfrm>
            <a:off x="8169275" y="5016500"/>
            <a:ext cx="68263" cy="66675"/>
          </a:xfrm>
          <a:prstGeom prst="rect">
            <a:avLst/>
          </a:prstGeom>
          <a:solidFill>
            <a:schemeClr val="accent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solidFill>
                <a:srgbClr val="000000"/>
              </a:solidFill>
            </a:endParaRPr>
          </a:p>
        </p:txBody>
      </p:sp>
      <p:grpSp>
        <p:nvGrpSpPr>
          <p:cNvPr id="27" name="Gruppieren 43">
            <a:extLst>
              <a:ext uri="{FF2B5EF4-FFF2-40B4-BE49-F238E27FC236}">
                <a16:creationId xmlns:a16="http://schemas.microsoft.com/office/drawing/2014/main" id="{7E03E58F-61F3-C393-5E4F-83B715C1AF68}"/>
              </a:ext>
            </a:extLst>
          </p:cNvPr>
          <p:cNvGrpSpPr>
            <a:grpSpLocks/>
          </p:cNvGrpSpPr>
          <p:nvPr userDrawn="1"/>
        </p:nvGrpSpPr>
        <p:grpSpPr bwMode="auto">
          <a:xfrm>
            <a:off x="9542463" y="431800"/>
            <a:ext cx="1614487" cy="798513"/>
            <a:chOff x="9463668" y="1940312"/>
            <a:chExt cx="1614235" cy="797069"/>
          </a:xfrm>
        </p:grpSpPr>
        <p:sp>
          <p:nvSpPr>
            <p:cNvPr id="28" name="Textfeld 44">
              <a:extLst>
                <a:ext uri="{FF2B5EF4-FFF2-40B4-BE49-F238E27FC236}">
                  <a16:creationId xmlns:a16="http://schemas.microsoft.com/office/drawing/2014/main" id="{5AA5422B-7E5F-86A8-279A-65729F6EBFFF}"/>
                </a:ext>
              </a:extLst>
            </p:cNvPr>
            <p:cNvSpPr txBox="1">
              <a:spLocks noChangeArrowheads="1"/>
            </p:cNvSpPr>
            <p:nvPr/>
          </p:nvSpPr>
          <p:spPr bwMode="auto">
            <a:xfrm>
              <a:off x="9463668" y="1940312"/>
              <a:ext cx="1614235" cy="797069"/>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pre-set, grey agenda slide</a:t>
              </a:r>
              <a:br>
                <a:rPr lang="en-GB" altLang="en-VN" sz="700">
                  <a:solidFill>
                    <a:schemeClr val="bg1"/>
                  </a:solidFill>
                </a:rPr>
              </a:br>
              <a:r>
                <a:rPr lang="en-GB" altLang="en-VN" sz="700">
                  <a:solidFill>
                    <a:schemeClr val="bg1"/>
                  </a:solidFill>
                </a:rPr>
                <a:t>with two columns for black font.</a:t>
              </a:r>
            </a:p>
          </p:txBody>
        </p:sp>
        <p:sp>
          <p:nvSpPr>
            <p:cNvPr id="29" name="Freihandform: Form 122">
              <a:extLst>
                <a:ext uri="{FF2B5EF4-FFF2-40B4-BE49-F238E27FC236}">
                  <a16:creationId xmlns:a16="http://schemas.microsoft.com/office/drawing/2014/main" id="{E0495FD5-C732-023A-BCAA-F7C1B99D0841}"/>
                </a:ext>
              </a:extLst>
            </p:cNvPr>
            <p:cNvSpPr/>
            <p:nvPr/>
          </p:nvSpPr>
          <p:spPr>
            <a:xfrm>
              <a:off x="9516047" y="1994189"/>
              <a:ext cx="360307" cy="359711"/>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6"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4" name="Textplatzhalter 3"/>
          <p:cNvSpPr>
            <a:spLocks noGrp="1"/>
          </p:cNvSpPr>
          <p:nvPr>
            <p:ph type="body" sz="quarter" idx="13"/>
          </p:nvPr>
        </p:nvSpPr>
        <p:spPr>
          <a:xfrm>
            <a:off x="1590379" y="1274414"/>
            <a:ext cx="2581571" cy="276999"/>
          </a:xfrm>
        </p:spPr>
        <p:txBody>
          <a:bodyPr/>
          <a:lstStyle>
            <a:lvl1pPr marL="0" indent="0" rtl="0">
              <a:spcBef>
                <a:spcPts val="1200"/>
              </a:spcBef>
              <a:buFont typeface="+mj-lt"/>
              <a:buNone/>
              <a:defRPr sz="2000" b="0" baseline="0"/>
            </a:lvl1pPr>
            <a:lvl2pPr marL="358775" indent="0">
              <a:buNone/>
              <a:defRPr/>
            </a:lvl2pPr>
          </a:lstStyle>
          <a:p>
            <a:pPr lvl="0"/>
            <a:r>
              <a:rPr lang="en-US"/>
              <a:t>Click to edit Master text styles</a:t>
            </a:r>
          </a:p>
        </p:txBody>
      </p:sp>
      <p:sp>
        <p:nvSpPr>
          <p:cNvPr id="9" name="Textplatzhalter 4"/>
          <p:cNvSpPr>
            <a:spLocks noGrp="1"/>
          </p:cNvSpPr>
          <p:nvPr>
            <p:ph type="body" sz="quarter" idx="12"/>
          </p:nvPr>
        </p:nvSpPr>
        <p:spPr>
          <a:xfrm>
            <a:off x="3371850"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a:p>
            <a:pPr lvl="1"/>
            <a:r>
              <a:rPr lang="en-US"/>
              <a:t>Second level</a:t>
            </a:r>
          </a:p>
          <a:p>
            <a:pPr lvl="2"/>
            <a:r>
              <a:rPr lang="en-US"/>
              <a:t>Third level</a:t>
            </a:r>
          </a:p>
        </p:txBody>
      </p:sp>
      <p:sp>
        <p:nvSpPr>
          <p:cNvPr id="2" name="Titel 1"/>
          <p:cNvSpPr>
            <a:spLocks noGrp="1"/>
          </p:cNvSpPr>
          <p:nvPr>
            <p:ph type="title"/>
          </p:nvPr>
        </p:nvSpPr>
        <p:spPr/>
        <p:txBody>
          <a:bodyPr/>
          <a:lstStyle>
            <a:lvl1pPr rtl="0">
              <a:defRPr/>
            </a:lvl1pPr>
          </a:lstStyle>
          <a:p>
            <a:r>
              <a:rPr lang="en-US"/>
              <a:t>Click to edit Master title style</a:t>
            </a:r>
            <a:endParaRPr lang="en-GB" dirty="0"/>
          </a:p>
        </p:txBody>
      </p:sp>
      <p:sp>
        <p:nvSpPr>
          <p:cNvPr id="14" name="Textplatzhalter 3"/>
          <p:cNvSpPr>
            <a:spLocks noGrp="1"/>
          </p:cNvSpPr>
          <p:nvPr>
            <p:ph type="body" sz="quarter" idx="15"/>
          </p:nvPr>
        </p:nvSpPr>
        <p:spPr>
          <a:xfrm>
            <a:off x="978102" y="1274414"/>
            <a:ext cx="431598" cy="276999"/>
          </a:xfrm>
        </p:spPr>
        <p:txBody>
          <a:bodyPr/>
          <a:lstStyle>
            <a:lvl1pPr marL="0" indent="0" rtl="0">
              <a:spcBef>
                <a:spcPts val="1200"/>
              </a:spcBef>
              <a:buFont typeface="+mj-lt"/>
              <a:buNone/>
              <a:defRPr sz="2000" b="1" baseline="0"/>
            </a:lvl1pPr>
            <a:lvl2pPr marL="541338" indent="-182563">
              <a:defRPr/>
            </a:lvl2pPr>
          </a:lstStyle>
          <a:p>
            <a:pPr lvl="0"/>
            <a:r>
              <a:rPr lang="en-US"/>
              <a:t>Click to edit Master text styles</a:t>
            </a:r>
          </a:p>
        </p:txBody>
      </p:sp>
      <p:sp>
        <p:nvSpPr>
          <p:cNvPr id="15" name="Textplatzhalter 3"/>
          <p:cNvSpPr>
            <a:spLocks noGrp="1"/>
          </p:cNvSpPr>
          <p:nvPr>
            <p:ph type="body" sz="quarter" idx="16"/>
          </p:nvPr>
        </p:nvSpPr>
        <p:spPr>
          <a:xfrm>
            <a:off x="1590379" y="1782395"/>
            <a:ext cx="2581571" cy="276999"/>
          </a:xfrm>
        </p:spPr>
        <p:txBody>
          <a:bodyPr/>
          <a:lstStyle>
            <a:lvl1pPr marL="0" indent="0" rtl="0">
              <a:spcBef>
                <a:spcPts val="1200"/>
              </a:spcBef>
              <a:buFont typeface="+mj-lt"/>
              <a:buNone/>
              <a:defRPr sz="2000" b="0" baseline="0"/>
            </a:lvl1pPr>
            <a:lvl2pPr marL="358775" indent="0">
              <a:buNone/>
              <a:defRPr/>
            </a:lvl2pPr>
          </a:lstStyle>
          <a:p>
            <a:pPr lvl="0"/>
            <a:r>
              <a:rPr lang="en-US"/>
              <a:t>Click to edit Master text styles</a:t>
            </a:r>
          </a:p>
        </p:txBody>
      </p:sp>
      <p:sp>
        <p:nvSpPr>
          <p:cNvPr id="16" name="Textplatzhalter 3"/>
          <p:cNvSpPr>
            <a:spLocks noGrp="1"/>
          </p:cNvSpPr>
          <p:nvPr>
            <p:ph type="body" sz="quarter" idx="17"/>
          </p:nvPr>
        </p:nvSpPr>
        <p:spPr>
          <a:xfrm>
            <a:off x="978102" y="1782395"/>
            <a:ext cx="431598" cy="276999"/>
          </a:xfrm>
        </p:spPr>
        <p:txBody>
          <a:bodyPr/>
          <a:lstStyle>
            <a:lvl1pPr marL="0" indent="0" rtl="0">
              <a:spcBef>
                <a:spcPts val="1200"/>
              </a:spcBef>
              <a:buFont typeface="+mj-lt"/>
              <a:buNone/>
              <a:defRPr sz="2000" b="1" baseline="0"/>
            </a:lvl1pPr>
            <a:lvl2pPr marL="541338" indent="-182563">
              <a:defRPr/>
            </a:lvl2pPr>
          </a:lstStyle>
          <a:p>
            <a:pPr lvl="0"/>
            <a:r>
              <a:rPr lang="en-US"/>
              <a:t>Click to edit Master text styles</a:t>
            </a:r>
          </a:p>
        </p:txBody>
      </p:sp>
      <p:sp>
        <p:nvSpPr>
          <p:cNvPr id="17" name="Textplatzhalter 3"/>
          <p:cNvSpPr>
            <a:spLocks noGrp="1"/>
          </p:cNvSpPr>
          <p:nvPr>
            <p:ph type="body" sz="quarter" idx="18"/>
          </p:nvPr>
        </p:nvSpPr>
        <p:spPr>
          <a:xfrm>
            <a:off x="1590379" y="2290375"/>
            <a:ext cx="2581571" cy="276999"/>
          </a:xfrm>
        </p:spPr>
        <p:txBody>
          <a:bodyPr/>
          <a:lstStyle>
            <a:lvl1pPr marL="0" indent="0" rtl="0">
              <a:spcBef>
                <a:spcPts val="1200"/>
              </a:spcBef>
              <a:buFont typeface="+mj-lt"/>
              <a:buNone/>
              <a:defRPr sz="2000" b="0" baseline="0"/>
            </a:lvl1pPr>
            <a:lvl2pPr marL="358775" indent="0">
              <a:buNone/>
              <a:defRPr/>
            </a:lvl2pPr>
          </a:lstStyle>
          <a:p>
            <a:pPr lvl="0"/>
            <a:r>
              <a:rPr lang="en-US"/>
              <a:t>Click to edit Master text styles</a:t>
            </a:r>
          </a:p>
        </p:txBody>
      </p:sp>
      <p:sp>
        <p:nvSpPr>
          <p:cNvPr id="18" name="Textplatzhalter 3"/>
          <p:cNvSpPr>
            <a:spLocks noGrp="1"/>
          </p:cNvSpPr>
          <p:nvPr>
            <p:ph type="body" sz="quarter" idx="19"/>
          </p:nvPr>
        </p:nvSpPr>
        <p:spPr>
          <a:xfrm>
            <a:off x="978102" y="2290375"/>
            <a:ext cx="431598" cy="276999"/>
          </a:xfrm>
        </p:spPr>
        <p:txBody>
          <a:bodyPr/>
          <a:lstStyle>
            <a:lvl1pPr marL="0" indent="0" rtl="0">
              <a:spcBef>
                <a:spcPts val="1200"/>
              </a:spcBef>
              <a:buFont typeface="+mj-lt"/>
              <a:buNone/>
              <a:defRPr sz="2000" b="1" baseline="0"/>
            </a:lvl1pPr>
            <a:lvl2pPr marL="541338" indent="-182563">
              <a:defRPr/>
            </a:lvl2pPr>
          </a:lstStyle>
          <a:p>
            <a:pPr lvl="0"/>
            <a:r>
              <a:rPr lang="en-US"/>
              <a:t>Click to edit Master text styles</a:t>
            </a:r>
          </a:p>
        </p:txBody>
      </p:sp>
      <p:sp>
        <p:nvSpPr>
          <p:cNvPr id="19" name="Textplatzhalter 3"/>
          <p:cNvSpPr>
            <a:spLocks noGrp="1"/>
          </p:cNvSpPr>
          <p:nvPr>
            <p:ph type="body" sz="quarter" idx="20"/>
          </p:nvPr>
        </p:nvSpPr>
        <p:spPr>
          <a:xfrm>
            <a:off x="5580856" y="1274414"/>
            <a:ext cx="2581571" cy="276999"/>
          </a:xfrm>
        </p:spPr>
        <p:txBody>
          <a:bodyPr/>
          <a:lstStyle>
            <a:lvl1pPr marL="0" indent="0" rtl="0">
              <a:spcBef>
                <a:spcPts val="1200"/>
              </a:spcBef>
              <a:buFont typeface="+mj-lt"/>
              <a:buNone/>
              <a:defRPr sz="2000" b="0" baseline="0"/>
            </a:lvl1pPr>
            <a:lvl2pPr marL="358775" indent="0">
              <a:buNone/>
              <a:defRPr/>
            </a:lvl2pPr>
          </a:lstStyle>
          <a:p>
            <a:pPr lvl="0"/>
            <a:r>
              <a:rPr lang="en-US"/>
              <a:t>Click to edit Master text styles</a:t>
            </a:r>
          </a:p>
        </p:txBody>
      </p:sp>
      <p:sp>
        <p:nvSpPr>
          <p:cNvPr id="20" name="Textplatzhalter 3"/>
          <p:cNvSpPr>
            <a:spLocks noGrp="1"/>
          </p:cNvSpPr>
          <p:nvPr>
            <p:ph type="body" sz="quarter" idx="21"/>
          </p:nvPr>
        </p:nvSpPr>
        <p:spPr>
          <a:xfrm>
            <a:off x="4968579" y="1274414"/>
            <a:ext cx="431598" cy="276999"/>
          </a:xfrm>
        </p:spPr>
        <p:txBody>
          <a:bodyPr/>
          <a:lstStyle>
            <a:lvl1pPr marL="0" indent="0" rtl="0">
              <a:spcBef>
                <a:spcPts val="1200"/>
              </a:spcBef>
              <a:buFont typeface="+mj-lt"/>
              <a:buNone/>
              <a:defRPr sz="2000" b="1" baseline="0"/>
            </a:lvl1pPr>
            <a:lvl2pPr marL="541338" indent="-182563">
              <a:defRPr/>
            </a:lvl2pPr>
          </a:lstStyle>
          <a:p>
            <a:pPr lvl="0"/>
            <a:r>
              <a:rPr lang="en-US"/>
              <a:t>Click to edit Master text styles</a:t>
            </a:r>
          </a:p>
        </p:txBody>
      </p:sp>
      <p:sp>
        <p:nvSpPr>
          <p:cNvPr id="21" name="Textplatzhalter 3"/>
          <p:cNvSpPr>
            <a:spLocks noGrp="1"/>
          </p:cNvSpPr>
          <p:nvPr>
            <p:ph type="body" sz="quarter" idx="22"/>
          </p:nvPr>
        </p:nvSpPr>
        <p:spPr>
          <a:xfrm>
            <a:off x="5580856" y="1782395"/>
            <a:ext cx="2581571" cy="276999"/>
          </a:xfrm>
        </p:spPr>
        <p:txBody>
          <a:bodyPr/>
          <a:lstStyle>
            <a:lvl1pPr marL="0" indent="0" rtl="0">
              <a:spcBef>
                <a:spcPts val="1200"/>
              </a:spcBef>
              <a:buFont typeface="+mj-lt"/>
              <a:buNone/>
              <a:defRPr sz="2000" b="0" baseline="0"/>
            </a:lvl1pPr>
            <a:lvl2pPr marL="358775" indent="0">
              <a:buNone/>
              <a:defRPr/>
            </a:lvl2pPr>
          </a:lstStyle>
          <a:p>
            <a:pPr lvl="0"/>
            <a:r>
              <a:rPr lang="en-US"/>
              <a:t>Click to edit Master text styles</a:t>
            </a:r>
          </a:p>
        </p:txBody>
      </p:sp>
      <p:sp>
        <p:nvSpPr>
          <p:cNvPr id="22" name="Textplatzhalter 3"/>
          <p:cNvSpPr>
            <a:spLocks noGrp="1"/>
          </p:cNvSpPr>
          <p:nvPr>
            <p:ph type="body" sz="quarter" idx="23"/>
          </p:nvPr>
        </p:nvSpPr>
        <p:spPr>
          <a:xfrm>
            <a:off x="4968579" y="1782395"/>
            <a:ext cx="431598" cy="276999"/>
          </a:xfrm>
        </p:spPr>
        <p:txBody>
          <a:bodyPr/>
          <a:lstStyle>
            <a:lvl1pPr marL="0" indent="0" rtl="0">
              <a:spcBef>
                <a:spcPts val="1200"/>
              </a:spcBef>
              <a:buFont typeface="+mj-lt"/>
              <a:buNone/>
              <a:defRPr sz="2000" b="1" baseline="0"/>
            </a:lvl1pPr>
            <a:lvl2pPr marL="541338" indent="-182563">
              <a:defRPr/>
            </a:lvl2pPr>
          </a:lstStyle>
          <a:p>
            <a:pPr lvl="0"/>
            <a:r>
              <a:rPr lang="en-US"/>
              <a:t>Click to edit Master text styles</a:t>
            </a:r>
          </a:p>
        </p:txBody>
      </p:sp>
      <p:sp>
        <p:nvSpPr>
          <p:cNvPr id="23" name="Textplatzhalter 3"/>
          <p:cNvSpPr>
            <a:spLocks noGrp="1"/>
          </p:cNvSpPr>
          <p:nvPr>
            <p:ph type="body" sz="quarter" idx="24"/>
          </p:nvPr>
        </p:nvSpPr>
        <p:spPr>
          <a:xfrm>
            <a:off x="5580856" y="2290375"/>
            <a:ext cx="2581571" cy="276999"/>
          </a:xfrm>
        </p:spPr>
        <p:txBody>
          <a:bodyPr/>
          <a:lstStyle>
            <a:lvl1pPr marL="0" indent="0" rtl="0">
              <a:spcBef>
                <a:spcPts val="1200"/>
              </a:spcBef>
              <a:buFont typeface="+mj-lt"/>
              <a:buNone/>
              <a:defRPr sz="2000" b="0" baseline="0"/>
            </a:lvl1pPr>
            <a:lvl2pPr marL="358775" indent="0">
              <a:buNone/>
              <a:defRPr/>
            </a:lvl2pPr>
          </a:lstStyle>
          <a:p>
            <a:pPr lvl="0"/>
            <a:r>
              <a:rPr lang="en-US"/>
              <a:t>Click to edit Master text styles</a:t>
            </a:r>
          </a:p>
        </p:txBody>
      </p:sp>
      <p:sp>
        <p:nvSpPr>
          <p:cNvPr id="24" name="Textplatzhalter 3"/>
          <p:cNvSpPr>
            <a:spLocks noGrp="1"/>
          </p:cNvSpPr>
          <p:nvPr>
            <p:ph type="body" sz="quarter" idx="25"/>
          </p:nvPr>
        </p:nvSpPr>
        <p:spPr>
          <a:xfrm>
            <a:off x="4968579" y="2290375"/>
            <a:ext cx="431598" cy="276999"/>
          </a:xfrm>
        </p:spPr>
        <p:txBody>
          <a:bodyPr/>
          <a:lstStyle>
            <a:lvl1pPr marL="0" indent="0" rtl="0">
              <a:spcBef>
                <a:spcPts val="1200"/>
              </a:spcBef>
              <a:buFont typeface="+mj-lt"/>
              <a:buNone/>
              <a:defRPr sz="2000" b="1" baseline="0"/>
            </a:lvl1pPr>
            <a:lvl2pPr marL="541338" indent="-182563">
              <a:defRPr/>
            </a:lvl2pPr>
          </a:lstStyle>
          <a:p>
            <a:pPr lvl="0"/>
            <a:r>
              <a:rPr lang="en-US"/>
              <a:t>Click to edit Master text styles</a:t>
            </a:r>
          </a:p>
        </p:txBody>
      </p:sp>
      <p:sp>
        <p:nvSpPr>
          <p:cNvPr id="30" name="Datumsplatzhalter 28">
            <a:extLst>
              <a:ext uri="{FF2B5EF4-FFF2-40B4-BE49-F238E27FC236}">
                <a16:creationId xmlns:a16="http://schemas.microsoft.com/office/drawing/2014/main" id="{A9BC8369-975C-E4C5-1896-8538F2FC972C}"/>
              </a:ext>
            </a:extLst>
          </p:cNvPr>
          <p:cNvSpPr>
            <a:spLocks noGrp="1"/>
          </p:cNvSpPr>
          <p:nvPr>
            <p:ph type="dt" sz="half" idx="26"/>
          </p:nvPr>
        </p:nvSpPr>
        <p:spPr/>
        <p:txBody>
          <a:bodyPr/>
          <a:lstStyle>
            <a:lvl1pPr algn="l" rtl="0">
              <a:defRPr lang="de-DE" sz="600" b="1">
                <a:solidFill>
                  <a:srgbClr val="000000"/>
                </a:solidFill>
              </a:defRPr>
            </a:lvl1pPr>
          </a:lstStyle>
          <a:p>
            <a:pPr>
              <a:defRPr/>
            </a:pPr>
            <a:fld id="{BE9E6A0C-B1D5-A54B-B189-5831396A9B48}" type="datetime4">
              <a:rPr lang="en-GB"/>
              <a:pPr>
                <a:defRPr/>
              </a:pPr>
              <a:t>25 November 2025</a:t>
            </a:fld>
            <a:endParaRPr lang="en-GB" dirty="0"/>
          </a:p>
        </p:txBody>
      </p:sp>
      <p:sp>
        <p:nvSpPr>
          <p:cNvPr id="31" name="Fußzeilenplatzhalter 2">
            <a:extLst>
              <a:ext uri="{FF2B5EF4-FFF2-40B4-BE49-F238E27FC236}">
                <a16:creationId xmlns:a16="http://schemas.microsoft.com/office/drawing/2014/main" id="{14861378-BE33-109E-4574-840478B1C71E}"/>
              </a:ext>
            </a:extLst>
          </p:cNvPr>
          <p:cNvSpPr>
            <a:spLocks noGrp="1"/>
          </p:cNvSpPr>
          <p:nvPr>
            <p:ph type="ftr" sz="quarter" idx="27"/>
          </p:nvPr>
        </p:nvSpPr>
        <p:spPr/>
        <p:txBody>
          <a:bodyPr/>
          <a:lstStyle>
            <a:lvl1pPr rtl="0">
              <a:defRPr/>
            </a:lvl1pPr>
          </a:lstStyle>
          <a:p>
            <a:pPr>
              <a:defRPr/>
            </a:pPr>
            <a:r>
              <a:rPr lang="en-GB"/>
              <a:t>Type here if  add info needed  for every slide</a:t>
            </a:r>
          </a:p>
        </p:txBody>
      </p:sp>
    </p:spTree>
    <p:extLst>
      <p:ext uri="{BB962C8B-B14F-4D97-AF65-F5344CB8AC3E}">
        <p14:creationId xmlns:p14="http://schemas.microsoft.com/office/powerpoint/2010/main" val="71003417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hapter slide grey">
    <p:spTree>
      <p:nvGrpSpPr>
        <p:cNvPr id="1" name=""/>
        <p:cNvGrpSpPr/>
        <p:nvPr/>
      </p:nvGrpSpPr>
      <p:grpSpPr>
        <a:xfrm>
          <a:off x="0" y="0"/>
          <a:ext cx="0" cy="0"/>
          <a:chOff x="0" y="0"/>
          <a:chExt cx="0" cy="0"/>
        </a:xfrm>
      </p:grpSpPr>
      <p:graphicFrame>
        <p:nvGraphicFramePr>
          <p:cNvPr id="2" name="Objekt 12" hidden="1">
            <a:extLst>
              <a:ext uri="{FF2B5EF4-FFF2-40B4-BE49-F238E27FC236}">
                <a16:creationId xmlns:a16="http://schemas.microsoft.com/office/drawing/2014/main" id="{604E979A-D297-F8D9-9B36-036290AA25FE}"/>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92175" name="Objekt 12" hidden="1">
                        <a:extLst>
                          <a:ext uri="{FF2B5EF4-FFF2-40B4-BE49-F238E27FC236}">
                            <a16:creationId xmlns:a16="http://schemas.microsoft.com/office/drawing/2014/main" id="{33F9EC20-92F8-A200-AAC9-FC55A32432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 name="Picture Placeholder 10">
            <a:extLst>
              <a:ext uri="{FF2B5EF4-FFF2-40B4-BE49-F238E27FC236}">
                <a16:creationId xmlns:a16="http://schemas.microsoft.com/office/drawing/2014/main" id="{0D40E5CB-244F-1BC6-0FB8-FDC85DC8CD01}"/>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t="104" b="104"/>
          <a:stretch>
            <a:fillRect/>
          </a:stretch>
        </p:blipFill>
        <p:spPr bwMode="auto">
          <a:xfrm>
            <a:off x="188913" y="441325"/>
            <a:ext cx="8772525" cy="451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Gruppieren 14">
            <a:extLst>
              <a:ext uri="{FF2B5EF4-FFF2-40B4-BE49-F238E27FC236}">
                <a16:creationId xmlns:a16="http://schemas.microsoft.com/office/drawing/2014/main" id="{9D0DF059-3B2B-5A55-4C1D-F34806387750}"/>
              </a:ext>
            </a:extLst>
          </p:cNvPr>
          <p:cNvGrpSpPr>
            <a:grpSpLocks/>
          </p:cNvGrpSpPr>
          <p:nvPr userDrawn="1"/>
        </p:nvGrpSpPr>
        <p:grpSpPr bwMode="auto">
          <a:xfrm>
            <a:off x="9542463" y="431800"/>
            <a:ext cx="1614487" cy="798513"/>
            <a:chOff x="9463668" y="1940312"/>
            <a:chExt cx="1614235" cy="797069"/>
          </a:xfrm>
        </p:grpSpPr>
        <p:sp>
          <p:nvSpPr>
            <p:cNvPr id="5" name="Textfeld 15">
              <a:extLst>
                <a:ext uri="{FF2B5EF4-FFF2-40B4-BE49-F238E27FC236}">
                  <a16:creationId xmlns:a16="http://schemas.microsoft.com/office/drawing/2014/main" id="{55064C7F-AE01-90F9-DDF4-4438B4BFCE5F}"/>
                </a:ext>
              </a:extLst>
            </p:cNvPr>
            <p:cNvSpPr txBox="1">
              <a:spLocks noChangeArrowheads="1"/>
            </p:cNvSpPr>
            <p:nvPr/>
          </p:nvSpPr>
          <p:spPr bwMode="auto">
            <a:xfrm>
              <a:off x="9463668" y="1940312"/>
              <a:ext cx="1614235" cy="797069"/>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grey divider slide </a:t>
              </a:r>
              <a:br>
                <a:rPr lang="en-GB" altLang="en-VN" sz="700">
                  <a:solidFill>
                    <a:schemeClr val="bg1"/>
                  </a:solidFill>
                </a:rPr>
              </a:br>
              <a:r>
                <a:rPr lang="en-GB" altLang="en-VN" sz="700">
                  <a:solidFill>
                    <a:schemeClr val="bg1"/>
                  </a:solidFill>
                </a:rPr>
                <a:t>for black font.</a:t>
              </a:r>
            </a:p>
          </p:txBody>
        </p:sp>
        <p:sp>
          <p:nvSpPr>
            <p:cNvPr id="6" name="Freihandform: Form 122">
              <a:extLst>
                <a:ext uri="{FF2B5EF4-FFF2-40B4-BE49-F238E27FC236}">
                  <a16:creationId xmlns:a16="http://schemas.microsoft.com/office/drawing/2014/main" id="{C088F09F-EEBD-973B-D3AB-38B49F068CD5}"/>
                </a:ext>
              </a:extLst>
            </p:cNvPr>
            <p:cNvSpPr/>
            <p:nvPr/>
          </p:nvSpPr>
          <p:spPr>
            <a:xfrm>
              <a:off x="9516047" y="1994189"/>
              <a:ext cx="360307" cy="359711"/>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6"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9" name="Textplatzhalter 8"/>
          <p:cNvSpPr>
            <a:spLocks noGrp="1"/>
          </p:cNvSpPr>
          <p:nvPr>
            <p:ph type="body" sz="quarter" idx="13"/>
          </p:nvPr>
        </p:nvSpPr>
        <p:spPr>
          <a:xfrm>
            <a:off x="982662" y="4125566"/>
            <a:ext cx="7186612" cy="193899"/>
          </a:xfrm>
        </p:spPr>
        <p:txBody>
          <a:bodyPr/>
          <a:lstStyle>
            <a:lvl1pPr marL="0" indent="0" rtl="0">
              <a:buNone/>
              <a:defRPr sz="1400" b="0"/>
            </a:lvl1pPr>
          </a:lstStyle>
          <a:p>
            <a:pPr lvl="0"/>
            <a:r>
              <a:rPr lang="en-US"/>
              <a:t>Click to edit Master text styles</a:t>
            </a:r>
          </a:p>
        </p:txBody>
      </p:sp>
      <p:sp>
        <p:nvSpPr>
          <p:cNvPr id="11" name="Titel 10"/>
          <p:cNvSpPr>
            <a:spLocks noGrp="1"/>
          </p:cNvSpPr>
          <p:nvPr>
            <p:ph type="title"/>
          </p:nvPr>
        </p:nvSpPr>
        <p:spPr>
          <a:xfrm>
            <a:off x="978102" y="3449702"/>
            <a:ext cx="7185713" cy="541687"/>
          </a:xfrm>
        </p:spPr>
        <p:txBody>
          <a:bodyPr anchor="b"/>
          <a:lstStyle>
            <a:lvl1pPr rtl="0">
              <a:lnSpc>
                <a:spcPct val="80000"/>
              </a:lnSpc>
              <a:defRPr sz="4400"/>
            </a:lvl1pPr>
          </a:lstStyle>
          <a:p>
            <a:r>
              <a:rPr lang="en-US"/>
              <a:t>Click to edit Master title style</a:t>
            </a:r>
            <a:endParaRPr lang="en-GB" dirty="0"/>
          </a:p>
        </p:txBody>
      </p:sp>
      <p:sp>
        <p:nvSpPr>
          <p:cNvPr id="10" name="Textplatzhalter 4"/>
          <p:cNvSpPr>
            <a:spLocks noGrp="1"/>
          </p:cNvSpPr>
          <p:nvPr>
            <p:ph type="body" sz="quarter" idx="12"/>
          </p:nvPr>
        </p:nvSpPr>
        <p:spPr>
          <a:xfrm>
            <a:off x="3371850"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a:p>
            <a:pPr lvl="1"/>
            <a:r>
              <a:rPr lang="en-US"/>
              <a:t>Second level</a:t>
            </a:r>
          </a:p>
          <a:p>
            <a:pPr lvl="2"/>
            <a:r>
              <a:rPr lang="en-US"/>
              <a:t>Third level</a:t>
            </a:r>
          </a:p>
        </p:txBody>
      </p:sp>
      <p:sp>
        <p:nvSpPr>
          <p:cNvPr id="7" name="Fußzeilenplatzhalter 1">
            <a:extLst>
              <a:ext uri="{FF2B5EF4-FFF2-40B4-BE49-F238E27FC236}">
                <a16:creationId xmlns:a16="http://schemas.microsoft.com/office/drawing/2014/main" id="{E8AD4412-FC5E-A99C-2A92-228AFD890213}"/>
              </a:ext>
            </a:extLst>
          </p:cNvPr>
          <p:cNvSpPr>
            <a:spLocks noGrp="1"/>
          </p:cNvSpPr>
          <p:nvPr>
            <p:ph type="ftr" sz="quarter" idx="14"/>
          </p:nvPr>
        </p:nvSpPr>
        <p:spPr/>
        <p:txBody>
          <a:bodyPr/>
          <a:lstStyle>
            <a:lvl1pPr rtl="0">
              <a:defRPr>
                <a:solidFill>
                  <a:schemeClr val="bg1"/>
                </a:solidFill>
              </a:defRPr>
            </a:lvl1pPr>
          </a:lstStyle>
          <a:p>
            <a:pPr>
              <a:defRPr/>
            </a:pPr>
            <a:r>
              <a:rPr lang="en-GB"/>
              <a:t>Type here if  add info needed  for every slide</a:t>
            </a:r>
          </a:p>
        </p:txBody>
      </p:sp>
      <p:sp>
        <p:nvSpPr>
          <p:cNvPr id="8" name="Datumsplatzhalter 28">
            <a:extLst>
              <a:ext uri="{FF2B5EF4-FFF2-40B4-BE49-F238E27FC236}">
                <a16:creationId xmlns:a16="http://schemas.microsoft.com/office/drawing/2014/main" id="{5A12B221-9DC1-2C5E-9200-FF42379DDBED}"/>
              </a:ext>
            </a:extLst>
          </p:cNvPr>
          <p:cNvSpPr>
            <a:spLocks noGrp="1"/>
          </p:cNvSpPr>
          <p:nvPr>
            <p:ph type="dt" sz="half" idx="15"/>
          </p:nvPr>
        </p:nvSpPr>
        <p:spPr/>
        <p:txBody>
          <a:bodyPr/>
          <a:lstStyle>
            <a:lvl1pPr algn="l" rtl="0">
              <a:defRPr lang="de-DE" sz="600" b="1">
                <a:solidFill>
                  <a:srgbClr val="000000"/>
                </a:solidFill>
              </a:defRPr>
            </a:lvl1pPr>
          </a:lstStyle>
          <a:p>
            <a:pPr>
              <a:defRPr/>
            </a:pPr>
            <a:fld id="{8984E28D-45F9-234A-862A-7CE3BFA5BD26}" type="datetime4">
              <a:rPr lang="en-GB"/>
              <a:pPr>
                <a:defRPr/>
              </a:pPr>
              <a:t>25 November 2025</a:t>
            </a:fld>
            <a:endParaRPr lang="en-GB" dirty="0"/>
          </a:p>
        </p:txBody>
      </p:sp>
    </p:spTree>
    <p:extLst>
      <p:ext uri="{BB962C8B-B14F-4D97-AF65-F5344CB8AC3E}">
        <p14:creationId xmlns:p14="http://schemas.microsoft.com/office/powerpoint/2010/main" val="111585402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Picture 4 columns and text grey">
    <p:spTree>
      <p:nvGrpSpPr>
        <p:cNvPr id="1" name=""/>
        <p:cNvGrpSpPr/>
        <p:nvPr/>
      </p:nvGrpSpPr>
      <p:grpSpPr>
        <a:xfrm>
          <a:off x="0" y="0"/>
          <a:ext cx="0" cy="0"/>
          <a:chOff x="0" y="0"/>
          <a:chExt cx="0" cy="0"/>
        </a:xfrm>
      </p:grpSpPr>
      <p:graphicFrame>
        <p:nvGraphicFramePr>
          <p:cNvPr id="2" name="Objekt 17" hidden="1">
            <a:extLst>
              <a:ext uri="{FF2B5EF4-FFF2-40B4-BE49-F238E27FC236}">
                <a16:creationId xmlns:a16="http://schemas.microsoft.com/office/drawing/2014/main" id="{58F15412-4CA7-75B0-A10D-B9714D1F2174}"/>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93199" name="Objekt 17" hidden="1">
                        <a:extLst>
                          <a:ext uri="{FF2B5EF4-FFF2-40B4-BE49-F238E27FC236}">
                            <a16:creationId xmlns:a16="http://schemas.microsoft.com/office/drawing/2014/main" id="{5841B27E-743C-D2DF-C6FA-9A3071313D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Rechteck 16">
            <a:extLst>
              <a:ext uri="{FF2B5EF4-FFF2-40B4-BE49-F238E27FC236}">
                <a16:creationId xmlns:a16="http://schemas.microsoft.com/office/drawing/2014/main" id="{622D7D6D-6956-130F-3D59-435556CF7174}"/>
              </a:ext>
            </a:extLst>
          </p:cNvPr>
          <p:cNvSpPr/>
          <p:nvPr userDrawn="1"/>
        </p:nvSpPr>
        <p:spPr>
          <a:xfrm>
            <a:off x="188913" y="441325"/>
            <a:ext cx="8772525" cy="4519613"/>
          </a:xfrm>
          <a:prstGeom prst="rect">
            <a:avLst/>
          </a:prstGeom>
          <a:solidFill>
            <a:schemeClr val="bg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eaLnBrk="1" fontAlgn="auto" hangingPunct="1">
              <a:spcBef>
                <a:spcPts val="0"/>
              </a:spcBef>
              <a:spcAft>
                <a:spcPts val="0"/>
              </a:spcAft>
              <a:defRPr/>
            </a:pPr>
            <a:endParaRPr lang="en-GB" sz="1200" dirty="0">
              <a:solidFill>
                <a:schemeClr val="tx1"/>
              </a:solidFill>
            </a:endParaRPr>
          </a:p>
        </p:txBody>
      </p:sp>
      <p:grpSp>
        <p:nvGrpSpPr>
          <p:cNvPr id="5" name="Gruppieren 9">
            <a:extLst>
              <a:ext uri="{FF2B5EF4-FFF2-40B4-BE49-F238E27FC236}">
                <a16:creationId xmlns:a16="http://schemas.microsoft.com/office/drawing/2014/main" id="{78C948AA-C807-7A18-855B-D05248E8FC23}"/>
              </a:ext>
            </a:extLst>
          </p:cNvPr>
          <p:cNvGrpSpPr>
            <a:grpSpLocks/>
          </p:cNvGrpSpPr>
          <p:nvPr userDrawn="1"/>
        </p:nvGrpSpPr>
        <p:grpSpPr bwMode="auto">
          <a:xfrm>
            <a:off x="9542463" y="431800"/>
            <a:ext cx="1614487" cy="1120775"/>
            <a:chOff x="9463668" y="1940312"/>
            <a:chExt cx="1614235" cy="1120234"/>
          </a:xfrm>
        </p:grpSpPr>
        <p:sp>
          <p:nvSpPr>
            <p:cNvPr id="7" name="Textfeld 11">
              <a:extLst>
                <a:ext uri="{FF2B5EF4-FFF2-40B4-BE49-F238E27FC236}">
                  <a16:creationId xmlns:a16="http://schemas.microsoft.com/office/drawing/2014/main" id="{0620308A-18E6-AA41-43D6-9389BB79D307}"/>
                </a:ext>
              </a:extLst>
            </p:cNvPr>
            <p:cNvSpPr txBox="1">
              <a:spLocks noChangeArrowheads="1"/>
            </p:cNvSpPr>
            <p:nvPr/>
          </p:nvSpPr>
          <p:spPr bwMode="auto">
            <a:xfrm>
              <a:off x="9463668" y="1940312"/>
              <a:ext cx="1614235" cy="1120234"/>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grey slide for black text with image. Insert a 4 columns picture from the GFT image pack with the image placeholder or change image by right click.</a:t>
              </a:r>
            </a:p>
          </p:txBody>
        </p:sp>
        <p:sp>
          <p:nvSpPr>
            <p:cNvPr id="8" name="Freihandform: Form 122">
              <a:extLst>
                <a:ext uri="{FF2B5EF4-FFF2-40B4-BE49-F238E27FC236}">
                  <a16:creationId xmlns:a16="http://schemas.microsoft.com/office/drawing/2014/main" id="{779F1A74-4C5A-D0B0-03AC-B7F7D03B5AFE}"/>
                </a:ext>
              </a:extLst>
            </p:cNvPr>
            <p:cNvSpPr/>
            <p:nvPr/>
          </p:nvSpPr>
          <p:spPr>
            <a:xfrm>
              <a:off x="9516047" y="1994261"/>
              <a:ext cx="360307" cy="360189"/>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5"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6" name="Titel 5"/>
          <p:cNvSpPr>
            <a:spLocks noGrp="1"/>
          </p:cNvSpPr>
          <p:nvPr>
            <p:ph type="title"/>
          </p:nvPr>
        </p:nvSpPr>
        <p:spPr>
          <a:xfrm>
            <a:off x="3790949" y="633413"/>
            <a:ext cx="4372865" cy="276999"/>
          </a:xfrm>
        </p:spPr>
        <p:txBody>
          <a:bodyPr/>
          <a:lstStyle>
            <a:lvl1pPr rtl="0">
              <a:defRPr sz="2000" b="1"/>
            </a:lvl1pPr>
          </a:lstStyle>
          <a:p>
            <a:r>
              <a:rPr lang="en-US"/>
              <a:t>Click to edit Master title style</a:t>
            </a:r>
            <a:endParaRPr lang="en-GB" dirty="0"/>
          </a:p>
        </p:txBody>
      </p:sp>
      <p:sp>
        <p:nvSpPr>
          <p:cNvPr id="15" name="Bildplatzhalter 14"/>
          <p:cNvSpPr>
            <a:spLocks noGrp="1"/>
          </p:cNvSpPr>
          <p:nvPr>
            <p:ph type="pic" sz="quarter" idx="14"/>
          </p:nvPr>
        </p:nvSpPr>
        <p:spPr>
          <a:xfrm>
            <a:off x="188912" y="441325"/>
            <a:ext cx="3182731" cy="4516438"/>
          </a:xfrm>
          <a:solidFill>
            <a:schemeClr val="accent6"/>
          </a:solidFill>
        </p:spPr>
        <p:txBody>
          <a:bodyPr rtlCol="0">
            <a:noAutofit/>
          </a:bodyPr>
          <a:lstStyle>
            <a:lvl1pPr marL="0" indent="0" rtl="0">
              <a:buNone/>
              <a:defRPr sz="1200">
                <a:solidFill>
                  <a:schemeClr val="bg1"/>
                </a:solidFill>
              </a:defRPr>
            </a:lvl1pPr>
          </a:lstStyle>
          <a:p>
            <a:pPr lvl="0"/>
            <a:r>
              <a:rPr lang="en-US" noProof="0"/>
              <a:t>Click icon to add picture</a:t>
            </a:r>
            <a:endParaRPr lang="en-GB" noProof="0" dirty="0"/>
          </a:p>
        </p:txBody>
      </p:sp>
      <p:sp>
        <p:nvSpPr>
          <p:cNvPr id="3" name="Textplatzhalter 2"/>
          <p:cNvSpPr>
            <a:spLocks noGrp="1"/>
          </p:cNvSpPr>
          <p:nvPr>
            <p:ph type="body" sz="quarter" idx="15"/>
          </p:nvPr>
        </p:nvSpPr>
        <p:spPr>
          <a:xfrm>
            <a:off x="3790950" y="1264937"/>
            <a:ext cx="4378326" cy="1166473"/>
          </a:xfrm>
        </p:spPr>
        <p:txBody>
          <a:bodyPr/>
          <a:lstStyle>
            <a:lvl1pPr rtl="0">
              <a:defRPr/>
            </a:lvl1pPr>
            <a:lvl2pPr rtl="0">
              <a:defRPr/>
            </a:lvl2pPr>
            <a:lvl3pPr rtl="0">
              <a:defRPr/>
            </a:lvl3pPr>
            <a:lvl4pPr rtl="0">
              <a:defRPr/>
            </a:lvl4pPr>
            <a:lvl5pPr rtl="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extplatzhalter 4"/>
          <p:cNvSpPr>
            <a:spLocks noGrp="1"/>
          </p:cNvSpPr>
          <p:nvPr>
            <p:ph type="body" sz="quarter" idx="12"/>
          </p:nvPr>
        </p:nvSpPr>
        <p:spPr>
          <a:xfrm>
            <a:off x="3371850"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a:p>
            <a:pPr lvl="1"/>
            <a:r>
              <a:rPr lang="en-US"/>
              <a:t>Second level</a:t>
            </a:r>
          </a:p>
          <a:p>
            <a:pPr lvl="2"/>
            <a:r>
              <a:rPr lang="en-US"/>
              <a:t>Third level</a:t>
            </a:r>
          </a:p>
        </p:txBody>
      </p:sp>
      <p:sp>
        <p:nvSpPr>
          <p:cNvPr id="10" name="Fußzeilenplatzhalter 1">
            <a:extLst>
              <a:ext uri="{FF2B5EF4-FFF2-40B4-BE49-F238E27FC236}">
                <a16:creationId xmlns:a16="http://schemas.microsoft.com/office/drawing/2014/main" id="{417076F8-E3EE-49FA-6534-36027AB4A9B7}"/>
              </a:ext>
            </a:extLst>
          </p:cNvPr>
          <p:cNvSpPr>
            <a:spLocks noGrp="1"/>
          </p:cNvSpPr>
          <p:nvPr>
            <p:ph type="ftr" sz="quarter" idx="16"/>
          </p:nvPr>
        </p:nvSpPr>
        <p:spPr/>
        <p:txBody>
          <a:bodyPr/>
          <a:lstStyle>
            <a:lvl1pPr rtl="0">
              <a:defRPr/>
            </a:lvl1pPr>
          </a:lstStyle>
          <a:p>
            <a:pPr>
              <a:defRPr/>
            </a:pPr>
            <a:r>
              <a:rPr lang="en-GB"/>
              <a:t>Type here if  add info needed  for every slide</a:t>
            </a:r>
          </a:p>
        </p:txBody>
      </p:sp>
      <p:sp>
        <p:nvSpPr>
          <p:cNvPr id="11" name="Datumsplatzhalter 28">
            <a:extLst>
              <a:ext uri="{FF2B5EF4-FFF2-40B4-BE49-F238E27FC236}">
                <a16:creationId xmlns:a16="http://schemas.microsoft.com/office/drawing/2014/main" id="{54002B59-F2C8-18C0-58BF-561BB6B91CFB}"/>
              </a:ext>
            </a:extLst>
          </p:cNvPr>
          <p:cNvSpPr>
            <a:spLocks noGrp="1"/>
          </p:cNvSpPr>
          <p:nvPr>
            <p:ph type="dt" sz="half" idx="17"/>
          </p:nvPr>
        </p:nvSpPr>
        <p:spPr/>
        <p:txBody>
          <a:bodyPr/>
          <a:lstStyle>
            <a:lvl1pPr algn="l" rtl="0">
              <a:defRPr lang="de-DE" sz="600" b="1">
                <a:solidFill>
                  <a:srgbClr val="000000"/>
                </a:solidFill>
              </a:defRPr>
            </a:lvl1pPr>
          </a:lstStyle>
          <a:p>
            <a:pPr>
              <a:defRPr/>
            </a:pPr>
            <a:fld id="{F3489610-178E-C84D-8336-370D3F4F1DC0}" type="datetime4">
              <a:rPr lang="en-GB"/>
              <a:pPr>
                <a:defRPr/>
              </a:pPr>
              <a:t>25 November 2025</a:t>
            </a:fld>
            <a:endParaRPr lang="en-GB" dirty="0"/>
          </a:p>
        </p:txBody>
      </p:sp>
    </p:spTree>
    <p:extLst>
      <p:ext uri="{BB962C8B-B14F-4D97-AF65-F5344CB8AC3E}">
        <p14:creationId xmlns:p14="http://schemas.microsoft.com/office/powerpoint/2010/main" val="25790407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icture 8 columns and text grey">
    <p:spTree>
      <p:nvGrpSpPr>
        <p:cNvPr id="1" name=""/>
        <p:cNvGrpSpPr/>
        <p:nvPr/>
      </p:nvGrpSpPr>
      <p:grpSpPr>
        <a:xfrm>
          <a:off x="0" y="0"/>
          <a:ext cx="0" cy="0"/>
          <a:chOff x="0" y="0"/>
          <a:chExt cx="0" cy="0"/>
        </a:xfrm>
      </p:grpSpPr>
      <p:graphicFrame>
        <p:nvGraphicFramePr>
          <p:cNvPr id="2" name="Objekt 17" hidden="1">
            <a:extLst>
              <a:ext uri="{FF2B5EF4-FFF2-40B4-BE49-F238E27FC236}">
                <a16:creationId xmlns:a16="http://schemas.microsoft.com/office/drawing/2014/main" id="{7A4E5EC2-421E-C98C-A6CB-46A55A0A7B92}"/>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94223" name="Objekt 17" hidden="1">
                        <a:extLst>
                          <a:ext uri="{FF2B5EF4-FFF2-40B4-BE49-F238E27FC236}">
                            <a16:creationId xmlns:a16="http://schemas.microsoft.com/office/drawing/2014/main" id="{8DD16101-0850-A5C2-BF7A-CA5495286F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Rechteck 15">
            <a:extLst>
              <a:ext uri="{FF2B5EF4-FFF2-40B4-BE49-F238E27FC236}">
                <a16:creationId xmlns:a16="http://schemas.microsoft.com/office/drawing/2014/main" id="{BDBA20D3-EE0A-C97F-4B61-7AE281ABB7CB}"/>
              </a:ext>
            </a:extLst>
          </p:cNvPr>
          <p:cNvSpPr/>
          <p:nvPr userDrawn="1"/>
        </p:nvSpPr>
        <p:spPr>
          <a:xfrm>
            <a:off x="188913" y="441325"/>
            <a:ext cx="8772525" cy="4519613"/>
          </a:xfrm>
          <a:prstGeom prst="rect">
            <a:avLst/>
          </a:prstGeom>
          <a:solidFill>
            <a:schemeClr val="bg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eaLnBrk="1" fontAlgn="auto" hangingPunct="1">
              <a:spcBef>
                <a:spcPts val="0"/>
              </a:spcBef>
              <a:spcAft>
                <a:spcPts val="0"/>
              </a:spcAft>
              <a:defRPr/>
            </a:pPr>
            <a:endParaRPr lang="en-GB" sz="1200" dirty="0">
              <a:solidFill>
                <a:schemeClr val="tx1"/>
              </a:solidFill>
            </a:endParaRPr>
          </a:p>
        </p:txBody>
      </p:sp>
      <p:grpSp>
        <p:nvGrpSpPr>
          <p:cNvPr id="5" name="Gruppieren 9">
            <a:extLst>
              <a:ext uri="{FF2B5EF4-FFF2-40B4-BE49-F238E27FC236}">
                <a16:creationId xmlns:a16="http://schemas.microsoft.com/office/drawing/2014/main" id="{D4C8A58F-6B27-8081-870E-7ABD7218E4E8}"/>
              </a:ext>
            </a:extLst>
          </p:cNvPr>
          <p:cNvGrpSpPr>
            <a:grpSpLocks/>
          </p:cNvGrpSpPr>
          <p:nvPr userDrawn="1"/>
        </p:nvGrpSpPr>
        <p:grpSpPr bwMode="auto">
          <a:xfrm>
            <a:off x="9542463" y="431800"/>
            <a:ext cx="1614487" cy="1120775"/>
            <a:chOff x="9463668" y="1940312"/>
            <a:chExt cx="1614235" cy="1120234"/>
          </a:xfrm>
        </p:grpSpPr>
        <p:sp>
          <p:nvSpPr>
            <p:cNvPr id="7" name="Textfeld 11">
              <a:extLst>
                <a:ext uri="{FF2B5EF4-FFF2-40B4-BE49-F238E27FC236}">
                  <a16:creationId xmlns:a16="http://schemas.microsoft.com/office/drawing/2014/main" id="{9775920C-3427-9B9F-640B-C3CD5C64872A}"/>
                </a:ext>
              </a:extLst>
            </p:cNvPr>
            <p:cNvSpPr txBox="1">
              <a:spLocks noChangeArrowheads="1"/>
            </p:cNvSpPr>
            <p:nvPr/>
          </p:nvSpPr>
          <p:spPr bwMode="auto">
            <a:xfrm>
              <a:off x="9463668" y="1940312"/>
              <a:ext cx="1614235" cy="1120234"/>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grey slide for image with black text. Insert an 8 columns picture from the GFT image pack with the image placeholder or change image by right click.</a:t>
              </a:r>
            </a:p>
          </p:txBody>
        </p:sp>
        <p:sp>
          <p:nvSpPr>
            <p:cNvPr id="8" name="Freihandform: Form 122">
              <a:extLst>
                <a:ext uri="{FF2B5EF4-FFF2-40B4-BE49-F238E27FC236}">
                  <a16:creationId xmlns:a16="http://schemas.microsoft.com/office/drawing/2014/main" id="{1F5618A0-5BDC-7A6F-B729-19FB357606FC}"/>
                </a:ext>
              </a:extLst>
            </p:cNvPr>
            <p:cNvSpPr/>
            <p:nvPr/>
          </p:nvSpPr>
          <p:spPr>
            <a:xfrm>
              <a:off x="9516047" y="1994261"/>
              <a:ext cx="360307" cy="360189"/>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5"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15" name="Bildplatzhalter 14"/>
          <p:cNvSpPr>
            <a:spLocks noGrp="1"/>
          </p:cNvSpPr>
          <p:nvPr>
            <p:ph type="pic" sz="quarter" idx="14"/>
          </p:nvPr>
        </p:nvSpPr>
        <p:spPr>
          <a:xfrm>
            <a:off x="188912" y="441325"/>
            <a:ext cx="6378575" cy="4519613"/>
          </a:xfrm>
          <a:solidFill>
            <a:schemeClr val="accent6"/>
          </a:solidFill>
        </p:spPr>
        <p:txBody>
          <a:bodyPr rtlCol="0">
            <a:noAutofit/>
          </a:bodyPr>
          <a:lstStyle>
            <a:lvl1pPr marL="0" indent="0" rtl="0">
              <a:buNone/>
              <a:defRPr sz="1200">
                <a:solidFill>
                  <a:schemeClr val="bg1"/>
                </a:solidFill>
              </a:defRPr>
            </a:lvl1pPr>
          </a:lstStyle>
          <a:p>
            <a:pPr lvl="0"/>
            <a:r>
              <a:rPr lang="en-US" noProof="0"/>
              <a:t>Click icon to add picture</a:t>
            </a:r>
            <a:endParaRPr lang="en-GB" noProof="0" dirty="0"/>
          </a:p>
        </p:txBody>
      </p:sp>
      <p:sp>
        <p:nvSpPr>
          <p:cNvPr id="6" name="Titel 5"/>
          <p:cNvSpPr>
            <a:spLocks noGrp="1"/>
          </p:cNvSpPr>
          <p:nvPr>
            <p:ph type="title"/>
          </p:nvPr>
        </p:nvSpPr>
        <p:spPr>
          <a:xfrm>
            <a:off x="6930391" y="633413"/>
            <a:ext cx="1648460" cy="276999"/>
          </a:xfrm>
        </p:spPr>
        <p:txBody>
          <a:bodyPr/>
          <a:lstStyle>
            <a:lvl1pPr rtl="0">
              <a:defRPr sz="2000" b="1"/>
            </a:lvl1pPr>
          </a:lstStyle>
          <a:p>
            <a:r>
              <a:rPr lang="en-US"/>
              <a:t>Click to edit Master title style</a:t>
            </a:r>
            <a:endParaRPr lang="en-GB" dirty="0"/>
          </a:p>
        </p:txBody>
      </p:sp>
      <p:sp>
        <p:nvSpPr>
          <p:cNvPr id="3" name="Textplatzhalter 2"/>
          <p:cNvSpPr>
            <a:spLocks noGrp="1"/>
          </p:cNvSpPr>
          <p:nvPr>
            <p:ph type="body" sz="quarter" idx="15"/>
          </p:nvPr>
        </p:nvSpPr>
        <p:spPr>
          <a:xfrm>
            <a:off x="6930391" y="1265238"/>
            <a:ext cx="1648460" cy="1158875"/>
          </a:xfrm>
        </p:spPr>
        <p:txBody>
          <a:bodyPr/>
          <a:lstStyle>
            <a:lvl1pPr rtl="0">
              <a:defRPr/>
            </a:lvl1pPr>
            <a:lvl2pPr rtl="0">
              <a:defRPr/>
            </a:lvl2pPr>
            <a:lvl3pPr rtl="0">
              <a:defRPr/>
            </a:lvl3pPr>
            <a:lvl4pPr rtl="0">
              <a:defRPr/>
            </a:lvl4pPr>
            <a:lvl5pPr rtl="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extplatzhalter 4"/>
          <p:cNvSpPr>
            <a:spLocks noGrp="1"/>
          </p:cNvSpPr>
          <p:nvPr>
            <p:ph type="body" sz="quarter" idx="12"/>
          </p:nvPr>
        </p:nvSpPr>
        <p:spPr>
          <a:xfrm>
            <a:off x="3371850"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a:p>
            <a:pPr lvl="1"/>
            <a:r>
              <a:rPr lang="en-US"/>
              <a:t>Second level</a:t>
            </a:r>
          </a:p>
          <a:p>
            <a:pPr lvl="2"/>
            <a:r>
              <a:rPr lang="en-US"/>
              <a:t>Third level</a:t>
            </a:r>
          </a:p>
        </p:txBody>
      </p:sp>
      <p:sp>
        <p:nvSpPr>
          <p:cNvPr id="10" name="Fußzeilenplatzhalter 1">
            <a:extLst>
              <a:ext uri="{FF2B5EF4-FFF2-40B4-BE49-F238E27FC236}">
                <a16:creationId xmlns:a16="http://schemas.microsoft.com/office/drawing/2014/main" id="{765510E6-9ADD-9C00-618F-38AD50BC1508}"/>
              </a:ext>
            </a:extLst>
          </p:cNvPr>
          <p:cNvSpPr>
            <a:spLocks noGrp="1"/>
          </p:cNvSpPr>
          <p:nvPr>
            <p:ph type="ftr" sz="quarter" idx="16"/>
          </p:nvPr>
        </p:nvSpPr>
        <p:spPr/>
        <p:txBody>
          <a:bodyPr/>
          <a:lstStyle>
            <a:lvl1pPr rtl="0">
              <a:defRPr/>
            </a:lvl1pPr>
          </a:lstStyle>
          <a:p>
            <a:pPr>
              <a:defRPr/>
            </a:pPr>
            <a:r>
              <a:rPr lang="en-GB"/>
              <a:t>Type here if  add info needed  for every slide</a:t>
            </a:r>
          </a:p>
        </p:txBody>
      </p:sp>
      <p:sp>
        <p:nvSpPr>
          <p:cNvPr id="11" name="Datumsplatzhalter 28">
            <a:extLst>
              <a:ext uri="{FF2B5EF4-FFF2-40B4-BE49-F238E27FC236}">
                <a16:creationId xmlns:a16="http://schemas.microsoft.com/office/drawing/2014/main" id="{0B11E3F8-08AC-F0C8-75BE-AFAEA17D3D4A}"/>
              </a:ext>
            </a:extLst>
          </p:cNvPr>
          <p:cNvSpPr>
            <a:spLocks noGrp="1"/>
          </p:cNvSpPr>
          <p:nvPr>
            <p:ph type="dt" sz="half" idx="17"/>
          </p:nvPr>
        </p:nvSpPr>
        <p:spPr/>
        <p:txBody>
          <a:bodyPr/>
          <a:lstStyle>
            <a:lvl1pPr algn="l" rtl="0">
              <a:defRPr lang="de-DE" sz="600" b="1">
                <a:solidFill>
                  <a:srgbClr val="000000"/>
                </a:solidFill>
              </a:defRPr>
            </a:lvl1pPr>
          </a:lstStyle>
          <a:p>
            <a:pPr>
              <a:defRPr/>
            </a:pPr>
            <a:fld id="{00912057-760A-8843-A0D2-7EF83618FC30}" type="datetime4">
              <a:rPr lang="en-GB"/>
              <a:pPr>
                <a:defRPr/>
              </a:pPr>
              <a:t>25 November 2025</a:t>
            </a:fld>
            <a:endParaRPr lang="en-GB" dirty="0"/>
          </a:p>
        </p:txBody>
      </p:sp>
    </p:spTree>
    <p:extLst>
      <p:ext uri="{BB962C8B-B14F-4D97-AF65-F5344CB8AC3E}">
        <p14:creationId xmlns:p14="http://schemas.microsoft.com/office/powerpoint/2010/main" val="40097749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Message on picture 8 columns right grey">
    <p:spTree>
      <p:nvGrpSpPr>
        <p:cNvPr id="1" name=""/>
        <p:cNvGrpSpPr/>
        <p:nvPr/>
      </p:nvGrpSpPr>
      <p:grpSpPr>
        <a:xfrm>
          <a:off x="0" y="0"/>
          <a:ext cx="0" cy="0"/>
          <a:chOff x="0" y="0"/>
          <a:chExt cx="0" cy="0"/>
        </a:xfrm>
      </p:grpSpPr>
      <p:graphicFrame>
        <p:nvGraphicFramePr>
          <p:cNvPr id="2" name="Objekt 17" hidden="1">
            <a:extLst>
              <a:ext uri="{FF2B5EF4-FFF2-40B4-BE49-F238E27FC236}">
                <a16:creationId xmlns:a16="http://schemas.microsoft.com/office/drawing/2014/main" id="{B31C40D6-15BE-48BE-2D9E-E69ADEC42D85}"/>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95247" name="Objekt 17" hidden="1">
                        <a:extLst>
                          <a:ext uri="{FF2B5EF4-FFF2-40B4-BE49-F238E27FC236}">
                            <a16:creationId xmlns:a16="http://schemas.microsoft.com/office/drawing/2014/main" id="{7FADB867-FFC2-9F3F-A166-0A3B6BFFD6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Rechteck 9">
            <a:extLst>
              <a:ext uri="{FF2B5EF4-FFF2-40B4-BE49-F238E27FC236}">
                <a16:creationId xmlns:a16="http://schemas.microsoft.com/office/drawing/2014/main" id="{4C90CFB2-880B-F445-6A03-AD8BE44F4294}"/>
              </a:ext>
            </a:extLst>
          </p:cNvPr>
          <p:cNvSpPr/>
          <p:nvPr userDrawn="1"/>
        </p:nvSpPr>
        <p:spPr>
          <a:xfrm>
            <a:off x="188913" y="441325"/>
            <a:ext cx="8772525" cy="4519613"/>
          </a:xfrm>
          <a:prstGeom prst="rect">
            <a:avLst/>
          </a:prstGeom>
          <a:solidFill>
            <a:schemeClr val="bg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eaLnBrk="1" fontAlgn="auto" hangingPunct="1">
              <a:spcBef>
                <a:spcPts val="0"/>
              </a:spcBef>
              <a:spcAft>
                <a:spcPts val="0"/>
              </a:spcAft>
              <a:defRPr/>
            </a:pPr>
            <a:endParaRPr lang="en-GB" sz="1200" dirty="0">
              <a:solidFill>
                <a:schemeClr val="tx1"/>
              </a:solidFill>
            </a:endParaRPr>
          </a:p>
        </p:txBody>
      </p:sp>
      <p:sp>
        <p:nvSpPr>
          <p:cNvPr id="5" name="Freihandform: Form 12">
            <a:extLst>
              <a:ext uri="{FF2B5EF4-FFF2-40B4-BE49-F238E27FC236}">
                <a16:creationId xmlns:a16="http://schemas.microsoft.com/office/drawing/2014/main" id="{019D0EAF-7296-3EE8-07AF-7FEB3D97F434}"/>
              </a:ext>
            </a:extLst>
          </p:cNvPr>
          <p:cNvSpPr>
            <a:spLocks/>
          </p:cNvSpPr>
          <p:nvPr userDrawn="1"/>
        </p:nvSpPr>
        <p:spPr bwMode="gray">
          <a:xfrm>
            <a:off x="981075" y="2376488"/>
            <a:ext cx="144463" cy="144462"/>
          </a:xfrm>
          <a:custGeom>
            <a:avLst/>
            <a:gdLst>
              <a:gd name="connsiteX0" fmla="*/ 0 w 899961"/>
              <a:gd name="connsiteY0" fmla="*/ 0 h 899961"/>
              <a:gd name="connsiteX1" fmla="*/ 313261 w 899961"/>
              <a:gd name="connsiteY1" fmla="*/ 0 h 899961"/>
              <a:gd name="connsiteX2" fmla="*/ 899961 w 899961"/>
              <a:gd name="connsiteY2" fmla="*/ 0 h 899961"/>
              <a:gd name="connsiteX3" fmla="*/ 899961 w 899961"/>
              <a:gd name="connsiteY3" fmla="*/ 313261 h 899961"/>
              <a:gd name="connsiteX4" fmla="*/ 313261 w 899961"/>
              <a:gd name="connsiteY4" fmla="*/ 313261 h 899961"/>
              <a:gd name="connsiteX5" fmla="*/ 313261 w 899961"/>
              <a:gd name="connsiteY5" fmla="*/ 899961 h 899961"/>
              <a:gd name="connsiteX6" fmla="*/ 0 w 899961"/>
              <a:gd name="connsiteY6" fmla="*/ 899961 h 899961"/>
              <a:gd name="connsiteX7" fmla="*/ 0 w 899961"/>
              <a:gd name="connsiteY7" fmla="*/ 313261 h 899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9961" h="899961">
                <a:moveTo>
                  <a:pt x="0" y="0"/>
                </a:moveTo>
                <a:lnTo>
                  <a:pt x="313261" y="0"/>
                </a:lnTo>
                <a:lnTo>
                  <a:pt x="899961" y="0"/>
                </a:lnTo>
                <a:lnTo>
                  <a:pt x="899961" y="313261"/>
                </a:lnTo>
                <a:lnTo>
                  <a:pt x="313261" y="313261"/>
                </a:lnTo>
                <a:lnTo>
                  <a:pt x="313261" y="899961"/>
                </a:lnTo>
                <a:lnTo>
                  <a:pt x="0" y="899961"/>
                </a:lnTo>
                <a:lnTo>
                  <a:pt x="0" y="313261"/>
                </a:lnTo>
                <a:close/>
              </a:path>
            </a:pathLst>
          </a:cu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eaLnBrk="1" fontAlgn="auto" hangingPunct="1">
              <a:spcBef>
                <a:spcPts val="0"/>
              </a:spcBef>
              <a:spcAft>
                <a:spcPts val="0"/>
              </a:spcAft>
              <a:defRPr/>
            </a:pPr>
            <a:endParaRPr lang="en-GB" sz="1200" dirty="0">
              <a:solidFill>
                <a:schemeClr val="tx1"/>
              </a:solidFill>
            </a:endParaRPr>
          </a:p>
        </p:txBody>
      </p:sp>
      <p:grpSp>
        <p:nvGrpSpPr>
          <p:cNvPr id="7" name="Gruppieren 11">
            <a:extLst>
              <a:ext uri="{FF2B5EF4-FFF2-40B4-BE49-F238E27FC236}">
                <a16:creationId xmlns:a16="http://schemas.microsoft.com/office/drawing/2014/main" id="{1A78E9A8-ED52-58EE-4CB9-079C7BE4EB9B}"/>
              </a:ext>
            </a:extLst>
          </p:cNvPr>
          <p:cNvGrpSpPr>
            <a:grpSpLocks/>
          </p:cNvGrpSpPr>
          <p:nvPr userDrawn="1"/>
        </p:nvGrpSpPr>
        <p:grpSpPr bwMode="auto">
          <a:xfrm>
            <a:off x="9542463" y="431800"/>
            <a:ext cx="1614487" cy="1444625"/>
            <a:chOff x="9463668" y="1940312"/>
            <a:chExt cx="1614235" cy="1443399"/>
          </a:xfrm>
        </p:grpSpPr>
        <p:sp>
          <p:nvSpPr>
            <p:cNvPr id="8" name="Textfeld 13">
              <a:extLst>
                <a:ext uri="{FF2B5EF4-FFF2-40B4-BE49-F238E27FC236}">
                  <a16:creationId xmlns:a16="http://schemas.microsoft.com/office/drawing/2014/main" id="{A5F9FD5D-C095-5039-5E16-B733F24E9E18}"/>
                </a:ext>
              </a:extLst>
            </p:cNvPr>
            <p:cNvSpPr txBox="1">
              <a:spLocks noChangeArrowheads="1"/>
            </p:cNvSpPr>
            <p:nvPr/>
          </p:nvSpPr>
          <p:spPr bwMode="auto">
            <a:xfrm>
              <a:off x="9463668" y="1940312"/>
              <a:ext cx="1614235" cy="1443399"/>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grey slide for an image with black key message text. Insert an 8 columns picture from the GFT image pack with the image placeholder or change image by right click. Make sure there is no other text than heading and sub-heading on the slide.</a:t>
              </a:r>
            </a:p>
          </p:txBody>
        </p:sp>
        <p:sp>
          <p:nvSpPr>
            <p:cNvPr id="10" name="Freihandform: Form 122">
              <a:extLst>
                <a:ext uri="{FF2B5EF4-FFF2-40B4-BE49-F238E27FC236}">
                  <a16:creationId xmlns:a16="http://schemas.microsoft.com/office/drawing/2014/main" id="{FD8B6772-CDB3-153A-19EC-6C17B4249C0D}"/>
                </a:ext>
              </a:extLst>
            </p:cNvPr>
            <p:cNvSpPr/>
            <p:nvPr/>
          </p:nvSpPr>
          <p:spPr>
            <a:xfrm>
              <a:off x="9516047" y="1994241"/>
              <a:ext cx="360307" cy="360057"/>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5"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15" name="Bildplatzhalter 14"/>
          <p:cNvSpPr>
            <a:spLocks noGrp="1"/>
          </p:cNvSpPr>
          <p:nvPr>
            <p:ph type="pic" sz="quarter" idx="14"/>
          </p:nvPr>
        </p:nvSpPr>
        <p:spPr>
          <a:xfrm>
            <a:off x="2582862" y="441325"/>
            <a:ext cx="6378575" cy="4519613"/>
          </a:xfrm>
          <a:solidFill>
            <a:schemeClr val="accent6"/>
          </a:solidFill>
        </p:spPr>
        <p:txBody>
          <a:bodyPr rtlCol="0">
            <a:noAutofit/>
          </a:bodyPr>
          <a:lstStyle>
            <a:lvl1pPr marL="0" indent="0" rtl="0">
              <a:buNone/>
              <a:defRPr sz="1200">
                <a:solidFill>
                  <a:schemeClr val="bg1"/>
                </a:solidFill>
              </a:defRPr>
            </a:lvl1pPr>
          </a:lstStyle>
          <a:p>
            <a:pPr lvl="0"/>
            <a:r>
              <a:rPr lang="en-US" noProof="0"/>
              <a:t>Click icon to add picture</a:t>
            </a:r>
            <a:endParaRPr lang="en-GB" noProof="0" dirty="0"/>
          </a:p>
        </p:txBody>
      </p:sp>
      <p:sp>
        <p:nvSpPr>
          <p:cNvPr id="6" name="Titel 5"/>
          <p:cNvSpPr>
            <a:spLocks noGrp="1"/>
          </p:cNvSpPr>
          <p:nvPr>
            <p:ph type="title"/>
          </p:nvPr>
        </p:nvSpPr>
        <p:spPr>
          <a:xfrm>
            <a:off x="976312" y="2041702"/>
            <a:ext cx="3195637" cy="276999"/>
          </a:xfrm>
        </p:spPr>
        <p:txBody>
          <a:bodyPr anchor="b"/>
          <a:lstStyle>
            <a:lvl1pPr rtl="0">
              <a:defRPr sz="2000" b="1"/>
            </a:lvl1pPr>
          </a:lstStyle>
          <a:p>
            <a:r>
              <a:rPr lang="en-US"/>
              <a:t>Click to edit Master title style</a:t>
            </a:r>
            <a:endParaRPr lang="en-GB" dirty="0"/>
          </a:p>
        </p:txBody>
      </p:sp>
      <p:sp>
        <p:nvSpPr>
          <p:cNvPr id="3" name="Textplatzhalter 2"/>
          <p:cNvSpPr>
            <a:spLocks noGrp="1"/>
          </p:cNvSpPr>
          <p:nvPr>
            <p:ph type="body" sz="quarter" idx="15"/>
          </p:nvPr>
        </p:nvSpPr>
        <p:spPr>
          <a:xfrm>
            <a:off x="976312" y="2622387"/>
            <a:ext cx="3195637" cy="193899"/>
          </a:xfrm>
        </p:spPr>
        <p:txBody>
          <a:bodyPr/>
          <a:lstStyle>
            <a:lvl1pPr marL="0" indent="0" rtl="0">
              <a:buNone/>
              <a:defRPr/>
            </a:lvl1pPr>
          </a:lstStyle>
          <a:p>
            <a:pPr lvl="0"/>
            <a:r>
              <a:rPr lang="en-US"/>
              <a:t>Click to edit Master text styles</a:t>
            </a:r>
          </a:p>
        </p:txBody>
      </p:sp>
      <p:sp>
        <p:nvSpPr>
          <p:cNvPr id="9" name="Textplatzhalter 4"/>
          <p:cNvSpPr>
            <a:spLocks noGrp="1"/>
          </p:cNvSpPr>
          <p:nvPr>
            <p:ph type="body" sz="quarter" idx="12"/>
          </p:nvPr>
        </p:nvSpPr>
        <p:spPr>
          <a:xfrm>
            <a:off x="3371850"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a:p>
            <a:pPr lvl="1"/>
            <a:r>
              <a:rPr lang="en-US"/>
              <a:t>Second level</a:t>
            </a:r>
          </a:p>
          <a:p>
            <a:pPr lvl="2"/>
            <a:r>
              <a:rPr lang="en-US"/>
              <a:t>Third level</a:t>
            </a:r>
          </a:p>
        </p:txBody>
      </p:sp>
      <p:sp>
        <p:nvSpPr>
          <p:cNvPr id="11" name="Fußzeilenplatzhalter 1">
            <a:extLst>
              <a:ext uri="{FF2B5EF4-FFF2-40B4-BE49-F238E27FC236}">
                <a16:creationId xmlns:a16="http://schemas.microsoft.com/office/drawing/2014/main" id="{58C43285-B8DA-3C70-7FB4-023CEC25DDFA}"/>
              </a:ext>
            </a:extLst>
          </p:cNvPr>
          <p:cNvSpPr>
            <a:spLocks noGrp="1"/>
          </p:cNvSpPr>
          <p:nvPr>
            <p:ph type="ftr" sz="quarter" idx="16"/>
          </p:nvPr>
        </p:nvSpPr>
        <p:spPr/>
        <p:txBody>
          <a:bodyPr/>
          <a:lstStyle>
            <a:lvl1pPr rtl="0">
              <a:defRPr/>
            </a:lvl1pPr>
          </a:lstStyle>
          <a:p>
            <a:pPr>
              <a:defRPr/>
            </a:pPr>
            <a:r>
              <a:rPr lang="en-GB"/>
              <a:t>Type here if  add info needed  for every slide</a:t>
            </a:r>
          </a:p>
        </p:txBody>
      </p:sp>
      <p:sp>
        <p:nvSpPr>
          <p:cNvPr id="12" name="Datumsplatzhalter 28">
            <a:extLst>
              <a:ext uri="{FF2B5EF4-FFF2-40B4-BE49-F238E27FC236}">
                <a16:creationId xmlns:a16="http://schemas.microsoft.com/office/drawing/2014/main" id="{00B0A705-5789-BBD9-73E2-9C9317419CC3}"/>
              </a:ext>
            </a:extLst>
          </p:cNvPr>
          <p:cNvSpPr>
            <a:spLocks noGrp="1"/>
          </p:cNvSpPr>
          <p:nvPr>
            <p:ph type="dt" sz="half" idx="17"/>
          </p:nvPr>
        </p:nvSpPr>
        <p:spPr/>
        <p:txBody>
          <a:bodyPr/>
          <a:lstStyle>
            <a:lvl1pPr algn="l" rtl="0">
              <a:defRPr lang="de-DE" sz="600" b="1">
                <a:solidFill>
                  <a:srgbClr val="000000"/>
                </a:solidFill>
              </a:defRPr>
            </a:lvl1pPr>
          </a:lstStyle>
          <a:p>
            <a:pPr>
              <a:defRPr/>
            </a:pPr>
            <a:fld id="{6C1CAD5F-556E-4B44-A1D7-1ADBAB94D8CC}" type="datetime4">
              <a:rPr lang="en-GB"/>
              <a:pPr>
                <a:defRPr/>
              </a:pPr>
              <a:t>25 November 2025</a:t>
            </a:fld>
            <a:endParaRPr lang="en-GB" dirty="0"/>
          </a:p>
        </p:txBody>
      </p:sp>
    </p:spTree>
    <p:extLst>
      <p:ext uri="{BB962C8B-B14F-4D97-AF65-F5344CB8AC3E}">
        <p14:creationId xmlns:p14="http://schemas.microsoft.com/office/powerpoint/2010/main" val="2767280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Message on picture 8 columns left grey left">
    <p:spTree>
      <p:nvGrpSpPr>
        <p:cNvPr id="1" name=""/>
        <p:cNvGrpSpPr/>
        <p:nvPr/>
      </p:nvGrpSpPr>
      <p:grpSpPr>
        <a:xfrm>
          <a:off x="0" y="0"/>
          <a:ext cx="0" cy="0"/>
          <a:chOff x="0" y="0"/>
          <a:chExt cx="0" cy="0"/>
        </a:xfrm>
      </p:grpSpPr>
      <p:graphicFrame>
        <p:nvGraphicFramePr>
          <p:cNvPr id="2" name="Objekt 17" hidden="1">
            <a:extLst>
              <a:ext uri="{FF2B5EF4-FFF2-40B4-BE49-F238E27FC236}">
                <a16:creationId xmlns:a16="http://schemas.microsoft.com/office/drawing/2014/main" id="{93263B03-C39D-0D5B-C88D-60042AA268DE}"/>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96271" name="Objekt 17" hidden="1">
                        <a:extLst>
                          <a:ext uri="{FF2B5EF4-FFF2-40B4-BE49-F238E27FC236}">
                            <a16:creationId xmlns:a16="http://schemas.microsoft.com/office/drawing/2014/main" id="{E30E92CA-8312-A13E-5A71-D41983C215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Rechteck 11">
            <a:extLst>
              <a:ext uri="{FF2B5EF4-FFF2-40B4-BE49-F238E27FC236}">
                <a16:creationId xmlns:a16="http://schemas.microsoft.com/office/drawing/2014/main" id="{45E3024E-8A5E-AAD9-2A7C-AC05EF1048C8}"/>
              </a:ext>
            </a:extLst>
          </p:cNvPr>
          <p:cNvSpPr/>
          <p:nvPr userDrawn="1"/>
        </p:nvSpPr>
        <p:spPr>
          <a:xfrm>
            <a:off x="188913" y="441325"/>
            <a:ext cx="8772525" cy="4519613"/>
          </a:xfrm>
          <a:prstGeom prst="rect">
            <a:avLst/>
          </a:prstGeom>
          <a:solidFill>
            <a:schemeClr val="bg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eaLnBrk="1" fontAlgn="auto" hangingPunct="1">
              <a:spcBef>
                <a:spcPts val="0"/>
              </a:spcBef>
              <a:spcAft>
                <a:spcPts val="0"/>
              </a:spcAft>
              <a:defRPr/>
            </a:pPr>
            <a:endParaRPr lang="en-GB" sz="1200" dirty="0">
              <a:solidFill>
                <a:schemeClr val="tx1"/>
              </a:solidFill>
            </a:endParaRPr>
          </a:p>
        </p:txBody>
      </p:sp>
      <p:grpSp>
        <p:nvGrpSpPr>
          <p:cNvPr id="5" name="Gruppieren 9">
            <a:extLst>
              <a:ext uri="{FF2B5EF4-FFF2-40B4-BE49-F238E27FC236}">
                <a16:creationId xmlns:a16="http://schemas.microsoft.com/office/drawing/2014/main" id="{9F5A1A3E-DF2D-AAD3-C2FF-7B0C04B5FB8D}"/>
              </a:ext>
            </a:extLst>
          </p:cNvPr>
          <p:cNvGrpSpPr>
            <a:grpSpLocks/>
          </p:cNvGrpSpPr>
          <p:nvPr userDrawn="1"/>
        </p:nvGrpSpPr>
        <p:grpSpPr bwMode="auto">
          <a:xfrm>
            <a:off x="9542463" y="431800"/>
            <a:ext cx="1614487" cy="1444625"/>
            <a:chOff x="9463668" y="1940312"/>
            <a:chExt cx="1614235" cy="1443399"/>
          </a:xfrm>
        </p:grpSpPr>
        <p:sp>
          <p:nvSpPr>
            <p:cNvPr id="7" name="Textfeld 13">
              <a:extLst>
                <a:ext uri="{FF2B5EF4-FFF2-40B4-BE49-F238E27FC236}">
                  <a16:creationId xmlns:a16="http://schemas.microsoft.com/office/drawing/2014/main" id="{FCC62397-EE2F-8946-E63F-8D2FC60C9A0B}"/>
                </a:ext>
              </a:extLst>
            </p:cNvPr>
            <p:cNvSpPr txBox="1">
              <a:spLocks noChangeArrowheads="1"/>
            </p:cNvSpPr>
            <p:nvPr/>
          </p:nvSpPr>
          <p:spPr bwMode="auto">
            <a:xfrm>
              <a:off x="9463668" y="1940312"/>
              <a:ext cx="1614235" cy="1443399"/>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grey slide for an image with black key message text. Insert an 8 columns picture from the GFT image pack with the image placeholder or change image by right click. Make sure there is no other text than heading and sub-heading on the slide.</a:t>
              </a:r>
            </a:p>
          </p:txBody>
        </p:sp>
        <p:sp>
          <p:nvSpPr>
            <p:cNvPr id="8" name="Freihandform: Form 122">
              <a:extLst>
                <a:ext uri="{FF2B5EF4-FFF2-40B4-BE49-F238E27FC236}">
                  <a16:creationId xmlns:a16="http://schemas.microsoft.com/office/drawing/2014/main" id="{F9FCA9AD-0D43-25E4-8111-D44F3AA8AE31}"/>
                </a:ext>
              </a:extLst>
            </p:cNvPr>
            <p:cNvSpPr/>
            <p:nvPr/>
          </p:nvSpPr>
          <p:spPr>
            <a:xfrm>
              <a:off x="9516047" y="1994241"/>
              <a:ext cx="360307" cy="360057"/>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5"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13" name="Bildplatzhalter 12"/>
          <p:cNvSpPr>
            <a:spLocks noGrp="1"/>
          </p:cNvSpPr>
          <p:nvPr>
            <p:ph type="pic" sz="quarter" idx="14"/>
          </p:nvPr>
        </p:nvSpPr>
        <p:spPr>
          <a:xfrm>
            <a:off x="188912" y="441325"/>
            <a:ext cx="6378575" cy="4519613"/>
          </a:xfrm>
          <a:custGeom>
            <a:avLst/>
            <a:gdLst>
              <a:gd name="connsiteX0" fmla="*/ 0 w 6378575"/>
              <a:gd name="connsiteY0" fmla="*/ 0 h 4519613"/>
              <a:gd name="connsiteX1" fmla="*/ 6378575 w 6378575"/>
              <a:gd name="connsiteY1" fmla="*/ 0 h 4519613"/>
              <a:gd name="connsiteX2" fmla="*/ 6378575 w 6378575"/>
              <a:gd name="connsiteY2" fmla="*/ 4519613 h 4519613"/>
              <a:gd name="connsiteX3" fmla="*/ 0 w 6378575"/>
              <a:gd name="connsiteY3" fmla="*/ 4519613 h 4519613"/>
            </a:gdLst>
            <a:ahLst/>
            <a:cxnLst>
              <a:cxn ang="0">
                <a:pos x="connsiteX0" y="connsiteY0"/>
              </a:cxn>
              <a:cxn ang="0">
                <a:pos x="connsiteX1" y="connsiteY1"/>
              </a:cxn>
              <a:cxn ang="0">
                <a:pos x="connsiteX2" y="connsiteY2"/>
              </a:cxn>
              <a:cxn ang="0">
                <a:pos x="connsiteX3" y="connsiteY3"/>
              </a:cxn>
            </a:cxnLst>
            <a:rect l="l" t="t" r="r" b="b"/>
            <a:pathLst>
              <a:path w="6378575" h="4519613">
                <a:moveTo>
                  <a:pt x="0" y="0"/>
                </a:moveTo>
                <a:lnTo>
                  <a:pt x="6378575" y="0"/>
                </a:lnTo>
                <a:lnTo>
                  <a:pt x="6378575" y="4519613"/>
                </a:lnTo>
                <a:lnTo>
                  <a:pt x="0" y="4519613"/>
                </a:lnTo>
                <a:close/>
              </a:path>
            </a:pathLst>
          </a:custGeom>
          <a:solidFill>
            <a:schemeClr val="accent6"/>
          </a:solidFill>
        </p:spPr>
        <p:txBody>
          <a:bodyPr rtlCol="0">
            <a:noAutofit/>
          </a:bodyPr>
          <a:lstStyle>
            <a:lvl1pPr marL="0" indent="0" rtl="0">
              <a:buNone/>
              <a:defRPr sz="1200">
                <a:solidFill>
                  <a:schemeClr val="bg1"/>
                </a:solidFill>
              </a:defRPr>
            </a:lvl1pPr>
          </a:lstStyle>
          <a:p>
            <a:pPr lvl="0"/>
            <a:r>
              <a:rPr lang="en-US" noProof="0"/>
              <a:t>Click icon to add picture</a:t>
            </a:r>
            <a:endParaRPr lang="en-GB" noProof="0" dirty="0"/>
          </a:p>
        </p:txBody>
      </p:sp>
      <p:sp>
        <p:nvSpPr>
          <p:cNvPr id="6" name="Titel 5"/>
          <p:cNvSpPr>
            <a:spLocks noGrp="1"/>
          </p:cNvSpPr>
          <p:nvPr>
            <p:ph type="title"/>
          </p:nvPr>
        </p:nvSpPr>
        <p:spPr>
          <a:xfrm>
            <a:off x="4969669" y="2041702"/>
            <a:ext cx="3196431" cy="276999"/>
          </a:xfrm>
        </p:spPr>
        <p:txBody>
          <a:bodyPr anchor="b"/>
          <a:lstStyle>
            <a:lvl1pPr rtl="0">
              <a:defRPr sz="2000" b="1"/>
            </a:lvl1pPr>
          </a:lstStyle>
          <a:p>
            <a:r>
              <a:rPr lang="en-US"/>
              <a:t>Click to edit Master title style</a:t>
            </a:r>
            <a:endParaRPr lang="en-GB" dirty="0"/>
          </a:p>
        </p:txBody>
      </p:sp>
      <p:sp>
        <p:nvSpPr>
          <p:cNvPr id="3" name="Textplatzhalter 2"/>
          <p:cNvSpPr>
            <a:spLocks noGrp="1"/>
          </p:cNvSpPr>
          <p:nvPr>
            <p:ph type="body" sz="quarter" idx="15"/>
          </p:nvPr>
        </p:nvSpPr>
        <p:spPr>
          <a:xfrm>
            <a:off x="4969669" y="2622387"/>
            <a:ext cx="3196431" cy="193899"/>
          </a:xfrm>
        </p:spPr>
        <p:txBody>
          <a:bodyPr/>
          <a:lstStyle>
            <a:lvl1pPr marL="0" indent="0" rtl="0">
              <a:buNone/>
              <a:defRPr/>
            </a:lvl1pPr>
          </a:lstStyle>
          <a:p>
            <a:pPr lvl="0"/>
            <a:r>
              <a:rPr lang="en-US"/>
              <a:t>Click to edit Master text styles</a:t>
            </a:r>
          </a:p>
        </p:txBody>
      </p:sp>
      <p:sp>
        <p:nvSpPr>
          <p:cNvPr id="9" name="Textplatzhalter 4"/>
          <p:cNvSpPr>
            <a:spLocks noGrp="1"/>
          </p:cNvSpPr>
          <p:nvPr>
            <p:ph type="body" sz="quarter" idx="12"/>
          </p:nvPr>
        </p:nvSpPr>
        <p:spPr>
          <a:xfrm>
            <a:off x="3371850"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a:p>
            <a:pPr lvl="1"/>
            <a:r>
              <a:rPr lang="en-US"/>
              <a:t>Second level</a:t>
            </a:r>
          </a:p>
          <a:p>
            <a:pPr lvl="2"/>
            <a:r>
              <a:rPr lang="en-US"/>
              <a:t>Third level</a:t>
            </a:r>
          </a:p>
        </p:txBody>
      </p:sp>
      <p:sp>
        <p:nvSpPr>
          <p:cNvPr id="10" name="Fußzeilenplatzhalter 1">
            <a:extLst>
              <a:ext uri="{FF2B5EF4-FFF2-40B4-BE49-F238E27FC236}">
                <a16:creationId xmlns:a16="http://schemas.microsoft.com/office/drawing/2014/main" id="{17990195-0EF3-27CA-8FB2-D3EA048F69A2}"/>
              </a:ext>
            </a:extLst>
          </p:cNvPr>
          <p:cNvSpPr>
            <a:spLocks noGrp="1"/>
          </p:cNvSpPr>
          <p:nvPr>
            <p:ph type="ftr" sz="quarter" idx="16"/>
          </p:nvPr>
        </p:nvSpPr>
        <p:spPr/>
        <p:txBody>
          <a:bodyPr/>
          <a:lstStyle>
            <a:lvl1pPr rtl="0">
              <a:defRPr/>
            </a:lvl1pPr>
          </a:lstStyle>
          <a:p>
            <a:pPr>
              <a:defRPr/>
            </a:pPr>
            <a:r>
              <a:rPr lang="en-GB"/>
              <a:t>Type here if  add info needed  for every slide</a:t>
            </a:r>
          </a:p>
        </p:txBody>
      </p:sp>
      <p:sp>
        <p:nvSpPr>
          <p:cNvPr id="11" name="Datumsplatzhalter 28">
            <a:extLst>
              <a:ext uri="{FF2B5EF4-FFF2-40B4-BE49-F238E27FC236}">
                <a16:creationId xmlns:a16="http://schemas.microsoft.com/office/drawing/2014/main" id="{F82AB212-F9EB-48F7-5B3B-6AFE802B7655}"/>
              </a:ext>
            </a:extLst>
          </p:cNvPr>
          <p:cNvSpPr>
            <a:spLocks noGrp="1"/>
          </p:cNvSpPr>
          <p:nvPr>
            <p:ph type="dt" sz="half" idx="17"/>
          </p:nvPr>
        </p:nvSpPr>
        <p:spPr/>
        <p:txBody>
          <a:bodyPr/>
          <a:lstStyle>
            <a:lvl1pPr algn="l" rtl="0">
              <a:defRPr lang="de-DE" sz="600" b="1">
                <a:solidFill>
                  <a:srgbClr val="000000"/>
                </a:solidFill>
              </a:defRPr>
            </a:lvl1pPr>
          </a:lstStyle>
          <a:p>
            <a:pPr>
              <a:defRPr/>
            </a:pPr>
            <a:fld id="{AE1EC050-55CE-D84D-A14B-16BE1EEA9596}" type="datetime4">
              <a:rPr lang="en-GB"/>
              <a:pPr>
                <a:defRPr/>
              </a:pPr>
              <a:t>25 November 2025</a:t>
            </a:fld>
            <a:endParaRPr lang="en-GB" dirty="0"/>
          </a:p>
        </p:txBody>
      </p:sp>
    </p:spTree>
    <p:extLst>
      <p:ext uri="{BB962C8B-B14F-4D97-AF65-F5344CB8AC3E}">
        <p14:creationId xmlns:p14="http://schemas.microsoft.com/office/powerpoint/2010/main" val="159412405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Message picture 8 columns right grey small">
    <p:spTree>
      <p:nvGrpSpPr>
        <p:cNvPr id="1" name=""/>
        <p:cNvGrpSpPr/>
        <p:nvPr/>
      </p:nvGrpSpPr>
      <p:grpSpPr>
        <a:xfrm>
          <a:off x="0" y="0"/>
          <a:ext cx="0" cy="0"/>
          <a:chOff x="0" y="0"/>
          <a:chExt cx="0" cy="0"/>
        </a:xfrm>
      </p:grpSpPr>
      <p:graphicFrame>
        <p:nvGraphicFramePr>
          <p:cNvPr id="2" name="Objekt 17" hidden="1">
            <a:extLst>
              <a:ext uri="{FF2B5EF4-FFF2-40B4-BE49-F238E27FC236}">
                <a16:creationId xmlns:a16="http://schemas.microsoft.com/office/drawing/2014/main" id="{A7F19792-E17D-577E-84D5-4FECE3F8241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97295" name="Objekt 17" hidden="1">
                        <a:extLst>
                          <a:ext uri="{FF2B5EF4-FFF2-40B4-BE49-F238E27FC236}">
                            <a16:creationId xmlns:a16="http://schemas.microsoft.com/office/drawing/2014/main" id="{4A81B74A-8724-B662-D06A-62CB703BA0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Rechteck 9">
            <a:extLst>
              <a:ext uri="{FF2B5EF4-FFF2-40B4-BE49-F238E27FC236}">
                <a16:creationId xmlns:a16="http://schemas.microsoft.com/office/drawing/2014/main" id="{42810C4D-28E2-CFE3-3D53-723A0E710389}"/>
              </a:ext>
            </a:extLst>
          </p:cNvPr>
          <p:cNvSpPr/>
          <p:nvPr userDrawn="1"/>
        </p:nvSpPr>
        <p:spPr>
          <a:xfrm>
            <a:off x="188913" y="441325"/>
            <a:ext cx="6378575" cy="4519613"/>
          </a:xfrm>
          <a:prstGeom prst="rect">
            <a:avLst/>
          </a:prstGeom>
          <a:solidFill>
            <a:schemeClr val="bg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eaLnBrk="1" fontAlgn="auto" hangingPunct="1">
              <a:spcBef>
                <a:spcPts val="0"/>
              </a:spcBef>
              <a:spcAft>
                <a:spcPts val="0"/>
              </a:spcAft>
              <a:defRPr/>
            </a:pPr>
            <a:endParaRPr lang="en-GB" sz="1200" dirty="0">
              <a:solidFill>
                <a:schemeClr val="tx1"/>
              </a:solidFill>
            </a:endParaRPr>
          </a:p>
        </p:txBody>
      </p:sp>
      <p:sp>
        <p:nvSpPr>
          <p:cNvPr id="5" name="Freihandform: Form 12">
            <a:extLst>
              <a:ext uri="{FF2B5EF4-FFF2-40B4-BE49-F238E27FC236}">
                <a16:creationId xmlns:a16="http://schemas.microsoft.com/office/drawing/2014/main" id="{91C3E452-DF14-7464-038B-607E7B2C8C2C}"/>
              </a:ext>
            </a:extLst>
          </p:cNvPr>
          <p:cNvSpPr>
            <a:spLocks/>
          </p:cNvSpPr>
          <p:nvPr userDrawn="1"/>
        </p:nvSpPr>
        <p:spPr bwMode="gray">
          <a:xfrm>
            <a:off x="981075" y="2376488"/>
            <a:ext cx="144463" cy="144462"/>
          </a:xfrm>
          <a:custGeom>
            <a:avLst/>
            <a:gdLst>
              <a:gd name="connsiteX0" fmla="*/ 0 w 899961"/>
              <a:gd name="connsiteY0" fmla="*/ 0 h 899961"/>
              <a:gd name="connsiteX1" fmla="*/ 313261 w 899961"/>
              <a:gd name="connsiteY1" fmla="*/ 0 h 899961"/>
              <a:gd name="connsiteX2" fmla="*/ 899961 w 899961"/>
              <a:gd name="connsiteY2" fmla="*/ 0 h 899961"/>
              <a:gd name="connsiteX3" fmla="*/ 899961 w 899961"/>
              <a:gd name="connsiteY3" fmla="*/ 313261 h 899961"/>
              <a:gd name="connsiteX4" fmla="*/ 313261 w 899961"/>
              <a:gd name="connsiteY4" fmla="*/ 313261 h 899961"/>
              <a:gd name="connsiteX5" fmla="*/ 313261 w 899961"/>
              <a:gd name="connsiteY5" fmla="*/ 899961 h 899961"/>
              <a:gd name="connsiteX6" fmla="*/ 0 w 899961"/>
              <a:gd name="connsiteY6" fmla="*/ 899961 h 899961"/>
              <a:gd name="connsiteX7" fmla="*/ 0 w 899961"/>
              <a:gd name="connsiteY7" fmla="*/ 313261 h 899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9961" h="899961">
                <a:moveTo>
                  <a:pt x="0" y="0"/>
                </a:moveTo>
                <a:lnTo>
                  <a:pt x="313261" y="0"/>
                </a:lnTo>
                <a:lnTo>
                  <a:pt x="899961" y="0"/>
                </a:lnTo>
                <a:lnTo>
                  <a:pt x="899961" y="313261"/>
                </a:lnTo>
                <a:lnTo>
                  <a:pt x="313261" y="313261"/>
                </a:lnTo>
                <a:lnTo>
                  <a:pt x="313261" y="899961"/>
                </a:lnTo>
                <a:lnTo>
                  <a:pt x="0" y="899961"/>
                </a:lnTo>
                <a:lnTo>
                  <a:pt x="0" y="313261"/>
                </a:lnTo>
                <a:close/>
              </a:path>
            </a:pathLst>
          </a:cu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eaLnBrk="1" fontAlgn="auto" hangingPunct="1">
              <a:spcBef>
                <a:spcPts val="0"/>
              </a:spcBef>
              <a:spcAft>
                <a:spcPts val="0"/>
              </a:spcAft>
              <a:defRPr/>
            </a:pPr>
            <a:endParaRPr lang="en-GB" sz="1200" dirty="0">
              <a:solidFill>
                <a:schemeClr val="tx1"/>
              </a:solidFill>
            </a:endParaRPr>
          </a:p>
        </p:txBody>
      </p:sp>
      <p:grpSp>
        <p:nvGrpSpPr>
          <p:cNvPr id="7" name="Gruppieren 11">
            <a:extLst>
              <a:ext uri="{FF2B5EF4-FFF2-40B4-BE49-F238E27FC236}">
                <a16:creationId xmlns:a16="http://schemas.microsoft.com/office/drawing/2014/main" id="{2D32FC8A-4115-68A6-A75A-87D76F8A76E3}"/>
              </a:ext>
            </a:extLst>
          </p:cNvPr>
          <p:cNvGrpSpPr>
            <a:grpSpLocks/>
          </p:cNvGrpSpPr>
          <p:nvPr userDrawn="1"/>
        </p:nvGrpSpPr>
        <p:grpSpPr bwMode="auto">
          <a:xfrm>
            <a:off x="9542463" y="431800"/>
            <a:ext cx="1614487" cy="1444625"/>
            <a:chOff x="9463668" y="1940312"/>
            <a:chExt cx="1614235" cy="1443399"/>
          </a:xfrm>
        </p:grpSpPr>
        <p:sp>
          <p:nvSpPr>
            <p:cNvPr id="8" name="Textfeld 13">
              <a:extLst>
                <a:ext uri="{FF2B5EF4-FFF2-40B4-BE49-F238E27FC236}">
                  <a16:creationId xmlns:a16="http://schemas.microsoft.com/office/drawing/2014/main" id="{F6C817CA-D3AD-AB44-31C3-BA08A914A8B5}"/>
                </a:ext>
              </a:extLst>
            </p:cNvPr>
            <p:cNvSpPr txBox="1">
              <a:spLocks noChangeArrowheads="1"/>
            </p:cNvSpPr>
            <p:nvPr/>
          </p:nvSpPr>
          <p:spPr bwMode="auto">
            <a:xfrm>
              <a:off x="9463668" y="1940312"/>
              <a:ext cx="1614235" cy="1443399"/>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grey slide for an image with black key message text. Insert an 8 columns picture from the GFT image pack with the image placeholder or change image by right click. Make sure there is no other text than heading and sub-heading on the slide.</a:t>
              </a:r>
            </a:p>
          </p:txBody>
        </p:sp>
        <p:sp>
          <p:nvSpPr>
            <p:cNvPr id="10" name="Freihandform: Form 122">
              <a:extLst>
                <a:ext uri="{FF2B5EF4-FFF2-40B4-BE49-F238E27FC236}">
                  <a16:creationId xmlns:a16="http://schemas.microsoft.com/office/drawing/2014/main" id="{CF6BDD92-2063-4F3C-DA23-0554FDCC6107}"/>
                </a:ext>
              </a:extLst>
            </p:cNvPr>
            <p:cNvSpPr/>
            <p:nvPr/>
          </p:nvSpPr>
          <p:spPr>
            <a:xfrm>
              <a:off x="9516047" y="1994241"/>
              <a:ext cx="360307" cy="360057"/>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5"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15" name="Bildplatzhalter 14"/>
          <p:cNvSpPr>
            <a:spLocks noGrp="1"/>
          </p:cNvSpPr>
          <p:nvPr>
            <p:ph type="pic" sz="quarter" idx="14"/>
          </p:nvPr>
        </p:nvSpPr>
        <p:spPr>
          <a:xfrm>
            <a:off x="3371645" y="720775"/>
            <a:ext cx="5589792" cy="3960712"/>
          </a:xfrm>
          <a:solidFill>
            <a:schemeClr val="accent6"/>
          </a:solidFill>
        </p:spPr>
        <p:txBody>
          <a:bodyPr rtlCol="0">
            <a:noAutofit/>
          </a:bodyPr>
          <a:lstStyle>
            <a:lvl1pPr marL="0" indent="0" rtl="0">
              <a:buNone/>
              <a:defRPr sz="1200">
                <a:solidFill>
                  <a:schemeClr val="bg1"/>
                </a:solidFill>
              </a:defRPr>
            </a:lvl1pPr>
          </a:lstStyle>
          <a:p>
            <a:pPr lvl="0"/>
            <a:r>
              <a:rPr lang="en-US" noProof="0"/>
              <a:t>Click icon to add picture</a:t>
            </a:r>
            <a:endParaRPr lang="en-GB" noProof="0" dirty="0"/>
          </a:p>
        </p:txBody>
      </p:sp>
      <p:sp>
        <p:nvSpPr>
          <p:cNvPr id="6" name="Titel 5"/>
          <p:cNvSpPr>
            <a:spLocks noGrp="1"/>
          </p:cNvSpPr>
          <p:nvPr>
            <p:ph type="title"/>
          </p:nvPr>
        </p:nvSpPr>
        <p:spPr>
          <a:xfrm>
            <a:off x="976312" y="2041702"/>
            <a:ext cx="3195637" cy="276999"/>
          </a:xfrm>
        </p:spPr>
        <p:txBody>
          <a:bodyPr anchor="b"/>
          <a:lstStyle>
            <a:lvl1pPr rtl="0">
              <a:defRPr sz="2000" b="1"/>
            </a:lvl1pPr>
          </a:lstStyle>
          <a:p>
            <a:r>
              <a:rPr lang="en-US"/>
              <a:t>Click to edit Master title style</a:t>
            </a:r>
            <a:endParaRPr lang="en-GB" dirty="0"/>
          </a:p>
        </p:txBody>
      </p:sp>
      <p:sp>
        <p:nvSpPr>
          <p:cNvPr id="3" name="Textplatzhalter 2"/>
          <p:cNvSpPr>
            <a:spLocks noGrp="1"/>
          </p:cNvSpPr>
          <p:nvPr>
            <p:ph type="body" sz="quarter" idx="15"/>
          </p:nvPr>
        </p:nvSpPr>
        <p:spPr>
          <a:xfrm>
            <a:off x="976312" y="2622387"/>
            <a:ext cx="3195637" cy="193899"/>
          </a:xfrm>
        </p:spPr>
        <p:txBody>
          <a:bodyPr/>
          <a:lstStyle>
            <a:lvl1pPr marL="0" indent="0" rtl="0">
              <a:buNone/>
              <a:defRPr/>
            </a:lvl1pPr>
          </a:lstStyle>
          <a:p>
            <a:pPr lvl="0"/>
            <a:r>
              <a:rPr lang="en-US"/>
              <a:t>Click to edit Master text styles</a:t>
            </a:r>
          </a:p>
        </p:txBody>
      </p:sp>
      <p:sp>
        <p:nvSpPr>
          <p:cNvPr id="9" name="Textplatzhalter 4"/>
          <p:cNvSpPr>
            <a:spLocks noGrp="1"/>
          </p:cNvSpPr>
          <p:nvPr>
            <p:ph type="body" sz="quarter" idx="12"/>
          </p:nvPr>
        </p:nvSpPr>
        <p:spPr>
          <a:xfrm>
            <a:off x="3371850" y="86336"/>
            <a:ext cx="720000" cy="249299"/>
          </a:xfrm>
        </p:spPr>
        <p:txBody>
          <a:bodyPr>
            <a:noAutofit/>
          </a:bodyPr>
          <a:lstStyle>
            <a:lvl1pPr marL="0" indent="0" rtl="0">
              <a:spcBef>
                <a:spcPts val="0"/>
              </a:spcBef>
              <a:buNone/>
              <a:defRPr sz="600" b="1">
                <a:solidFill>
                  <a:schemeClr val="bg1"/>
                </a:solidFill>
              </a:defRPr>
            </a:lvl1pPr>
            <a:lvl2pPr marL="177800" indent="0">
              <a:buNone/>
              <a:defRPr sz="600" b="1">
                <a:solidFill>
                  <a:schemeClr val="accent1"/>
                </a:solidFill>
              </a:defRPr>
            </a:lvl2pPr>
            <a:lvl3pPr marL="361950" indent="0">
              <a:buNone/>
              <a:defRPr sz="600" b="1">
                <a:solidFill>
                  <a:schemeClr val="accent1"/>
                </a:solidFill>
              </a:defRPr>
            </a:lvl3pPr>
            <a:lvl4pPr marL="539750" indent="0">
              <a:buNone/>
              <a:defRPr sz="600" b="1">
                <a:solidFill>
                  <a:schemeClr val="accent1"/>
                </a:solidFill>
              </a:defRPr>
            </a:lvl4pPr>
            <a:lvl5pPr marL="717550" indent="0">
              <a:buNone/>
              <a:defRPr sz="600" b="1">
                <a:solidFill>
                  <a:schemeClr val="accent1"/>
                </a:solidFill>
              </a:defRPr>
            </a:lvl5pPr>
          </a:lstStyle>
          <a:p>
            <a:pPr lvl="0"/>
            <a:r>
              <a:rPr lang="en-US"/>
              <a:t>Click to edit Master text styles</a:t>
            </a:r>
          </a:p>
          <a:p>
            <a:pPr lvl="1"/>
            <a:r>
              <a:rPr lang="en-US"/>
              <a:t>Second level</a:t>
            </a:r>
          </a:p>
          <a:p>
            <a:pPr lvl="2"/>
            <a:r>
              <a:rPr lang="en-US"/>
              <a:t>Third level</a:t>
            </a:r>
          </a:p>
        </p:txBody>
      </p:sp>
      <p:sp>
        <p:nvSpPr>
          <p:cNvPr id="11" name="Fußzeilenplatzhalter 1">
            <a:extLst>
              <a:ext uri="{FF2B5EF4-FFF2-40B4-BE49-F238E27FC236}">
                <a16:creationId xmlns:a16="http://schemas.microsoft.com/office/drawing/2014/main" id="{1795E90B-E6EE-00B9-BF05-1D2617F3B605}"/>
              </a:ext>
            </a:extLst>
          </p:cNvPr>
          <p:cNvSpPr>
            <a:spLocks noGrp="1"/>
          </p:cNvSpPr>
          <p:nvPr>
            <p:ph type="ftr" sz="quarter" idx="16"/>
          </p:nvPr>
        </p:nvSpPr>
        <p:spPr/>
        <p:txBody>
          <a:bodyPr/>
          <a:lstStyle>
            <a:lvl1pPr rtl="0">
              <a:defRPr/>
            </a:lvl1pPr>
          </a:lstStyle>
          <a:p>
            <a:pPr>
              <a:defRPr/>
            </a:pPr>
            <a:r>
              <a:rPr lang="en-GB"/>
              <a:t>Type here if  add info needed  for every slide</a:t>
            </a:r>
          </a:p>
        </p:txBody>
      </p:sp>
      <p:sp>
        <p:nvSpPr>
          <p:cNvPr id="12" name="Datumsplatzhalter 28">
            <a:extLst>
              <a:ext uri="{FF2B5EF4-FFF2-40B4-BE49-F238E27FC236}">
                <a16:creationId xmlns:a16="http://schemas.microsoft.com/office/drawing/2014/main" id="{88818C7F-AC28-5D6F-61F7-78A95FFB6106}"/>
              </a:ext>
            </a:extLst>
          </p:cNvPr>
          <p:cNvSpPr>
            <a:spLocks noGrp="1"/>
          </p:cNvSpPr>
          <p:nvPr>
            <p:ph type="dt" sz="half" idx="17"/>
          </p:nvPr>
        </p:nvSpPr>
        <p:spPr/>
        <p:txBody>
          <a:bodyPr/>
          <a:lstStyle>
            <a:lvl1pPr algn="l" rtl="0">
              <a:defRPr lang="de-DE" sz="600" b="1">
                <a:solidFill>
                  <a:srgbClr val="000000"/>
                </a:solidFill>
              </a:defRPr>
            </a:lvl1pPr>
          </a:lstStyle>
          <a:p>
            <a:pPr>
              <a:defRPr/>
            </a:pPr>
            <a:fld id="{2DE7F116-DCFA-334E-990D-46B16498E5A7}" type="datetime4">
              <a:rPr lang="en-GB"/>
              <a:pPr>
                <a:defRPr/>
              </a:pPr>
              <a:t>25 November 2025</a:t>
            </a:fld>
            <a:endParaRPr lang="en-GB" dirty="0"/>
          </a:p>
        </p:txBody>
      </p:sp>
    </p:spTree>
    <p:extLst>
      <p:ext uri="{BB962C8B-B14F-4D97-AF65-F5344CB8AC3E}">
        <p14:creationId xmlns:p14="http://schemas.microsoft.com/office/powerpoint/2010/main" val="132583270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Contact slide grey">
    <p:spTree>
      <p:nvGrpSpPr>
        <p:cNvPr id="1" name=""/>
        <p:cNvGrpSpPr/>
        <p:nvPr/>
      </p:nvGrpSpPr>
      <p:grpSpPr>
        <a:xfrm>
          <a:off x="0" y="0"/>
          <a:ext cx="0" cy="0"/>
          <a:chOff x="0" y="0"/>
          <a:chExt cx="0" cy="0"/>
        </a:xfrm>
      </p:grpSpPr>
      <p:graphicFrame>
        <p:nvGraphicFramePr>
          <p:cNvPr id="2" name="Objekt 12" hidden="1">
            <a:extLst>
              <a:ext uri="{FF2B5EF4-FFF2-40B4-BE49-F238E27FC236}">
                <a16:creationId xmlns:a16="http://schemas.microsoft.com/office/drawing/2014/main" id="{25CEBB6E-B79D-013C-E84F-D520E843EB59}"/>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100" imgH="38100" progId="TCLayout.ActiveDocument.1">
                  <p:embed/>
                </p:oleObj>
              </mc:Choice>
              <mc:Fallback>
                <p:oleObj name="think-cell Folie" r:id="rId3" imgW="38100" imgH="38100" progId="TCLayout.ActiveDocument.1">
                  <p:embed/>
                  <p:pic>
                    <p:nvPicPr>
                      <p:cNvPr id="98306" name="Objekt 12" hidden="1">
                        <a:extLst>
                          <a:ext uri="{FF2B5EF4-FFF2-40B4-BE49-F238E27FC236}">
                            <a16:creationId xmlns:a16="http://schemas.microsoft.com/office/drawing/2014/main" id="{9475712D-38DF-91B7-7B21-588A417B13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Rechteck 20">
            <a:extLst>
              <a:ext uri="{FF2B5EF4-FFF2-40B4-BE49-F238E27FC236}">
                <a16:creationId xmlns:a16="http://schemas.microsoft.com/office/drawing/2014/main" id="{C90DD534-0A7B-DE18-944B-CD2A1B6CC5BA}"/>
              </a:ext>
            </a:extLst>
          </p:cNvPr>
          <p:cNvSpPr/>
          <p:nvPr userDrawn="1"/>
        </p:nvSpPr>
        <p:spPr>
          <a:xfrm>
            <a:off x="188913" y="441325"/>
            <a:ext cx="8772525" cy="4519613"/>
          </a:xfrm>
          <a:prstGeom prst="rect">
            <a:avLst/>
          </a:prstGeom>
          <a:solidFill>
            <a:schemeClr val="bg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eaLnBrk="1" fontAlgn="auto" hangingPunct="1">
              <a:spcBef>
                <a:spcPts val="0"/>
              </a:spcBef>
              <a:spcAft>
                <a:spcPts val="0"/>
              </a:spcAft>
              <a:defRPr/>
            </a:pPr>
            <a:endParaRPr lang="en-GB" sz="1200" dirty="0">
              <a:solidFill>
                <a:schemeClr val="tx1"/>
              </a:solidFill>
            </a:endParaRPr>
          </a:p>
        </p:txBody>
      </p:sp>
      <p:sp>
        <p:nvSpPr>
          <p:cNvPr id="5" name="Textfeld 5">
            <a:extLst>
              <a:ext uri="{FF2B5EF4-FFF2-40B4-BE49-F238E27FC236}">
                <a16:creationId xmlns:a16="http://schemas.microsoft.com/office/drawing/2014/main" id="{0DEDFEFF-A8CA-8E46-97AE-66C9741AB8E0}"/>
              </a:ext>
            </a:extLst>
          </p:cNvPr>
          <p:cNvSpPr txBox="1">
            <a:spLocks noChangeArrowheads="1"/>
          </p:cNvSpPr>
          <p:nvPr userDrawn="1"/>
        </p:nvSpPr>
        <p:spPr bwMode="white">
          <a:xfrm>
            <a:off x="977900" y="663575"/>
            <a:ext cx="7191375" cy="1354138"/>
          </a:xfrm>
          <a:prstGeom prst="rect">
            <a:avLst/>
          </a:prstGeom>
          <a:noFill/>
          <a:ln>
            <a:noFill/>
          </a:ln>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4400" b="1"/>
              <a:t>Shaping the future </a:t>
            </a:r>
            <a:br>
              <a:rPr lang="en-GB" altLang="en-VN" sz="4400" b="1"/>
            </a:br>
            <a:r>
              <a:rPr lang="en-GB" altLang="en-VN" sz="4400" b="1"/>
              <a:t>of digital business </a:t>
            </a:r>
          </a:p>
        </p:txBody>
      </p:sp>
      <p:grpSp>
        <p:nvGrpSpPr>
          <p:cNvPr id="6" name="Gruppieren 9">
            <a:extLst>
              <a:ext uri="{FF2B5EF4-FFF2-40B4-BE49-F238E27FC236}">
                <a16:creationId xmlns:a16="http://schemas.microsoft.com/office/drawing/2014/main" id="{19344CD3-F57A-BE0C-76E2-2F4C020F4B23}"/>
              </a:ext>
            </a:extLst>
          </p:cNvPr>
          <p:cNvGrpSpPr>
            <a:grpSpLocks/>
          </p:cNvGrpSpPr>
          <p:nvPr userDrawn="1"/>
        </p:nvGrpSpPr>
        <p:grpSpPr bwMode="auto">
          <a:xfrm>
            <a:off x="7767638" y="106363"/>
            <a:ext cx="1193800" cy="222250"/>
            <a:chOff x="8174038" y="147638"/>
            <a:chExt cx="787400" cy="146050"/>
          </a:xfrm>
        </p:grpSpPr>
        <p:sp>
          <p:nvSpPr>
            <p:cNvPr id="7" name="AutoShape 89">
              <a:extLst>
                <a:ext uri="{FF2B5EF4-FFF2-40B4-BE49-F238E27FC236}">
                  <a16:creationId xmlns:a16="http://schemas.microsoft.com/office/drawing/2014/main" id="{0B883B66-4CEA-1611-DEB7-A50292AC0575}"/>
                </a:ext>
              </a:extLst>
            </p:cNvPr>
            <p:cNvSpPr>
              <a:spLocks noChangeAspect="1" noChangeArrowheads="1" noTextEdit="1"/>
            </p:cNvSpPr>
            <p:nvPr userDrawn="1"/>
          </p:nvSpPr>
          <p:spPr bwMode="auto">
            <a:xfrm>
              <a:off x="8174038" y="147638"/>
              <a:ext cx="787400"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VN"/>
            </a:p>
          </p:txBody>
        </p:sp>
        <p:sp>
          <p:nvSpPr>
            <p:cNvPr id="8" name="Rectangle 91">
              <a:extLst>
                <a:ext uri="{FF2B5EF4-FFF2-40B4-BE49-F238E27FC236}">
                  <a16:creationId xmlns:a16="http://schemas.microsoft.com/office/drawing/2014/main" id="{B1759063-42E4-653A-A985-ACF02D50D01D}"/>
                </a:ext>
              </a:extLst>
            </p:cNvPr>
            <p:cNvSpPr>
              <a:spLocks noChangeArrowheads="1"/>
            </p:cNvSpPr>
            <p:nvPr userDrawn="1"/>
          </p:nvSpPr>
          <p:spPr bwMode="auto">
            <a:xfrm>
              <a:off x="8174038" y="147638"/>
              <a:ext cx="787400" cy="146050"/>
            </a:xfrm>
            <a:prstGeom prst="rect">
              <a:avLst/>
            </a:prstGeom>
            <a:solidFill>
              <a:schemeClr val="accent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10" name="Rectangle 92">
              <a:extLst>
                <a:ext uri="{FF2B5EF4-FFF2-40B4-BE49-F238E27FC236}">
                  <a16:creationId xmlns:a16="http://schemas.microsoft.com/office/drawing/2014/main" id="{4741C50C-B731-452D-5340-BFF6BA8035E5}"/>
                </a:ext>
              </a:extLst>
            </p:cNvPr>
            <p:cNvSpPr>
              <a:spLocks noChangeArrowheads="1"/>
            </p:cNvSpPr>
            <p:nvPr userDrawn="1"/>
          </p:nvSpPr>
          <p:spPr bwMode="auto">
            <a:xfrm>
              <a:off x="8854636" y="187280"/>
              <a:ext cx="69107" cy="66766"/>
            </a:xfrm>
            <a:prstGeom prst="rect">
              <a:avLst/>
            </a:prstGeom>
            <a:solidFill>
              <a:schemeClr val="bg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11" name="Freeform 93">
              <a:extLst>
                <a:ext uri="{FF2B5EF4-FFF2-40B4-BE49-F238E27FC236}">
                  <a16:creationId xmlns:a16="http://schemas.microsoft.com/office/drawing/2014/main" id="{9D32DBF0-1F29-38D5-0B7A-350BD296B301}"/>
                </a:ext>
              </a:extLst>
            </p:cNvPr>
            <p:cNvSpPr>
              <a:spLocks/>
            </p:cNvSpPr>
            <p:nvPr userDrawn="1"/>
          </p:nvSpPr>
          <p:spPr bwMode="auto">
            <a:xfrm>
              <a:off x="8621713" y="185738"/>
              <a:ext cx="65088" cy="69850"/>
            </a:xfrm>
            <a:custGeom>
              <a:avLst/>
              <a:gdLst>
                <a:gd name="T0" fmla="*/ 2147483646 w 40"/>
                <a:gd name="T1" fmla="*/ 2147483646 h 44"/>
                <a:gd name="T2" fmla="*/ 2147483646 w 40"/>
                <a:gd name="T3" fmla="*/ 2147483646 h 44"/>
                <a:gd name="T4" fmla="*/ 2147483646 w 40"/>
                <a:gd name="T5" fmla="*/ 2147483646 h 44"/>
                <a:gd name="T6" fmla="*/ 2147483646 w 40"/>
                <a:gd name="T7" fmla="*/ 2147483646 h 44"/>
                <a:gd name="T8" fmla="*/ 2147483646 w 40"/>
                <a:gd name="T9" fmla="*/ 2147483646 h 44"/>
                <a:gd name="T10" fmla="*/ 2147483646 w 40"/>
                <a:gd name="T11" fmla="*/ 2147483646 h 44"/>
                <a:gd name="T12" fmla="*/ 2147483646 w 40"/>
                <a:gd name="T13" fmla="*/ 2147483646 h 44"/>
                <a:gd name="T14" fmla="*/ 2147483646 w 40"/>
                <a:gd name="T15" fmla="*/ 2147483646 h 44"/>
                <a:gd name="T16" fmla="*/ 2147483646 w 40"/>
                <a:gd name="T17" fmla="*/ 2147483646 h 44"/>
                <a:gd name="T18" fmla="*/ 2147483646 w 40"/>
                <a:gd name="T19" fmla="*/ 2147483646 h 44"/>
                <a:gd name="T20" fmla="*/ 2147483646 w 40"/>
                <a:gd name="T21" fmla="*/ 2147483646 h 44"/>
                <a:gd name="T22" fmla="*/ 2147483646 w 40"/>
                <a:gd name="T23" fmla="*/ 0 h 44"/>
                <a:gd name="T24" fmla="*/ 0 w 40"/>
                <a:gd name="T25" fmla="*/ 2147483646 h 44"/>
                <a:gd name="T26" fmla="*/ 2147483646 w 40"/>
                <a:gd name="T27" fmla="*/ 2147483646 h 44"/>
                <a:gd name="T28" fmla="*/ 2147483646 w 40"/>
                <a:gd name="T29" fmla="*/ 2147483646 h 44"/>
                <a:gd name="T30" fmla="*/ 2147483646 w 40"/>
                <a:gd name="T31" fmla="*/ 2147483646 h 44"/>
                <a:gd name="T32" fmla="*/ 2147483646 w 40"/>
                <a:gd name="T33" fmla="*/ 2147483646 h 44"/>
                <a:gd name="T34" fmla="*/ 2147483646 w 40"/>
                <a:gd name="T35" fmla="*/ 2147483646 h 4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0" h="44">
                  <a:moveTo>
                    <a:pt x="21" y="18"/>
                  </a:moveTo>
                  <a:cubicBezTo>
                    <a:pt x="21" y="26"/>
                    <a:pt x="21" y="26"/>
                    <a:pt x="21" y="26"/>
                  </a:cubicBezTo>
                  <a:cubicBezTo>
                    <a:pt x="31" y="26"/>
                    <a:pt x="31" y="26"/>
                    <a:pt x="31" y="26"/>
                  </a:cubicBezTo>
                  <a:cubicBezTo>
                    <a:pt x="31" y="33"/>
                    <a:pt x="31" y="33"/>
                    <a:pt x="31" y="33"/>
                  </a:cubicBezTo>
                  <a:cubicBezTo>
                    <a:pt x="29" y="35"/>
                    <a:pt x="26" y="36"/>
                    <a:pt x="22" y="36"/>
                  </a:cubicBezTo>
                  <a:cubicBezTo>
                    <a:pt x="14" y="36"/>
                    <a:pt x="8" y="31"/>
                    <a:pt x="8" y="22"/>
                  </a:cubicBezTo>
                  <a:cubicBezTo>
                    <a:pt x="8" y="13"/>
                    <a:pt x="14" y="8"/>
                    <a:pt x="22" y="8"/>
                  </a:cubicBezTo>
                  <a:cubicBezTo>
                    <a:pt x="26" y="8"/>
                    <a:pt x="30" y="9"/>
                    <a:pt x="33" y="12"/>
                  </a:cubicBezTo>
                  <a:cubicBezTo>
                    <a:pt x="33" y="12"/>
                    <a:pt x="33" y="12"/>
                    <a:pt x="33" y="12"/>
                  </a:cubicBezTo>
                  <a:cubicBezTo>
                    <a:pt x="39" y="7"/>
                    <a:pt x="39" y="7"/>
                    <a:pt x="39" y="7"/>
                  </a:cubicBezTo>
                  <a:cubicBezTo>
                    <a:pt x="38" y="7"/>
                    <a:pt x="38" y="7"/>
                    <a:pt x="38" y="7"/>
                  </a:cubicBezTo>
                  <a:cubicBezTo>
                    <a:pt x="34" y="3"/>
                    <a:pt x="29" y="0"/>
                    <a:pt x="22" y="0"/>
                  </a:cubicBezTo>
                  <a:cubicBezTo>
                    <a:pt x="9" y="0"/>
                    <a:pt x="0" y="9"/>
                    <a:pt x="0" y="22"/>
                  </a:cubicBezTo>
                  <a:cubicBezTo>
                    <a:pt x="0" y="35"/>
                    <a:pt x="9" y="44"/>
                    <a:pt x="22" y="44"/>
                  </a:cubicBezTo>
                  <a:cubicBezTo>
                    <a:pt x="29" y="44"/>
                    <a:pt x="36" y="41"/>
                    <a:pt x="40" y="36"/>
                  </a:cubicBezTo>
                  <a:cubicBezTo>
                    <a:pt x="40" y="35"/>
                    <a:pt x="40" y="35"/>
                    <a:pt x="40" y="35"/>
                  </a:cubicBezTo>
                  <a:cubicBezTo>
                    <a:pt x="40" y="18"/>
                    <a:pt x="40" y="18"/>
                    <a:pt x="40" y="18"/>
                  </a:cubicBezTo>
                  <a:lnTo>
                    <a:pt x="21" y="1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2" name="Freeform 94">
              <a:extLst>
                <a:ext uri="{FF2B5EF4-FFF2-40B4-BE49-F238E27FC236}">
                  <a16:creationId xmlns:a16="http://schemas.microsoft.com/office/drawing/2014/main" id="{3E0C4EDE-4263-995F-D70B-FAAD43958D1A}"/>
                </a:ext>
              </a:extLst>
            </p:cNvPr>
            <p:cNvSpPr>
              <a:spLocks/>
            </p:cNvSpPr>
            <p:nvPr userDrawn="1"/>
          </p:nvSpPr>
          <p:spPr bwMode="auto">
            <a:xfrm>
              <a:off x="8702676" y="187326"/>
              <a:ext cx="50800" cy="66675"/>
            </a:xfrm>
            <a:custGeom>
              <a:avLst/>
              <a:gdLst>
                <a:gd name="T0" fmla="*/ 2147483646 w 32"/>
                <a:gd name="T1" fmla="*/ 2147483646 h 42"/>
                <a:gd name="T2" fmla="*/ 2147483646 w 32"/>
                <a:gd name="T3" fmla="*/ 0 h 42"/>
                <a:gd name="T4" fmla="*/ 0 w 32"/>
                <a:gd name="T5" fmla="*/ 0 h 42"/>
                <a:gd name="T6" fmla="*/ 0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2147483646 h 42"/>
                <a:gd name="T16" fmla="*/ 2147483646 w 32"/>
                <a:gd name="T17" fmla="*/ 2147483646 h 42"/>
                <a:gd name="T18" fmla="*/ 2147483646 w 32"/>
                <a:gd name="T19" fmla="*/ 2147483646 h 42"/>
                <a:gd name="T20" fmla="*/ 2147483646 w 32"/>
                <a:gd name="T21" fmla="*/ 2147483646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2" h="42">
                  <a:moveTo>
                    <a:pt x="32" y="8"/>
                  </a:moveTo>
                  <a:lnTo>
                    <a:pt x="32" y="0"/>
                  </a:lnTo>
                  <a:lnTo>
                    <a:pt x="0" y="0"/>
                  </a:lnTo>
                  <a:lnTo>
                    <a:pt x="0" y="42"/>
                  </a:lnTo>
                  <a:lnTo>
                    <a:pt x="9" y="42"/>
                  </a:lnTo>
                  <a:lnTo>
                    <a:pt x="9" y="25"/>
                  </a:lnTo>
                  <a:lnTo>
                    <a:pt x="31" y="25"/>
                  </a:lnTo>
                  <a:lnTo>
                    <a:pt x="31" y="18"/>
                  </a:lnTo>
                  <a:lnTo>
                    <a:pt x="9" y="18"/>
                  </a:lnTo>
                  <a:lnTo>
                    <a:pt x="9" y="8"/>
                  </a:lnTo>
                  <a:lnTo>
                    <a:pt x="32" y="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3" name="Freeform 95">
              <a:extLst>
                <a:ext uri="{FF2B5EF4-FFF2-40B4-BE49-F238E27FC236}">
                  <a16:creationId xmlns:a16="http://schemas.microsoft.com/office/drawing/2014/main" id="{6AFBA450-1126-D03F-CF18-F17B9073BA1D}"/>
                </a:ext>
              </a:extLst>
            </p:cNvPr>
            <p:cNvSpPr>
              <a:spLocks/>
            </p:cNvSpPr>
            <p:nvPr userDrawn="1"/>
          </p:nvSpPr>
          <p:spPr bwMode="auto">
            <a:xfrm>
              <a:off x="8761413" y="187326"/>
              <a:ext cx="50800" cy="66675"/>
            </a:xfrm>
            <a:custGeom>
              <a:avLst/>
              <a:gdLst>
                <a:gd name="T0" fmla="*/ 0 w 32"/>
                <a:gd name="T1" fmla="*/ 0 h 42"/>
                <a:gd name="T2" fmla="*/ 0 w 32"/>
                <a:gd name="T3" fmla="*/ 2147483646 h 42"/>
                <a:gd name="T4" fmla="*/ 2147483646 w 32"/>
                <a:gd name="T5" fmla="*/ 2147483646 h 42"/>
                <a:gd name="T6" fmla="*/ 2147483646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0 h 42"/>
                <a:gd name="T16" fmla="*/ 0 w 32"/>
                <a:gd name="T17" fmla="*/ 0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 h="42">
                  <a:moveTo>
                    <a:pt x="0" y="0"/>
                  </a:moveTo>
                  <a:lnTo>
                    <a:pt x="0" y="8"/>
                  </a:lnTo>
                  <a:lnTo>
                    <a:pt x="11" y="8"/>
                  </a:lnTo>
                  <a:lnTo>
                    <a:pt x="11" y="42"/>
                  </a:lnTo>
                  <a:lnTo>
                    <a:pt x="20" y="42"/>
                  </a:lnTo>
                  <a:lnTo>
                    <a:pt x="20" y="8"/>
                  </a:lnTo>
                  <a:lnTo>
                    <a:pt x="32" y="8"/>
                  </a:lnTo>
                  <a:lnTo>
                    <a:pt x="32"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grpSp>
      <p:sp>
        <p:nvSpPr>
          <p:cNvPr id="14" name="Textfeld 4">
            <a:extLst>
              <a:ext uri="{FF2B5EF4-FFF2-40B4-BE49-F238E27FC236}">
                <a16:creationId xmlns:a16="http://schemas.microsoft.com/office/drawing/2014/main" id="{A4FE79B0-CBE6-CC65-C5BA-21A48747D9AE}"/>
              </a:ext>
            </a:extLst>
          </p:cNvPr>
          <p:cNvSpPr txBox="1">
            <a:spLocks noChangeArrowheads="1"/>
          </p:cNvSpPr>
          <p:nvPr userDrawn="1"/>
        </p:nvSpPr>
        <p:spPr bwMode="auto">
          <a:xfrm>
            <a:off x="982663" y="5003800"/>
            <a:ext cx="7186612" cy="92075"/>
          </a:xfrm>
          <a:prstGeom prst="rect">
            <a:avLst/>
          </a:prstGeom>
          <a:noFill/>
          <a:ln>
            <a:noFill/>
          </a:ln>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600" b="1"/>
              <a:t>© 2023 | GFT Technologies SE and its affiliates. All rights reserved.</a:t>
            </a:r>
          </a:p>
        </p:txBody>
      </p:sp>
      <p:grpSp>
        <p:nvGrpSpPr>
          <p:cNvPr id="15" name="Gruppieren 19">
            <a:extLst>
              <a:ext uri="{FF2B5EF4-FFF2-40B4-BE49-F238E27FC236}">
                <a16:creationId xmlns:a16="http://schemas.microsoft.com/office/drawing/2014/main" id="{87E7F12B-78AD-D672-5A2B-C3C4EAB1D1F6}"/>
              </a:ext>
            </a:extLst>
          </p:cNvPr>
          <p:cNvGrpSpPr>
            <a:grpSpLocks/>
          </p:cNvGrpSpPr>
          <p:nvPr userDrawn="1"/>
        </p:nvGrpSpPr>
        <p:grpSpPr bwMode="auto">
          <a:xfrm>
            <a:off x="9542463" y="431800"/>
            <a:ext cx="1614487" cy="904875"/>
            <a:chOff x="9463668" y="1940312"/>
            <a:chExt cx="1614235" cy="904790"/>
          </a:xfrm>
        </p:grpSpPr>
        <p:sp>
          <p:nvSpPr>
            <p:cNvPr id="16" name="Textfeld 23">
              <a:extLst>
                <a:ext uri="{FF2B5EF4-FFF2-40B4-BE49-F238E27FC236}">
                  <a16:creationId xmlns:a16="http://schemas.microsoft.com/office/drawing/2014/main" id="{6F2AC7BB-E0A5-E69F-F8E6-1FD8210EDC4E}"/>
                </a:ext>
              </a:extLst>
            </p:cNvPr>
            <p:cNvSpPr txBox="1">
              <a:spLocks noChangeArrowheads="1"/>
            </p:cNvSpPr>
            <p:nvPr/>
          </p:nvSpPr>
          <p:spPr bwMode="auto">
            <a:xfrm>
              <a:off x="9463668" y="1940312"/>
              <a:ext cx="1614235" cy="904790"/>
            </a:xfrm>
            <a:prstGeom prst="rect">
              <a:avLst/>
            </a:prstGeom>
            <a:solidFill>
              <a:srgbClr val="EC628B"/>
            </a:solidFill>
            <a:ln>
              <a:noFill/>
            </a:ln>
          </p:spPr>
          <p:txBody>
            <a:bodyPr lIns="108000" tIns="468000" rIns="108000" bIns="10800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GB" altLang="en-VN" sz="700">
                  <a:solidFill>
                    <a:schemeClr val="bg1"/>
                  </a:solidFill>
                </a:rPr>
                <a:t>This is a grey thank-you-slide</a:t>
              </a:r>
              <a:br>
                <a:rPr lang="en-GB" altLang="en-VN" sz="700">
                  <a:solidFill>
                    <a:schemeClr val="bg1"/>
                  </a:solidFill>
                </a:rPr>
              </a:br>
              <a:r>
                <a:rPr lang="en-GB" altLang="en-VN" sz="700">
                  <a:solidFill>
                    <a:schemeClr val="bg1"/>
                  </a:solidFill>
                </a:rPr>
                <a:t>for black font with optional contact picture.</a:t>
              </a:r>
            </a:p>
          </p:txBody>
        </p:sp>
        <p:sp>
          <p:nvSpPr>
            <p:cNvPr id="17" name="Freihandform: Form 122">
              <a:extLst>
                <a:ext uri="{FF2B5EF4-FFF2-40B4-BE49-F238E27FC236}">
                  <a16:creationId xmlns:a16="http://schemas.microsoft.com/office/drawing/2014/main" id="{8DE89C48-163D-66F3-4530-D2369D67FAFF}"/>
                </a:ext>
              </a:extLst>
            </p:cNvPr>
            <p:cNvSpPr/>
            <p:nvPr/>
          </p:nvSpPr>
          <p:spPr>
            <a:xfrm>
              <a:off x="9516047" y="1994282"/>
              <a:ext cx="360307" cy="360329"/>
            </a:xfrm>
            <a:custGeom>
              <a:avLst/>
              <a:gdLst>
                <a:gd name="connsiteX0" fmla="*/ 7144 w 619125"/>
                <a:gd name="connsiteY0" fmla="*/ 7144 h 619125"/>
                <a:gd name="connsiteX1" fmla="*/ 616744 w 619125"/>
                <a:gd name="connsiteY1" fmla="*/ 7144 h 619125"/>
                <a:gd name="connsiteX2" fmla="*/ 616744 w 619125"/>
                <a:gd name="connsiteY2" fmla="*/ 616744 h 619125"/>
                <a:gd name="connsiteX3" fmla="*/ 7144 w 619125"/>
                <a:gd name="connsiteY3" fmla="*/ 616744 h 619125"/>
              </a:gdLst>
              <a:ahLst/>
              <a:cxnLst>
                <a:cxn ang="0">
                  <a:pos x="connsiteX0" y="connsiteY0"/>
                </a:cxn>
                <a:cxn ang="0">
                  <a:pos x="connsiteX1" y="connsiteY1"/>
                </a:cxn>
                <a:cxn ang="0">
                  <a:pos x="connsiteX2" y="connsiteY2"/>
                </a:cxn>
                <a:cxn ang="0">
                  <a:pos x="connsiteX3" y="connsiteY3"/>
                </a:cxn>
              </a:cxnLst>
              <a:rect l="l" t="t" r="r" b="b"/>
              <a:pathLst>
                <a:path w="619125" h="619125">
                  <a:moveTo>
                    <a:pt x="7144" y="7144"/>
                  </a:moveTo>
                  <a:lnTo>
                    <a:pt x="616744" y="7144"/>
                  </a:lnTo>
                  <a:lnTo>
                    <a:pt x="616744" y="616744"/>
                  </a:lnTo>
                  <a:lnTo>
                    <a:pt x="7144" y="616744"/>
                  </a:lnTo>
                  <a:close/>
                </a:path>
              </a:pathLst>
            </a:custGeom>
            <a:blipFill dpi="0" rotWithShape="1">
              <a:blip r:embed="rId5" cstate="print"/>
              <a:srcRect/>
              <a:stretch>
                <a:fillRect/>
              </a:stretch>
            </a:blipFill>
            <a:ln>
              <a:noFill/>
            </a:ln>
          </p:spPr>
          <p:style>
            <a:lnRef idx="2">
              <a:schemeClr val="accent1"/>
            </a:lnRef>
            <a:fillRef idx="1">
              <a:schemeClr val="lt1"/>
            </a:fillRef>
            <a:effectRef idx="0">
              <a:schemeClr val="accent1"/>
            </a:effectRef>
            <a:fontRef idx="minor">
              <a:schemeClr val="dk1"/>
            </a:fontRef>
          </p:style>
          <p:txBody>
            <a:bodyPr anchor="ctr"/>
            <a:lstStyle/>
            <a:p>
              <a:pPr eaLnBrk="1" fontAlgn="auto" hangingPunct="1">
                <a:spcBef>
                  <a:spcPts val="0"/>
                </a:spcBef>
                <a:spcAft>
                  <a:spcPts val="0"/>
                </a:spcAft>
                <a:defRPr/>
              </a:pPr>
              <a:endParaRPr lang="en-GB" dirty="0"/>
            </a:p>
          </p:txBody>
        </p:sp>
      </p:grpSp>
      <p:sp>
        <p:nvSpPr>
          <p:cNvPr id="9" name="Textplatzhalter 8"/>
          <p:cNvSpPr>
            <a:spLocks noGrp="1"/>
          </p:cNvSpPr>
          <p:nvPr>
            <p:ph type="body" sz="quarter" idx="13"/>
          </p:nvPr>
        </p:nvSpPr>
        <p:spPr bwMode="gray">
          <a:xfrm>
            <a:off x="982662" y="2701925"/>
            <a:ext cx="3989388" cy="193899"/>
          </a:xfrm>
        </p:spPr>
        <p:txBody>
          <a:bodyPr/>
          <a:lstStyle>
            <a:lvl1pPr marL="0" indent="0" rtl="0">
              <a:buNone/>
              <a:defRPr sz="1400" b="1">
                <a:solidFill>
                  <a:schemeClr val="tx1"/>
                </a:solidFill>
              </a:defRPr>
            </a:lvl1pPr>
          </a:lstStyle>
          <a:p>
            <a:pPr lvl="0"/>
            <a:r>
              <a:rPr lang="en-US"/>
              <a:t>Click to edit Master text styles</a:t>
            </a:r>
          </a:p>
        </p:txBody>
      </p:sp>
      <p:sp>
        <p:nvSpPr>
          <p:cNvPr id="3" name="Textplatzhalter 2"/>
          <p:cNvSpPr>
            <a:spLocks noGrp="1"/>
          </p:cNvSpPr>
          <p:nvPr>
            <p:ph type="body" sz="quarter" idx="15"/>
          </p:nvPr>
        </p:nvSpPr>
        <p:spPr bwMode="gray">
          <a:xfrm>
            <a:off x="982662" y="3027095"/>
            <a:ext cx="3989388" cy="1123384"/>
          </a:xfrm>
        </p:spPr>
        <p:txBody>
          <a:bodyPr/>
          <a:lstStyle>
            <a:lvl1pPr marL="0" marR="0" indent="0" algn="l" defTabSz="685800" rtl="0" eaLnBrk="1" fontAlgn="base" latinLnBrk="0" hangingPunct="1">
              <a:lnSpc>
                <a:spcPct val="90000"/>
              </a:lnSpc>
              <a:spcBef>
                <a:spcPts val="600"/>
              </a:spcBef>
              <a:spcAft>
                <a:spcPct val="0"/>
              </a:spcAft>
              <a:buClr>
                <a:srgbClr val="000000"/>
              </a:buClr>
              <a:buSzTx/>
              <a:buFont typeface="Wingdings" panose="05000000000000000000" pitchFamily="2" charset="2"/>
              <a:buNone/>
              <a:tabLst/>
              <a:defRPr sz="1000" baseline="0">
                <a:solidFill>
                  <a:schemeClr val="tx1"/>
                </a:solidFill>
              </a:defRPr>
            </a:lvl1pPr>
            <a:lvl2pPr>
              <a:defRPr sz="14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p:txBody>
      </p:sp>
      <p:sp>
        <p:nvSpPr>
          <p:cNvPr id="18" name="Bildplatzhalter 14"/>
          <p:cNvSpPr>
            <a:spLocks noGrp="1" noChangeAspect="1"/>
          </p:cNvSpPr>
          <p:nvPr>
            <p:ph type="pic" sz="quarter" idx="14"/>
          </p:nvPr>
        </p:nvSpPr>
        <p:spPr>
          <a:xfrm>
            <a:off x="5776715" y="2701925"/>
            <a:ext cx="1591200" cy="1591200"/>
          </a:xfrm>
          <a:solidFill>
            <a:schemeClr val="bg2"/>
          </a:solidFill>
          <a:ln w="19050">
            <a:solidFill>
              <a:schemeClr val="bg1"/>
            </a:solidFill>
          </a:ln>
        </p:spPr>
        <p:txBody>
          <a:bodyPr rtlCol="0" anchor="ctr">
            <a:noAutofit/>
          </a:bodyPr>
          <a:lstStyle>
            <a:lvl1pPr marL="0" indent="0" algn="ctr" rtl="0">
              <a:buNone/>
              <a:defRPr sz="1000">
                <a:solidFill>
                  <a:schemeClr val="tx1"/>
                </a:solidFill>
              </a:defRPr>
            </a:lvl1pPr>
          </a:lstStyle>
          <a:p>
            <a:pPr lvl="0"/>
            <a:r>
              <a:rPr lang="en-US" noProof="0"/>
              <a:t>Click icon to add picture</a:t>
            </a:r>
            <a:endParaRPr lang="en-GB" noProof="0" dirty="0"/>
          </a:p>
        </p:txBody>
      </p:sp>
    </p:spTree>
    <p:extLst>
      <p:ext uri="{BB962C8B-B14F-4D97-AF65-F5344CB8AC3E}">
        <p14:creationId xmlns:p14="http://schemas.microsoft.com/office/powerpoint/2010/main" val="249754706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oleObject" Target="../embeddings/oleObject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image" Target="../media/image1.emf"/><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ags" Target="../tags/tag3.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1026" name="Objekt 30" hidden="1">
            <a:extLst>
              <a:ext uri="{FF2B5EF4-FFF2-40B4-BE49-F238E27FC236}">
                <a16:creationId xmlns:a16="http://schemas.microsoft.com/office/drawing/2014/main" id="{62245A35-3FDA-57C8-98B4-6082A57D9BF3}"/>
              </a:ext>
            </a:extLst>
          </p:cNvPr>
          <p:cNvGraphicFramePr>
            <a:graphicFrameLocks noChangeAspect="1"/>
          </p:cNvGraphicFramePr>
          <p:nvPr>
            <p:custDataLst>
              <p:tags r:id="rId46"/>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47" imgW="38100" imgH="38100" progId="TCLayout.ActiveDocument.1">
                  <p:embed/>
                </p:oleObj>
              </mc:Choice>
              <mc:Fallback>
                <p:oleObj name="think-cell Folie" r:id="rId47" imgW="38100" imgH="38100" progId="TCLayout.ActiveDocument.1">
                  <p:embed/>
                  <p:pic>
                    <p:nvPicPr>
                      <p:cNvPr id="0" name="Objekt 30" hidden="1"/>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027" name="Gruppieren 9">
            <a:extLst>
              <a:ext uri="{FF2B5EF4-FFF2-40B4-BE49-F238E27FC236}">
                <a16:creationId xmlns:a16="http://schemas.microsoft.com/office/drawing/2014/main" id="{701BDC4C-6735-0C9E-3FC4-BE92B60109C3}"/>
              </a:ext>
            </a:extLst>
          </p:cNvPr>
          <p:cNvGrpSpPr>
            <a:grpSpLocks/>
          </p:cNvGrpSpPr>
          <p:nvPr/>
        </p:nvGrpSpPr>
        <p:grpSpPr bwMode="auto">
          <a:xfrm>
            <a:off x="2574925" y="-463550"/>
            <a:ext cx="796925" cy="427037"/>
            <a:chOff x="2574725" y="-463828"/>
            <a:chExt cx="796922" cy="428109"/>
          </a:xfrm>
        </p:grpSpPr>
        <p:sp>
          <p:nvSpPr>
            <p:cNvPr id="85" name="Rechteck 84">
              <a:extLst>
                <a:ext uri="{FF2B5EF4-FFF2-40B4-BE49-F238E27FC236}">
                  <a16:creationId xmlns:a16="http://schemas.microsoft.com/office/drawing/2014/main" id="{A28C67B9-ED58-E277-86A7-E7C725F23CE5}"/>
                </a:ext>
              </a:extLst>
            </p:cNvPr>
            <p:cNvSpPr/>
            <p:nvPr/>
          </p:nvSpPr>
          <p:spPr>
            <a:xfrm>
              <a:off x="2574725" y="-463828"/>
              <a:ext cx="796922" cy="350127"/>
            </a:xfrm>
            <a:prstGeom prst="rect">
              <a:avLst/>
            </a:prstGeom>
            <a:solidFill>
              <a:srgbClr val="FF68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108000" rIns="36000" bIns="108000" anchor="ctr"/>
            <a:lstStyle/>
            <a:p>
              <a:pPr algn="ctr" eaLnBrk="1" fontAlgn="auto" hangingPunct="1">
                <a:lnSpc>
                  <a:spcPct val="90000"/>
                </a:lnSpc>
                <a:spcBef>
                  <a:spcPts val="0"/>
                </a:spcBef>
                <a:spcAft>
                  <a:spcPts val="0"/>
                </a:spcAft>
                <a:defRPr/>
              </a:pPr>
              <a:r>
                <a:rPr lang="en-GB" sz="800" dirty="0">
                  <a:solidFill>
                    <a:schemeClr val="bg1"/>
                  </a:solidFill>
                </a:rPr>
                <a:t>Optional</a:t>
              </a:r>
              <a:br>
                <a:rPr lang="en-GB" sz="800" dirty="0">
                  <a:solidFill>
                    <a:schemeClr val="bg1"/>
                  </a:solidFill>
                </a:rPr>
              </a:br>
              <a:r>
                <a:rPr lang="en-GB" sz="600" dirty="0">
                  <a:solidFill>
                    <a:schemeClr val="bg1"/>
                  </a:solidFill>
                </a:rPr>
                <a:t>(works like a footer)</a:t>
              </a:r>
              <a:br>
                <a:rPr lang="en-GB" sz="600" dirty="0">
                  <a:solidFill>
                    <a:schemeClr val="bg1"/>
                  </a:solidFill>
                </a:rPr>
              </a:br>
              <a:endParaRPr lang="en-GB" sz="600" dirty="0">
                <a:solidFill>
                  <a:schemeClr val="bg1"/>
                </a:solidFill>
              </a:endParaRPr>
            </a:p>
          </p:txBody>
        </p:sp>
        <p:sp>
          <p:nvSpPr>
            <p:cNvPr id="4" name="Gleichschenkliges Dreieck 3">
              <a:extLst>
                <a:ext uri="{FF2B5EF4-FFF2-40B4-BE49-F238E27FC236}">
                  <a16:creationId xmlns:a16="http://schemas.microsoft.com/office/drawing/2014/main" id="{668F5F25-53A6-54CA-BC81-F95FC639CBDE}"/>
                </a:ext>
              </a:extLst>
            </p:cNvPr>
            <p:cNvSpPr/>
            <p:nvPr userDrawn="1"/>
          </p:nvSpPr>
          <p:spPr>
            <a:xfrm rot="10800000">
              <a:off x="2900162" y="-113701"/>
              <a:ext cx="146049" cy="77982"/>
            </a:xfrm>
            <a:prstGeom prst="triangle">
              <a:avLst/>
            </a:prstGeom>
            <a:solidFill>
              <a:srgbClr val="FF68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eaLnBrk="1" fontAlgn="auto" hangingPunct="1">
                <a:spcBef>
                  <a:spcPts val="0"/>
                </a:spcBef>
                <a:spcAft>
                  <a:spcPts val="0"/>
                </a:spcAft>
                <a:defRPr/>
              </a:pPr>
              <a:endParaRPr lang="en-GB" sz="1200" dirty="0">
                <a:solidFill>
                  <a:schemeClr val="tx1"/>
                </a:solidFill>
              </a:endParaRPr>
            </a:p>
          </p:txBody>
        </p:sp>
      </p:grpSp>
      <p:grpSp>
        <p:nvGrpSpPr>
          <p:cNvPr id="1028" name="Gruppieren 7">
            <a:extLst>
              <a:ext uri="{FF2B5EF4-FFF2-40B4-BE49-F238E27FC236}">
                <a16:creationId xmlns:a16="http://schemas.microsoft.com/office/drawing/2014/main" id="{ABAB748D-ACF3-CD15-0CAF-765EB6487511}"/>
              </a:ext>
            </a:extLst>
          </p:cNvPr>
          <p:cNvGrpSpPr>
            <a:grpSpLocks/>
          </p:cNvGrpSpPr>
          <p:nvPr/>
        </p:nvGrpSpPr>
        <p:grpSpPr bwMode="auto">
          <a:xfrm>
            <a:off x="3375025" y="-463550"/>
            <a:ext cx="796925" cy="427037"/>
            <a:chOff x="3375028" y="-463828"/>
            <a:chExt cx="796922" cy="428109"/>
          </a:xfrm>
        </p:grpSpPr>
        <p:sp>
          <p:nvSpPr>
            <p:cNvPr id="86" name="Rechteck 85">
              <a:extLst>
                <a:ext uri="{FF2B5EF4-FFF2-40B4-BE49-F238E27FC236}">
                  <a16:creationId xmlns:a16="http://schemas.microsoft.com/office/drawing/2014/main" id="{4DBB63B0-DC38-3776-2613-187FC8A3EA5D}"/>
                </a:ext>
              </a:extLst>
            </p:cNvPr>
            <p:cNvSpPr/>
            <p:nvPr/>
          </p:nvSpPr>
          <p:spPr>
            <a:xfrm>
              <a:off x="3375028" y="-463828"/>
              <a:ext cx="796922" cy="35012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108000" rIns="36000" bIns="108000" anchor="ctr"/>
            <a:lstStyle/>
            <a:p>
              <a:pPr algn="ctr" eaLnBrk="1" fontAlgn="auto" hangingPunct="1">
                <a:lnSpc>
                  <a:spcPct val="90000"/>
                </a:lnSpc>
                <a:spcBef>
                  <a:spcPts val="0"/>
                </a:spcBef>
                <a:spcAft>
                  <a:spcPts val="0"/>
                </a:spcAft>
                <a:defRPr/>
              </a:pPr>
              <a:r>
                <a:rPr lang="en-GB" sz="800" dirty="0">
                  <a:solidFill>
                    <a:schemeClr val="tx1"/>
                  </a:solidFill>
                </a:rPr>
                <a:t>Optional</a:t>
              </a:r>
              <a:br>
                <a:rPr lang="en-GB" sz="800" dirty="0">
                  <a:solidFill>
                    <a:schemeClr val="tx1"/>
                  </a:solidFill>
                </a:rPr>
              </a:br>
              <a:r>
                <a:rPr lang="en-GB" sz="600" dirty="0">
                  <a:solidFill>
                    <a:schemeClr val="tx1"/>
                  </a:solidFill>
                </a:rPr>
                <a:t>(if there is no [3] this moves to the left)</a:t>
              </a:r>
            </a:p>
          </p:txBody>
        </p:sp>
        <p:sp>
          <p:nvSpPr>
            <p:cNvPr id="87" name="Gleichschenkliges Dreieck 86">
              <a:extLst>
                <a:ext uri="{FF2B5EF4-FFF2-40B4-BE49-F238E27FC236}">
                  <a16:creationId xmlns:a16="http://schemas.microsoft.com/office/drawing/2014/main" id="{9BCDE7E2-4A38-B4D9-DE41-13CD2BA47D4B}"/>
                </a:ext>
              </a:extLst>
            </p:cNvPr>
            <p:cNvSpPr/>
            <p:nvPr userDrawn="1"/>
          </p:nvSpPr>
          <p:spPr>
            <a:xfrm rot="10800000">
              <a:off x="3700465" y="-113701"/>
              <a:ext cx="146049" cy="77982"/>
            </a:xfrm>
            <a:prstGeom prst="triangle">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eaLnBrk="1" fontAlgn="auto" hangingPunct="1">
                <a:spcBef>
                  <a:spcPts val="0"/>
                </a:spcBef>
                <a:spcAft>
                  <a:spcPts val="0"/>
                </a:spcAft>
                <a:defRPr/>
              </a:pPr>
              <a:endParaRPr lang="en-GB" sz="1200" dirty="0">
                <a:solidFill>
                  <a:schemeClr val="tx1"/>
                </a:solidFill>
              </a:endParaRPr>
            </a:p>
          </p:txBody>
        </p:sp>
      </p:grpSp>
      <p:grpSp>
        <p:nvGrpSpPr>
          <p:cNvPr id="1029" name="Gruppieren 10">
            <a:extLst>
              <a:ext uri="{FF2B5EF4-FFF2-40B4-BE49-F238E27FC236}">
                <a16:creationId xmlns:a16="http://schemas.microsoft.com/office/drawing/2014/main" id="{9639673F-9BF5-75FF-A2BF-8D824F27766A}"/>
              </a:ext>
            </a:extLst>
          </p:cNvPr>
          <p:cNvGrpSpPr>
            <a:grpSpLocks/>
          </p:cNvGrpSpPr>
          <p:nvPr/>
        </p:nvGrpSpPr>
        <p:grpSpPr bwMode="auto">
          <a:xfrm>
            <a:off x="1776413" y="-463550"/>
            <a:ext cx="798512" cy="427037"/>
            <a:chOff x="1776414" y="-463828"/>
            <a:chExt cx="798310" cy="428109"/>
          </a:xfrm>
        </p:grpSpPr>
        <p:sp>
          <p:nvSpPr>
            <p:cNvPr id="84" name="Rechteck 83">
              <a:extLst>
                <a:ext uri="{FF2B5EF4-FFF2-40B4-BE49-F238E27FC236}">
                  <a16:creationId xmlns:a16="http://schemas.microsoft.com/office/drawing/2014/main" id="{68ECBE82-7C08-8400-6B77-E8B01C839636}"/>
                </a:ext>
              </a:extLst>
            </p:cNvPr>
            <p:cNvSpPr/>
            <p:nvPr/>
          </p:nvSpPr>
          <p:spPr>
            <a:xfrm>
              <a:off x="1776414" y="-463828"/>
              <a:ext cx="798310" cy="35012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108000" rIns="36000" bIns="108000" anchor="ctr"/>
            <a:lstStyle/>
            <a:p>
              <a:pPr algn="ctr" eaLnBrk="1" fontAlgn="auto" hangingPunct="1">
                <a:lnSpc>
                  <a:spcPct val="90000"/>
                </a:lnSpc>
                <a:spcBef>
                  <a:spcPts val="0"/>
                </a:spcBef>
                <a:spcAft>
                  <a:spcPts val="0"/>
                </a:spcAft>
                <a:defRPr/>
              </a:pPr>
              <a:r>
                <a:rPr lang="en-GB" sz="800" dirty="0">
                  <a:solidFill>
                    <a:schemeClr val="tx1"/>
                  </a:solidFill>
                </a:rPr>
                <a:t>Withdrawn</a:t>
              </a:r>
              <a:br>
                <a:rPr lang="en-GB" sz="800" dirty="0">
                  <a:solidFill>
                    <a:schemeClr val="tx1"/>
                  </a:solidFill>
                </a:rPr>
              </a:br>
              <a:r>
                <a:rPr lang="en-GB" sz="600" dirty="0">
                  <a:solidFill>
                    <a:schemeClr val="tx1"/>
                  </a:solidFill>
                </a:rPr>
                <a:t>(only if necessary, via the master view)</a:t>
              </a:r>
            </a:p>
          </p:txBody>
        </p:sp>
        <p:sp>
          <p:nvSpPr>
            <p:cNvPr id="88" name="Gleichschenkliges Dreieck 87">
              <a:extLst>
                <a:ext uri="{FF2B5EF4-FFF2-40B4-BE49-F238E27FC236}">
                  <a16:creationId xmlns:a16="http://schemas.microsoft.com/office/drawing/2014/main" id="{19BA0B53-D0D9-F6C1-0DE5-93DED1C02934}"/>
                </a:ext>
              </a:extLst>
            </p:cNvPr>
            <p:cNvSpPr/>
            <p:nvPr userDrawn="1"/>
          </p:nvSpPr>
          <p:spPr>
            <a:xfrm rot="10800000">
              <a:off x="2103356" y="-113701"/>
              <a:ext cx="144425" cy="77982"/>
            </a:xfrm>
            <a:prstGeom prst="triangle">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eaLnBrk="1" fontAlgn="auto" hangingPunct="1">
                <a:spcBef>
                  <a:spcPts val="0"/>
                </a:spcBef>
                <a:spcAft>
                  <a:spcPts val="0"/>
                </a:spcAft>
                <a:defRPr/>
              </a:pPr>
              <a:endParaRPr lang="en-GB" sz="1200" dirty="0">
                <a:solidFill>
                  <a:schemeClr val="tx1"/>
                </a:solidFill>
              </a:endParaRPr>
            </a:p>
          </p:txBody>
        </p:sp>
      </p:grpSp>
      <p:grpSp>
        <p:nvGrpSpPr>
          <p:cNvPr id="1030" name="Gruppieren 4">
            <a:extLst>
              <a:ext uri="{FF2B5EF4-FFF2-40B4-BE49-F238E27FC236}">
                <a16:creationId xmlns:a16="http://schemas.microsoft.com/office/drawing/2014/main" id="{ECDF3E4A-39B4-D84A-3E31-0298402A307E}"/>
              </a:ext>
            </a:extLst>
          </p:cNvPr>
          <p:cNvGrpSpPr>
            <a:grpSpLocks/>
          </p:cNvGrpSpPr>
          <p:nvPr/>
        </p:nvGrpSpPr>
        <p:grpSpPr bwMode="auto">
          <a:xfrm>
            <a:off x="977900" y="-463550"/>
            <a:ext cx="800100" cy="427037"/>
            <a:chOff x="977900" y="-463828"/>
            <a:chExt cx="799901" cy="428109"/>
          </a:xfrm>
        </p:grpSpPr>
        <p:sp>
          <p:nvSpPr>
            <p:cNvPr id="70" name="Rechteck 69">
              <a:extLst>
                <a:ext uri="{FF2B5EF4-FFF2-40B4-BE49-F238E27FC236}">
                  <a16:creationId xmlns:a16="http://schemas.microsoft.com/office/drawing/2014/main" id="{C8C2B6D5-21FB-2FAF-E77D-CEB903CAFE26}"/>
                </a:ext>
              </a:extLst>
            </p:cNvPr>
            <p:cNvSpPr/>
            <p:nvPr/>
          </p:nvSpPr>
          <p:spPr>
            <a:xfrm>
              <a:off x="977900" y="-463828"/>
              <a:ext cx="799901" cy="350127"/>
            </a:xfrm>
            <a:prstGeom prst="rect">
              <a:avLst/>
            </a:prstGeom>
            <a:solidFill>
              <a:srgbClr val="FF68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108000" rIns="36000" bIns="108000" anchor="ctr"/>
            <a:lstStyle/>
            <a:p>
              <a:pPr algn="ctr" eaLnBrk="1" fontAlgn="auto" hangingPunct="1">
                <a:lnSpc>
                  <a:spcPct val="90000"/>
                </a:lnSpc>
                <a:spcBef>
                  <a:spcPts val="0"/>
                </a:spcBef>
                <a:spcAft>
                  <a:spcPts val="0"/>
                </a:spcAft>
                <a:defRPr/>
              </a:pPr>
              <a:r>
                <a:rPr lang="en-GB" sz="800" b="1" dirty="0">
                  <a:solidFill>
                    <a:schemeClr val="bg1"/>
                  </a:solidFill>
                </a:rPr>
                <a:t>Mandatory</a:t>
              </a:r>
              <a:br>
                <a:rPr lang="en-GB" sz="800" dirty="0">
                  <a:solidFill>
                    <a:schemeClr val="bg1"/>
                  </a:solidFill>
                </a:rPr>
              </a:br>
              <a:r>
                <a:rPr lang="en-GB" sz="600" dirty="0">
                  <a:solidFill>
                    <a:prstClr val="white"/>
                  </a:solidFill>
                </a:rPr>
                <a:t>(do not delete or change it!)</a:t>
              </a:r>
              <a:endParaRPr lang="en-GB" sz="800" dirty="0">
                <a:solidFill>
                  <a:schemeClr val="bg1"/>
                </a:solidFill>
              </a:endParaRPr>
            </a:p>
          </p:txBody>
        </p:sp>
        <p:sp>
          <p:nvSpPr>
            <p:cNvPr id="89" name="Gleichschenkliges Dreieck 88">
              <a:extLst>
                <a:ext uri="{FF2B5EF4-FFF2-40B4-BE49-F238E27FC236}">
                  <a16:creationId xmlns:a16="http://schemas.microsoft.com/office/drawing/2014/main" id="{1BDB859F-B10A-D58F-3FED-418BE01B4F0B}"/>
                </a:ext>
              </a:extLst>
            </p:cNvPr>
            <p:cNvSpPr/>
            <p:nvPr userDrawn="1"/>
          </p:nvSpPr>
          <p:spPr>
            <a:xfrm rot="10800000">
              <a:off x="1304844" y="-113701"/>
              <a:ext cx="146014" cy="77982"/>
            </a:xfrm>
            <a:prstGeom prst="triangle">
              <a:avLst/>
            </a:prstGeom>
            <a:solidFill>
              <a:srgbClr val="FF68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eaLnBrk="1" fontAlgn="auto" hangingPunct="1">
                <a:spcBef>
                  <a:spcPts val="0"/>
                </a:spcBef>
                <a:spcAft>
                  <a:spcPts val="0"/>
                </a:spcAft>
                <a:defRPr/>
              </a:pPr>
              <a:endParaRPr lang="en-GB" sz="1200" dirty="0">
                <a:solidFill>
                  <a:schemeClr val="tx1"/>
                </a:solidFill>
              </a:endParaRPr>
            </a:p>
          </p:txBody>
        </p:sp>
      </p:grpSp>
      <p:sp>
        <p:nvSpPr>
          <p:cNvPr id="3079" name="Textfeld 26">
            <a:extLst>
              <a:ext uri="{FF2B5EF4-FFF2-40B4-BE49-F238E27FC236}">
                <a16:creationId xmlns:a16="http://schemas.microsoft.com/office/drawing/2014/main" id="{9FBBF63F-4B01-7389-7399-AE74F7F5498A}"/>
              </a:ext>
            </a:extLst>
          </p:cNvPr>
          <p:cNvSpPr txBox="1">
            <a:spLocks noChangeArrowheads="1"/>
          </p:cNvSpPr>
          <p:nvPr/>
        </p:nvSpPr>
        <p:spPr bwMode="gray">
          <a:xfrm>
            <a:off x="8274050" y="5003800"/>
            <a:ext cx="158750" cy="92075"/>
          </a:xfrm>
          <a:prstGeom prst="rect">
            <a:avLst/>
          </a:prstGeom>
          <a:noFill/>
          <a:ln>
            <a:noFill/>
          </a:ln>
        </p:spPr>
        <p:txBody>
          <a:bodyPr wrap="none" lIns="0" tIns="0" rIns="0" bIns="0" anchor="ctr">
            <a:spAutoFit/>
          </a:bodyPr>
          <a:lstStyle>
            <a:lvl1pPr defTabSz="685800">
              <a:defRPr>
                <a:solidFill>
                  <a:schemeClr val="tx1"/>
                </a:solidFill>
                <a:latin typeface="Arial" panose="020B0604020202020204" pitchFamily="34" charset="0"/>
              </a:defRPr>
            </a:lvl1pPr>
            <a:lvl2pPr marL="742950" indent="-285750" defTabSz="685800">
              <a:defRPr>
                <a:solidFill>
                  <a:schemeClr val="tx1"/>
                </a:solidFill>
                <a:latin typeface="Arial" panose="020B0604020202020204" pitchFamily="34" charset="0"/>
              </a:defRPr>
            </a:lvl2pPr>
            <a:lvl3pPr marL="1143000" indent="-228600" defTabSz="685800">
              <a:defRPr>
                <a:solidFill>
                  <a:schemeClr val="tx1"/>
                </a:solidFill>
                <a:latin typeface="Arial" panose="020B0604020202020204" pitchFamily="34" charset="0"/>
              </a:defRPr>
            </a:lvl3pPr>
            <a:lvl4pPr marL="1600200" indent="-228600" defTabSz="685800">
              <a:defRPr>
                <a:solidFill>
                  <a:schemeClr val="tx1"/>
                </a:solidFill>
                <a:latin typeface="Arial" panose="020B0604020202020204" pitchFamily="34" charset="0"/>
              </a:defRPr>
            </a:lvl4pPr>
            <a:lvl5pPr marL="2057400" indent="-228600" defTabSz="685800">
              <a:defRPr>
                <a:solidFill>
                  <a:schemeClr val="tx1"/>
                </a:solidFill>
                <a:latin typeface="Arial" panose="020B0604020202020204" pitchFamily="34" charset="0"/>
              </a:defRPr>
            </a:lvl5pPr>
            <a:lvl6pPr marL="2514600" indent="-228600" defTabSz="685800" fontAlgn="base">
              <a:spcBef>
                <a:spcPct val="0"/>
              </a:spcBef>
              <a:spcAft>
                <a:spcPct val="0"/>
              </a:spcAft>
              <a:defRPr>
                <a:solidFill>
                  <a:schemeClr val="tx1"/>
                </a:solidFill>
                <a:latin typeface="Arial" panose="020B0604020202020204" pitchFamily="34" charset="0"/>
              </a:defRPr>
            </a:lvl6pPr>
            <a:lvl7pPr marL="2971800" indent="-228600" defTabSz="685800" fontAlgn="base">
              <a:spcBef>
                <a:spcPct val="0"/>
              </a:spcBef>
              <a:spcAft>
                <a:spcPct val="0"/>
              </a:spcAft>
              <a:defRPr>
                <a:solidFill>
                  <a:schemeClr val="tx1"/>
                </a:solidFill>
                <a:latin typeface="Arial" panose="020B0604020202020204" pitchFamily="34" charset="0"/>
              </a:defRPr>
            </a:lvl7pPr>
            <a:lvl8pPr marL="3429000" indent="-228600" defTabSz="685800" fontAlgn="base">
              <a:spcBef>
                <a:spcPct val="0"/>
              </a:spcBef>
              <a:spcAft>
                <a:spcPct val="0"/>
              </a:spcAft>
              <a:defRPr>
                <a:solidFill>
                  <a:schemeClr val="tx1"/>
                </a:solidFill>
                <a:latin typeface="Arial" panose="020B0604020202020204" pitchFamily="34" charset="0"/>
              </a:defRPr>
            </a:lvl8pPr>
            <a:lvl9pPr marL="3886200" indent="-228600" defTabSz="685800" fontAlgn="base">
              <a:spcBef>
                <a:spcPct val="0"/>
              </a:spcBef>
              <a:spcAft>
                <a:spcPct val="0"/>
              </a:spcAft>
              <a:defRPr>
                <a:solidFill>
                  <a:schemeClr val="tx1"/>
                </a:solidFill>
                <a:latin typeface="Arial" panose="020B0604020202020204" pitchFamily="34" charset="0"/>
              </a:defRPr>
            </a:lvl9pPr>
          </a:lstStyle>
          <a:p>
            <a:pPr eaLnBrk="1" hangingPunct="1">
              <a:defRPr/>
            </a:pPr>
            <a:fld id="{0CA84023-1113-A644-ADA5-AB0170EF3BD5}" type="slidenum">
              <a:rPr lang="en-GB" altLang="en-VN" sz="600" b="1" smtClean="0"/>
              <a:pPr eaLnBrk="1" hangingPunct="1">
                <a:defRPr/>
              </a:pPr>
              <a:t>‹#›</a:t>
            </a:fld>
            <a:endParaRPr lang="en-GB" altLang="en-VN" sz="600" b="1"/>
          </a:p>
        </p:txBody>
      </p:sp>
      <p:sp>
        <p:nvSpPr>
          <p:cNvPr id="29" name="Datumsplatzhalter 28">
            <a:extLst>
              <a:ext uri="{FF2B5EF4-FFF2-40B4-BE49-F238E27FC236}">
                <a16:creationId xmlns:a16="http://schemas.microsoft.com/office/drawing/2014/main" id="{3C1B9AA2-181C-9AF9-2298-14A677998F73}"/>
              </a:ext>
            </a:extLst>
          </p:cNvPr>
          <p:cNvSpPr>
            <a:spLocks noGrp="1"/>
          </p:cNvSpPr>
          <p:nvPr>
            <p:ph type="dt" sz="half" idx="2"/>
          </p:nvPr>
        </p:nvSpPr>
        <p:spPr>
          <a:xfrm>
            <a:off x="2579688" y="5003800"/>
            <a:ext cx="792162" cy="92075"/>
          </a:xfrm>
          <a:prstGeom prst="rect">
            <a:avLst/>
          </a:prstGeom>
          <a:noFill/>
          <a:ln w="9525">
            <a:noFill/>
            <a:miter lim="800000"/>
            <a:headEnd/>
            <a:tailEnd/>
          </a:ln>
        </p:spPr>
        <p:txBody>
          <a:bodyPr wrap="square" lIns="0" tIns="0" rIns="0" bIns="0" anchor="ctr">
            <a:spAutoFit/>
          </a:bodyPr>
          <a:lstStyle>
            <a:lvl1pPr algn="l" defTabSz="685800" rtl="0" eaLnBrk="1" fontAlgn="auto" hangingPunct="1">
              <a:spcBef>
                <a:spcPts val="0"/>
              </a:spcBef>
              <a:spcAft>
                <a:spcPts val="0"/>
              </a:spcAft>
              <a:defRPr lang="de-DE" sz="600" b="1">
                <a:solidFill>
                  <a:srgbClr val="000000"/>
                </a:solidFill>
                <a:latin typeface="+mn-lt"/>
              </a:defRPr>
            </a:lvl1pPr>
          </a:lstStyle>
          <a:p>
            <a:pPr>
              <a:defRPr/>
            </a:pPr>
            <a:fld id="{BDCA3564-5428-EF40-9641-5F12D70AE68C}" type="datetime4">
              <a:rPr lang="en-GB"/>
              <a:pPr>
                <a:defRPr/>
              </a:pPr>
              <a:t>25 November 2025</a:t>
            </a:fld>
            <a:endParaRPr lang="en-GB" dirty="0"/>
          </a:p>
        </p:txBody>
      </p:sp>
      <p:sp>
        <p:nvSpPr>
          <p:cNvPr id="1033" name="Titelplatzhalter 31">
            <a:extLst>
              <a:ext uri="{FF2B5EF4-FFF2-40B4-BE49-F238E27FC236}">
                <a16:creationId xmlns:a16="http://schemas.microsoft.com/office/drawing/2014/main" id="{F81CF4ED-6E3B-7166-C7CE-7937D46428C5}"/>
              </a:ext>
            </a:extLst>
          </p:cNvPr>
          <p:cNvSpPr>
            <a:spLocks noGrp="1" noChangeArrowheads="1"/>
          </p:cNvSpPr>
          <p:nvPr>
            <p:ph type="title"/>
          </p:nvPr>
        </p:nvSpPr>
        <p:spPr bwMode="auto">
          <a:xfrm>
            <a:off x="977900" y="630238"/>
            <a:ext cx="71866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r>
              <a:rPr lang="en-GB" altLang="en-VN"/>
              <a:t>Headline</a:t>
            </a:r>
          </a:p>
        </p:txBody>
      </p:sp>
      <p:grpSp>
        <p:nvGrpSpPr>
          <p:cNvPr id="1034" name="Gruppieren 6">
            <a:extLst>
              <a:ext uri="{FF2B5EF4-FFF2-40B4-BE49-F238E27FC236}">
                <a16:creationId xmlns:a16="http://schemas.microsoft.com/office/drawing/2014/main" id="{48668AD0-2531-0905-7015-BAA30A31E44B}"/>
              </a:ext>
            </a:extLst>
          </p:cNvPr>
          <p:cNvGrpSpPr>
            <a:grpSpLocks/>
          </p:cNvGrpSpPr>
          <p:nvPr/>
        </p:nvGrpSpPr>
        <p:grpSpPr bwMode="auto">
          <a:xfrm>
            <a:off x="7767638" y="106363"/>
            <a:ext cx="1193800" cy="222250"/>
            <a:chOff x="8174038" y="147638"/>
            <a:chExt cx="787400" cy="146050"/>
          </a:xfrm>
        </p:grpSpPr>
        <p:sp>
          <p:nvSpPr>
            <p:cNvPr id="1083" name="AutoShape 89">
              <a:extLst>
                <a:ext uri="{FF2B5EF4-FFF2-40B4-BE49-F238E27FC236}">
                  <a16:creationId xmlns:a16="http://schemas.microsoft.com/office/drawing/2014/main" id="{5A57014C-B0B2-5F30-E4F3-9CB311FBA426}"/>
                </a:ext>
              </a:extLst>
            </p:cNvPr>
            <p:cNvSpPr>
              <a:spLocks noChangeAspect="1" noChangeArrowheads="1" noTextEdit="1"/>
            </p:cNvSpPr>
            <p:nvPr userDrawn="1"/>
          </p:nvSpPr>
          <p:spPr bwMode="auto">
            <a:xfrm>
              <a:off x="8174038" y="147638"/>
              <a:ext cx="787400"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VN"/>
            </a:p>
          </p:txBody>
        </p:sp>
        <p:sp>
          <p:nvSpPr>
            <p:cNvPr id="3132" name="Rectangle 91">
              <a:extLst>
                <a:ext uri="{FF2B5EF4-FFF2-40B4-BE49-F238E27FC236}">
                  <a16:creationId xmlns:a16="http://schemas.microsoft.com/office/drawing/2014/main" id="{0F3648CB-3C08-CEAC-F15C-BEC34D03F24D}"/>
                </a:ext>
              </a:extLst>
            </p:cNvPr>
            <p:cNvSpPr>
              <a:spLocks noChangeArrowheads="1"/>
            </p:cNvSpPr>
            <p:nvPr userDrawn="1"/>
          </p:nvSpPr>
          <p:spPr bwMode="auto">
            <a:xfrm>
              <a:off x="8174038" y="147638"/>
              <a:ext cx="787400" cy="146050"/>
            </a:xfrm>
            <a:prstGeom prst="rect">
              <a:avLst/>
            </a:prstGeom>
            <a:solidFill>
              <a:schemeClr val="accent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3133" name="Rectangle 92">
              <a:extLst>
                <a:ext uri="{FF2B5EF4-FFF2-40B4-BE49-F238E27FC236}">
                  <a16:creationId xmlns:a16="http://schemas.microsoft.com/office/drawing/2014/main" id="{853D3684-2972-D4C6-FDEF-8BA18E6DD3F4}"/>
                </a:ext>
              </a:extLst>
            </p:cNvPr>
            <p:cNvSpPr>
              <a:spLocks noChangeArrowheads="1"/>
            </p:cNvSpPr>
            <p:nvPr userDrawn="1"/>
          </p:nvSpPr>
          <p:spPr bwMode="auto">
            <a:xfrm>
              <a:off x="8854636" y="187280"/>
              <a:ext cx="69107" cy="66766"/>
            </a:xfrm>
            <a:prstGeom prst="rect">
              <a:avLst/>
            </a:prstGeom>
            <a:solidFill>
              <a:schemeClr val="bg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p>
          </p:txBody>
        </p:sp>
        <p:sp>
          <p:nvSpPr>
            <p:cNvPr id="1086" name="Freeform 93">
              <a:extLst>
                <a:ext uri="{FF2B5EF4-FFF2-40B4-BE49-F238E27FC236}">
                  <a16:creationId xmlns:a16="http://schemas.microsoft.com/office/drawing/2014/main" id="{90468ED3-FBAC-0157-1A01-DC920A67F987}"/>
                </a:ext>
              </a:extLst>
            </p:cNvPr>
            <p:cNvSpPr>
              <a:spLocks/>
            </p:cNvSpPr>
            <p:nvPr userDrawn="1"/>
          </p:nvSpPr>
          <p:spPr bwMode="auto">
            <a:xfrm>
              <a:off x="8621713" y="185738"/>
              <a:ext cx="65088" cy="69850"/>
            </a:xfrm>
            <a:custGeom>
              <a:avLst/>
              <a:gdLst>
                <a:gd name="T0" fmla="*/ 2147483646 w 40"/>
                <a:gd name="T1" fmla="*/ 2147483646 h 44"/>
                <a:gd name="T2" fmla="*/ 2147483646 w 40"/>
                <a:gd name="T3" fmla="*/ 2147483646 h 44"/>
                <a:gd name="T4" fmla="*/ 2147483646 w 40"/>
                <a:gd name="T5" fmla="*/ 2147483646 h 44"/>
                <a:gd name="T6" fmla="*/ 2147483646 w 40"/>
                <a:gd name="T7" fmla="*/ 2147483646 h 44"/>
                <a:gd name="T8" fmla="*/ 2147483646 w 40"/>
                <a:gd name="T9" fmla="*/ 2147483646 h 44"/>
                <a:gd name="T10" fmla="*/ 2147483646 w 40"/>
                <a:gd name="T11" fmla="*/ 2147483646 h 44"/>
                <a:gd name="T12" fmla="*/ 2147483646 w 40"/>
                <a:gd name="T13" fmla="*/ 2147483646 h 44"/>
                <a:gd name="T14" fmla="*/ 2147483646 w 40"/>
                <a:gd name="T15" fmla="*/ 2147483646 h 44"/>
                <a:gd name="T16" fmla="*/ 2147483646 w 40"/>
                <a:gd name="T17" fmla="*/ 2147483646 h 44"/>
                <a:gd name="T18" fmla="*/ 2147483646 w 40"/>
                <a:gd name="T19" fmla="*/ 2147483646 h 44"/>
                <a:gd name="T20" fmla="*/ 2147483646 w 40"/>
                <a:gd name="T21" fmla="*/ 2147483646 h 44"/>
                <a:gd name="T22" fmla="*/ 2147483646 w 40"/>
                <a:gd name="T23" fmla="*/ 0 h 44"/>
                <a:gd name="T24" fmla="*/ 0 w 40"/>
                <a:gd name="T25" fmla="*/ 2147483646 h 44"/>
                <a:gd name="T26" fmla="*/ 2147483646 w 40"/>
                <a:gd name="T27" fmla="*/ 2147483646 h 44"/>
                <a:gd name="T28" fmla="*/ 2147483646 w 40"/>
                <a:gd name="T29" fmla="*/ 2147483646 h 44"/>
                <a:gd name="T30" fmla="*/ 2147483646 w 40"/>
                <a:gd name="T31" fmla="*/ 2147483646 h 44"/>
                <a:gd name="T32" fmla="*/ 2147483646 w 40"/>
                <a:gd name="T33" fmla="*/ 2147483646 h 44"/>
                <a:gd name="T34" fmla="*/ 2147483646 w 40"/>
                <a:gd name="T35" fmla="*/ 2147483646 h 4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0" h="44">
                  <a:moveTo>
                    <a:pt x="21" y="18"/>
                  </a:moveTo>
                  <a:cubicBezTo>
                    <a:pt x="21" y="26"/>
                    <a:pt x="21" y="26"/>
                    <a:pt x="21" y="26"/>
                  </a:cubicBezTo>
                  <a:cubicBezTo>
                    <a:pt x="31" y="26"/>
                    <a:pt x="31" y="26"/>
                    <a:pt x="31" y="26"/>
                  </a:cubicBezTo>
                  <a:cubicBezTo>
                    <a:pt x="31" y="33"/>
                    <a:pt x="31" y="33"/>
                    <a:pt x="31" y="33"/>
                  </a:cubicBezTo>
                  <a:cubicBezTo>
                    <a:pt x="29" y="35"/>
                    <a:pt x="26" y="36"/>
                    <a:pt x="22" y="36"/>
                  </a:cubicBezTo>
                  <a:cubicBezTo>
                    <a:pt x="14" y="36"/>
                    <a:pt x="8" y="31"/>
                    <a:pt x="8" y="22"/>
                  </a:cubicBezTo>
                  <a:cubicBezTo>
                    <a:pt x="8" y="13"/>
                    <a:pt x="14" y="8"/>
                    <a:pt x="22" y="8"/>
                  </a:cubicBezTo>
                  <a:cubicBezTo>
                    <a:pt x="26" y="8"/>
                    <a:pt x="30" y="9"/>
                    <a:pt x="33" y="12"/>
                  </a:cubicBezTo>
                  <a:cubicBezTo>
                    <a:pt x="33" y="12"/>
                    <a:pt x="33" y="12"/>
                    <a:pt x="33" y="12"/>
                  </a:cubicBezTo>
                  <a:cubicBezTo>
                    <a:pt x="39" y="7"/>
                    <a:pt x="39" y="7"/>
                    <a:pt x="39" y="7"/>
                  </a:cubicBezTo>
                  <a:cubicBezTo>
                    <a:pt x="38" y="7"/>
                    <a:pt x="38" y="7"/>
                    <a:pt x="38" y="7"/>
                  </a:cubicBezTo>
                  <a:cubicBezTo>
                    <a:pt x="34" y="3"/>
                    <a:pt x="29" y="0"/>
                    <a:pt x="22" y="0"/>
                  </a:cubicBezTo>
                  <a:cubicBezTo>
                    <a:pt x="9" y="0"/>
                    <a:pt x="0" y="9"/>
                    <a:pt x="0" y="22"/>
                  </a:cubicBezTo>
                  <a:cubicBezTo>
                    <a:pt x="0" y="35"/>
                    <a:pt x="9" y="44"/>
                    <a:pt x="22" y="44"/>
                  </a:cubicBezTo>
                  <a:cubicBezTo>
                    <a:pt x="29" y="44"/>
                    <a:pt x="36" y="41"/>
                    <a:pt x="40" y="36"/>
                  </a:cubicBezTo>
                  <a:cubicBezTo>
                    <a:pt x="40" y="35"/>
                    <a:pt x="40" y="35"/>
                    <a:pt x="40" y="35"/>
                  </a:cubicBezTo>
                  <a:cubicBezTo>
                    <a:pt x="40" y="18"/>
                    <a:pt x="40" y="18"/>
                    <a:pt x="40" y="18"/>
                  </a:cubicBezTo>
                  <a:lnTo>
                    <a:pt x="21" y="1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087" name="Freeform 94">
              <a:extLst>
                <a:ext uri="{FF2B5EF4-FFF2-40B4-BE49-F238E27FC236}">
                  <a16:creationId xmlns:a16="http://schemas.microsoft.com/office/drawing/2014/main" id="{DB2C1538-23EC-212B-845D-4990D4EA0D33}"/>
                </a:ext>
              </a:extLst>
            </p:cNvPr>
            <p:cNvSpPr>
              <a:spLocks/>
            </p:cNvSpPr>
            <p:nvPr userDrawn="1"/>
          </p:nvSpPr>
          <p:spPr bwMode="auto">
            <a:xfrm>
              <a:off x="8702676" y="187326"/>
              <a:ext cx="50800" cy="66675"/>
            </a:xfrm>
            <a:custGeom>
              <a:avLst/>
              <a:gdLst>
                <a:gd name="T0" fmla="*/ 2147483646 w 32"/>
                <a:gd name="T1" fmla="*/ 2147483646 h 42"/>
                <a:gd name="T2" fmla="*/ 2147483646 w 32"/>
                <a:gd name="T3" fmla="*/ 0 h 42"/>
                <a:gd name="T4" fmla="*/ 0 w 32"/>
                <a:gd name="T5" fmla="*/ 0 h 42"/>
                <a:gd name="T6" fmla="*/ 0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2147483646 h 42"/>
                <a:gd name="T16" fmla="*/ 2147483646 w 32"/>
                <a:gd name="T17" fmla="*/ 2147483646 h 42"/>
                <a:gd name="T18" fmla="*/ 2147483646 w 32"/>
                <a:gd name="T19" fmla="*/ 2147483646 h 42"/>
                <a:gd name="T20" fmla="*/ 2147483646 w 32"/>
                <a:gd name="T21" fmla="*/ 2147483646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2" h="42">
                  <a:moveTo>
                    <a:pt x="32" y="8"/>
                  </a:moveTo>
                  <a:lnTo>
                    <a:pt x="32" y="0"/>
                  </a:lnTo>
                  <a:lnTo>
                    <a:pt x="0" y="0"/>
                  </a:lnTo>
                  <a:lnTo>
                    <a:pt x="0" y="42"/>
                  </a:lnTo>
                  <a:lnTo>
                    <a:pt x="9" y="42"/>
                  </a:lnTo>
                  <a:lnTo>
                    <a:pt x="9" y="25"/>
                  </a:lnTo>
                  <a:lnTo>
                    <a:pt x="31" y="25"/>
                  </a:lnTo>
                  <a:lnTo>
                    <a:pt x="31" y="18"/>
                  </a:lnTo>
                  <a:lnTo>
                    <a:pt x="9" y="18"/>
                  </a:lnTo>
                  <a:lnTo>
                    <a:pt x="9" y="8"/>
                  </a:lnTo>
                  <a:lnTo>
                    <a:pt x="32" y="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sp>
          <p:nvSpPr>
            <p:cNvPr id="1088" name="Freeform 95">
              <a:extLst>
                <a:ext uri="{FF2B5EF4-FFF2-40B4-BE49-F238E27FC236}">
                  <a16:creationId xmlns:a16="http://schemas.microsoft.com/office/drawing/2014/main" id="{6DC055DB-DF37-58B4-2950-CC376C678DD9}"/>
                </a:ext>
              </a:extLst>
            </p:cNvPr>
            <p:cNvSpPr>
              <a:spLocks/>
            </p:cNvSpPr>
            <p:nvPr userDrawn="1"/>
          </p:nvSpPr>
          <p:spPr bwMode="auto">
            <a:xfrm>
              <a:off x="8761413" y="187326"/>
              <a:ext cx="50800" cy="66675"/>
            </a:xfrm>
            <a:custGeom>
              <a:avLst/>
              <a:gdLst>
                <a:gd name="T0" fmla="*/ 0 w 32"/>
                <a:gd name="T1" fmla="*/ 0 h 42"/>
                <a:gd name="T2" fmla="*/ 0 w 32"/>
                <a:gd name="T3" fmla="*/ 2147483646 h 42"/>
                <a:gd name="T4" fmla="*/ 2147483646 w 32"/>
                <a:gd name="T5" fmla="*/ 2147483646 h 42"/>
                <a:gd name="T6" fmla="*/ 2147483646 w 32"/>
                <a:gd name="T7" fmla="*/ 2147483646 h 42"/>
                <a:gd name="T8" fmla="*/ 2147483646 w 32"/>
                <a:gd name="T9" fmla="*/ 2147483646 h 42"/>
                <a:gd name="T10" fmla="*/ 2147483646 w 32"/>
                <a:gd name="T11" fmla="*/ 2147483646 h 42"/>
                <a:gd name="T12" fmla="*/ 2147483646 w 32"/>
                <a:gd name="T13" fmla="*/ 2147483646 h 42"/>
                <a:gd name="T14" fmla="*/ 2147483646 w 32"/>
                <a:gd name="T15" fmla="*/ 0 h 42"/>
                <a:gd name="T16" fmla="*/ 0 w 32"/>
                <a:gd name="T17" fmla="*/ 0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 h="42">
                  <a:moveTo>
                    <a:pt x="0" y="0"/>
                  </a:moveTo>
                  <a:lnTo>
                    <a:pt x="0" y="8"/>
                  </a:lnTo>
                  <a:lnTo>
                    <a:pt x="11" y="8"/>
                  </a:lnTo>
                  <a:lnTo>
                    <a:pt x="11" y="42"/>
                  </a:lnTo>
                  <a:lnTo>
                    <a:pt x="20" y="42"/>
                  </a:lnTo>
                  <a:lnTo>
                    <a:pt x="20" y="8"/>
                  </a:lnTo>
                  <a:lnTo>
                    <a:pt x="32" y="8"/>
                  </a:lnTo>
                  <a:lnTo>
                    <a:pt x="32"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VN"/>
            </a:p>
          </p:txBody>
        </p:sp>
      </p:grpSp>
      <p:sp>
        <p:nvSpPr>
          <p:cNvPr id="3083" name="Rectangle 92">
            <a:extLst>
              <a:ext uri="{FF2B5EF4-FFF2-40B4-BE49-F238E27FC236}">
                <a16:creationId xmlns:a16="http://schemas.microsoft.com/office/drawing/2014/main" id="{5C777334-7A37-099C-46A9-C7A35ABB4E89}"/>
              </a:ext>
            </a:extLst>
          </p:cNvPr>
          <p:cNvSpPr>
            <a:spLocks noChangeArrowheads="1"/>
          </p:cNvSpPr>
          <p:nvPr/>
        </p:nvSpPr>
        <p:spPr bwMode="auto">
          <a:xfrm>
            <a:off x="8169275" y="5016500"/>
            <a:ext cx="68263" cy="66675"/>
          </a:xfrm>
          <a:prstGeom prst="rect">
            <a:avLst/>
          </a:prstGeom>
          <a:solidFill>
            <a:schemeClr val="accent1"/>
          </a:solid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GB" altLang="en-VN">
              <a:solidFill>
                <a:srgbClr val="000000"/>
              </a:solidFill>
            </a:endParaRPr>
          </a:p>
        </p:txBody>
      </p:sp>
      <p:sp>
        <p:nvSpPr>
          <p:cNvPr id="1036" name="Textplatzhalter 66">
            <a:extLst>
              <a:ext uri="{FF2B5EF4-FFF2-40B4-BE49-F238E27FC236}">
                <a16:creationId xmlns:a16="http://schemas.microsoft.com/office/drawing/2014/main" id="{9773B63D-0CB7-CEA8-16AB-24CAD0DE1571}"/>
              </a:ext>
            </a:extLst>
          </p:cNvPr>
          <p:cNvSpPr>
            <a:spLocks noGrp="1" noChangeArrowheads="1"/>
          </p:cNvSpPr>
          <p:nvPr>
            <p:ph type="body" idx="1"/>
          </p:nvPr>
        </p:nvSpPr>
        <p:spPr bwMode="auto">
          <a:xfrm>
            <a:off x="977900" y="1263650"/>
            <a:ext cx="7186613" cy="1166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r>
              <a:rPr lang="en-GB" altLang="en-VN"/>
              <a:t>First level</a:t>
            </a:r>
          </a:p>
          <a:p>
            <a:pPr lvl="1"/>
            <a:r>
              <a:rPr lang="en-GB" altLang="en-VN"/>
              <a:t>Second level</a:t>
            </a:r>
          </a:p>
          <a:p>
            <a:pPr lvl="2"/>
            <a:r>
              <a:rPr lang="en-GB" altLang="en-VN"/>
              <a:t>Third level</a:t>
            </a:r>
          </a:p>
          <a:p>
            <a:pPr lvl="3"/>
            <a:r>
              <a:rPr lang="en-GB" altLang="en-VN"/>
              <a:t>Fourth level</a:t>
            </a:r>
          </a:p>
          <a:p>
            <a:pPr lvl="4"/>
            <a:r>
              <a:rPr lang="en-GB" altLang="en-VN"/>
              <a:t>Fifth level</a:t>
            </a:r>
          </a:p>
        </p:txBody>
      </p:sp>
      <p:sp>
        <p:nvSpPr>
          <p:cNvPr id="58" name="Textfeld 63">
            <a:extLst>
              <a:ext uri="{FF2B5EF4-FFF2-40B4-BE49-F238E27FC236}">
                <a16:creationId xmlns:a16="http://schemas.microsoft.com/office/drawing/2014/main" id="{6BC82039-42CA-8EED-FBB3-A73AE118C0BB}"/>
              </a:ext>
            </a:extLst>
          </p:cNvPr>
          <p:cNvSpPr txBox="1">
            <a:spLocks/>
          </p:cNvSpPr>
          <p:nvPr/>
        </p:nvSpPr>
        <p:spPr>
          <a:xfrm>
            <a:off x="982663" y="92075"/>
            <a:ext cx="798512" cy="249238"/>
          </a:xfrm>
          <a:prstGeom prst="rect">
            <a:avLst/>
          </a:prstGeom>
          <a:noFill/>
        </p:spPr>
        <p:txBody>
          <a:bodyPr lIns="0" tIns="0" rIns="0" bIns="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90000"/>
              </a:lnSpc>
              <a:spcBef>
                <a:spcPts val="0"/>
              </a:spcBef>
              <a:spcAft>
                <a:spcPts val="0"/>
              </a:spcAft>
              <a:defRPr/>
            </a:pPr>
            <a:r>
              <a:rPr lang="en-GB" sz="600" b="1" dirty="0">
                <a:solidFill>
                  <a:schemeClr val="accent1"/>
                </a:solidFill>
              </a:rPr>
              <a:t>Shaping the </a:t>
            </a:r>
            <a:br>
              <a:rPr lang="en-GB" sz="600" b="1" dirty="0">
                <a:solidFill>
                  <a:schemeClr val="accent1"/>
                </a:solidFill>
              </a:rPr>
            </a:br>
            <a:r>
              <a:rPr lang="en-GB" sz="600" b="1" dirty="0">
                <a:solidFill>
                  <a:schemeClr val="accent1"/>
                </a:solidFill>
              </a:rPr>
              <a:t>future of digital </a:t>
            </a:r>
            <a:br>
              <a:rPr lang="en-GB" sz="600" b="1" dirty="0">
                <a:solidFill>
                  <a:schemeClr val="accent1"/>
                </a:solidFill>
              </a:rPr>
            </a:br>
            <a:r>
              <a:rPr lang="en-GB" sz="600" b="1" dirty="0">
                <a:solidFill>
                  <a:schemeClr val="accent1"/>
                </a:solidFill>
              </a:rPr>
              <a:t>business</a:t>
            </a:r>
          </a:p>
        </p:txBody>
      </p:sp>
      <p:sp>
        <p:nvSpPr>
          <p:cNvPr id="64" name="Textfeld 63">
            <a:extLst>
              <a:ext uri="{FF2B5EF4-FFF2-40B4-BE49-F238E27FC236}">
                <a16:creationId xmlns:a16="http://schemas.microsoft.com/office/drawing/2014/main" id="{1A9C8FAE-667C-D688-9C70-609A4FB1772E}"/>
              </a:ext>
            </a:extLst>
          </p:cNvPr>
          <p:cNvSpPr txBox="1">
            <a:spLocks/>
          </p:cNvSpPr>
          <p:nvPr/>
        </p:nvSpPr>
        <p:spPr>
          <a:xfrm>
            <a:off x="1781175" y="92075"/>
            <a:ext cx="720725" cy="249238"/>
          </a:xfrm>
          <a:prstGeom prst="rect">
            <a:avLst/>
          </a:prstGeom>
        </p:spPr>
        <p:txBody>
          <a:bodyPr lIns="0" tIns="0" rIns="0" bIns="0"/>
          <a:lstStyle>
            <a:defPPr>
              <a:defRPr lang="de-DE"/>
            </a:defPPr>
            <a:lvl1pPr>
              <a:lnSpc>
                <a:spcPct val="90000"/>
              </a:lnSpc>
              <a:defRPr sz="600" b="1">
                <a:solidFill>
                  <a:schemeClr val="accent1"/>
                </a:solidFill>
              </a:defRPr>
            </a:lvl1pPr>
          </a:lstStyle>
          <a:p>
            <a:pPr eaLnBrk="1" fontAlgn="auto" hangingPunct="1">
              <a:spcBef>
                <a:spcPts val="0"/>
              </a:spcBef>
              <a:spcAft>
                <a:spcPts val="0"/>
              </a:spcAft>
              <a:defRPr/>
            </a:pPr>
            <a:r>
              <a:rPr lang="en-GB" dirty="0">
                <a:latin typeface="+mn-lt"/>
              </a:rPr>
              <a:t> </a:t>
            </a:r>
          </a:p>
        </p:txBody>
      </p:sp>
      <p:grpSp>
        <p:nvGrpSpPr>
          <p:cNvPr id="1039" name="Gruppieren 8">
            <a:extLst>
              <a:ext uri="{FF2B5EF4-FFF2-40B4-BE49-F238E27FC236}">
                <a16:creationId xmlns:a16="http://schemas.microsoft.com/office/drawing/2014/main" id="{99A785CE-838C-A0D8-1179-C8316341B1EB}"/>
              </a:ext>
            </a:extLst>
          </p:cNvPr>
          <p:cNvGrpSpPr>
            <a:grpSpLocks/>
          </p:cNvGrpSpPr>
          <p:nvPr userDrawn="1"/>
        </p:nvGrpSpPr>
        <p:grpSpPr bwMode="auto">
          <a:xfrm>
            <a:off x="-274638" y="-292100"/>
            <a:ext cx="9701213" cy="5749925"/>
            <a:chOff x="-275113" y="-292561"/>
            <a:chExt cx="9702165" cy="5750386"/>
          </a:xfrm>
        </p:grpSpPr>
        <p:grpSp>
          <p:nvGrpSpPr>
            <p:cNvPr id="1043" name="Gruppieren 110">
              <a:extLst>
                <a:ext uri="{FF2B5EF4-FFF2-40B4-BE49-F238E27FC236}">
                  <a16:creationId xmlns:a16="http://schemas.microsoft.com/office/drawing/2014/main" id="{DA19EC91-B5E0-535D-5120-ECB046165F04}"/>
                </a:ext>
              </a:extLst>
            </p:cNvPr>
            <p:cNvGrpSpPr>
              <a:grpSpLocks/>
            </p:cNvGrpSpPr>
            <p:nvPr userDrawn="1"/>
          </p:nvGrpSpPr>
          <p:grpSpPr bwMode="auto">
            <a:xfrm>
              <a:off x="186532" y="5290185"/>
              <a:ext cx="8772525" cy="167640"/>
              <a:chOff x="186532" y="-281940"/>
              <a:chExt cx="8772525" cy="708660"/>
            </a:xfrm>
          </p:grpSpPr>
          <p:cxnSp>
            <p:nvCxnSpPr>
              <p:cNvPr id="132" name="Gerade Verbindung 45">
                <a:extLst>
                  <a:ext uri="{FF2B5EF4-FFF2-40B4-BE49-F238E27FC236}">
                    <a16:creationId xmlns:a16="http://schemas.microsoft.com/office/drawing/2014/main" id="{4E316020-087F-A32F-600D-986C08BB556F}"/>
                  </a:ext>
                </a:extLst>
              </p:cNvPr>
              <p:cNvCxnSpPr/>
              <p:nvPr userDrawn="1"/>
            </p:nvCxnSpPr>
            <p:spPr bwMode="gray">
              <a:xfrm>
                <a:off x="979136"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3" name="Gerade Verbindung 46">
                <a:extLst>
                  <a:ext uri="{FF2B5EF4-FFF2-40B4-BE49-F238E27FC236}">
                    <a16:creationId xmlns:a16="http://schemas.microsoft.com/office/drawing/2014/main" id="{13A22850-D226-4797-E5E0-850BD93F3B60}"/>
                  </a:ext>
                </a:extLst>
              </p:cNvPr>
              <p:cNvCxnSpPr/>
              <p:nvPr userDrawn="1"/>
            </p:nvCxnSpPr>
            <p:spPr bwMode="gray">
              <a:xfrm>
                <a:off x="1777726"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4" name="Gerade Verbindung 47">
                <a:extLst>
                  <a:ext uri="{FF2B5EF4-FFF2-40B4-BE49-F238E27FC236}">
                    <a16:creationId xmlns:a16="http://schemas.microsoft.com/office/drawing/2014/main" id="{F11BB0F8-B5C4-7741-09E3-82BAAA433420}"/>
                  </a:ext>
                </a:extLst>
              </p:cNvPr>
              <p:cNvCxnSpPr/>
              <p:nvPr userDrawn="1"/>
            </p:nvCxnSpPr>
            <p:spPr bwMode="gray">
              <a:xfrm>
                <a:off x="2576318"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5" name="Gerade Verbindung 48">
                <a:extLst>
                  <a:ext uri="{FF2B5EF4-FFF2-40B4-BE49-F238E27FC236}">
                    <a16:creationId xmlns:a16="http://schemas.microsoft.com/office/drawing/2014/main" id="{F57A1695-F01D-939B-2574-7E682A267AE9}"/>
                  </a:ext>
                </a:extLst>
              </p:cNvPr>
              <p:cNvCxnSpPr/>
              <p:nvPr userDrawn="1"/>
            </p:nvCxnSpPr>
            <p:spPr bwMode="gray">
              <a:xfrm>
                <a:off x="3374908"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6" name="Gerade Verbindung 49">
                <a:extLst>
                  <a:ext uri="{FF2B5EF4-FFF2-40B4-BE49-F238E27FC236}">
                    <a16:creationId xmlns:a16="http://schemas.microsoft.com/office/drawing/2014/main" id="{53924EAD-AE2D-BF02-5BC2-38F2A267F81E}"/>
                  </a:ext>
                </a:extLst>
              </p:cNvPr>
              <p:cNvCxnSpPr/>
              <p:nvPr userDrawn="1"/>
            </p:nvCxnSpPr>
            <p:spPr bwMode="gray">
              <a:xfrm>
                <a:off x="4173499"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7" name="Gerade Verbindung 50">
                <a:extLst>
                  <a:ext uri="{FF2B5EF4-FFF2-40B4-BE49-F238E27FC236}">
                    <a16:creationId xmlns:a16="http://schemas.microsoft.com/office/drawing/2014/main" id="{26648C71-ACA4-D51C-D4BC-A15B868CCF1F}"/>
                  </a:ext>
                </a:extLst>
              </p:cNvPr>
              <p:cNvCxnSpPr/>
              <p:nvPr userDrawn="1"/>
            </p:nvCxnSpPr>
            <p:spPr bwMode="gray">
              <a:xfrm>
                <a:off x="4972090"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8" name="Gerade Verbindung 51">
                <a:extLst>
                  <a:ext uri="{FF2B5EF4-FFF2-40B4-BE49-F238E27FC236}">
                    <a16:creationId xmlns:a16="http://schemas.microsoft.com/office/drawing/2014/main" id="{98288D96-4A89-E1E2-815C-8E9B61322E7C}"/>
                  </a:ext>
                </a:extLst>
              </p:cNvPr>
              <p:cNvCxnSpPr/>
              <p:nvPr userDrawn="1"/>
            </p:nvCxnSpPr>
            <p:spPr bwMode="gray">
              <a:xfrm>
                <a:off x="5770681"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9" name="Gerade Verbindung 52">
                <a:extLst>
                  <a:ext uri="{FF2B5EF4-FFF2-40B4-BE49-F238E27FC236}">
                    <a16:creationId xmlns:a16="http://schemas.microsoft.com/office/drawing/2014/main" id="{597131D5-BCD8-3BE0-E528-FB9358EB68B6}"/>
                  </a:ext>
                </a:extLst>
              </p:cNvPr>
              <p:cNvCxnSpPr/>
              <p:nvPr userDrawn="1"/>
            </p:nvCxnSpPr>
            <p:spPr bwMode="gray">
              <a:xfrm>
                <a:off x="6569271"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0" name="Gerade Verbindung 53">
                <a:extLst>
                  <a:ext uri="{FF2B5EF4-FFF2-40B4-BE49-F238E27FC236}">
                    <a16:creationId xmlns:a16="http://schemas.microsoft.com/office/drawing/2014/main" id="{174A02FC-DD13-C83A-CC24-6631D519BDC4}"/>
                  </a:ext>
                </a:extLst>
              </p:cNvPr>
              <p:cNvCxnSpPr/>
              <p:nvPr userDrawn="1"/>
            </p:nvCxnSpPr>
            <p:spPr bwMode="gray">
              <a:xfrm>
                <a:off x="7367863"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1" name="Gerade Verbindung 54">
                <a:extLst>
                  <a:ext uri="{FF2B5EF4-FFF2-40B4-BE49-F238E27FC236}">
                    <a16:creationId xmlns:a16="http://schemas.microsoft.com/office/drawing/2014/main" id="{E67C8C5F-305B-E089-6547-740231610B8D}"/>
                  </a:ext>
                </a:extLst>
              </p:cNvPr>
              <p:cNvCxnSpPr/>
              <p:nvPr userDrawn="1"/>
            </p:nvCxnSpPr>
            <p:spPr bwMode="gray">
              <a:xfrm>
                <a:off x="8166453"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2" name="Gerade Verbindung 55">
                <a:extLst>
                  <a:ext uri="{FF2B5EF4-FFF2-40B4-BE49-F238E27FC236}">
                    <a16:creationId xmlns:a16="http://schemas.microsoft.com/office/drawing/2014/main" id="{9A40A0DF-4B4F-860A-F309-293D8661ECFA}"/>
                  </a:ext>
                </a:extLst>
              </p:cNvPr>
              <p:cNvCxnSpPr/>
              <p:nvPr userDrawn="1"/>
            </p:nvCxnSpPr>
            <p:spPr bwMode="gray">
              <a:xfrm>
                <a:off x="186895"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3" name="Gerade Verbindung 56">
                <a:extLst>
                  <a:ext uri="{FF2B5EF4-FFF2-40B4-BE49-F238E27FC236}">
                    <a16:creationId xmlns:a16="http://schemas.microsoft.com/office/drawing/2014/main" id="{5AF1D10B-05A5-272D-D27A-68F5AE848466}"/>
                  </a:ext>
                </a:extLst>
              </p:cNvPr>
              <p:cNvCxnSpPr/>
              <p:nvPr userDrawn="1"/>
            </p:nvCxnSpPr>
            <p:spPr bwMode="gray">
              <a:xfrm>
                <a:off x="8958694" y="-284679"/>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118" name="Gerade Verbindung 31">
              <a:extLst>
                <a:ext uri="{FF2B5EF4-FFF2-40B4-BE49-F238E27FC236}">
                  <a16:creationId xmlns:a16="http://schemas.microsoft.com/office/drawing/2014/main" id="{F6E6F5F0-EA92-AAA0-3AE9-A01EEF13A1FB}"/>
                </a:ext>
              </a:extLst>
            </p:cNvPr>
            <p:cNvCxnSpPr/>
            <p:nvPr userDrawn="1"/>
          </p:nvCxnSpPr>
          <p:spPr bwMode="gray">
            <a:xfrm rot="16200000">
              <a:off x="-190967" y="355189"/>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9" name="Gerade Verbindung 32">
              <a:extLst>
                <a:ext uri="{FF2B5EF4-FFF2-40B4-BE49-F238E27FC236}">
                  <a16:creationId xmlns:a16="http://schemas.microsoft.com/office/drawing/2014/main" id="{AC37691A-ED6A-3CDB-7CA7-62F2EB008EC1}"/>
                </a:ext>
              </a:extLst>
            </p:cNvPr>
            <p:cNvCxnSpPr/>
            <p:nvPr userDrawn="1"/>
          </p:nvCxnSpPr>
          <p:spPr bwMode="gray">
            <a:xfrm rot="16200000">
              <a:off x="-190967" y="545705"/>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0" name="Gerade Verbindung 33">
              <a:extLst>
                <a:ext uri="{FF2B5EF4-FFF2-40B4-BE49-F238E27FC236}">
                  <a16:creationId xmlns:a16="http://schemas.microsoft.com/office/drawing/2014/main" id="{887117B8-DD16-404C-4533-78861538F518}"/>
                </a:ext>
              </a:extLst>
            </p:cNvPr>
            <p:cNvCxnSpPr/>
            <p:nvPr userDrawn="1"/>
          </p:nvCxnSpPr>
          <p:spPr bwMode="gray">
            <a:xfrm rot="16200000">
              <a:off x="-190967" y="4876752"/>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1" name="Gerade Verbindung 34">
              <a:extLst>
                <a:ext uri="{FF2B5EF4-FFF2-40B4-BE49-F238E27FC236}">
                  <a16:creationId xmlns:a16="http://schemas.microsoft.com/office/drawing/2014/main" id="{C70907F1-16DC-12C6-1EFA-8DDC02916BDA}"/>
                </a:ext>
              </a:extLst>
            </p:cNvPr>
            <p:cNvCxnSpPr/>
            <p:nvPr userDrawn="1"/>
          </p:nvCxnSpPr>
          <p:spPr bwMode="gray">
            <a:xfrm rot="16200000">
              <a:off x="-190967" y="4684649"/>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2" name="Gerade Verbindung 35">
              <a:extLst>
                <a:ext uri="{FF2B5EF4-FFF2-40B4-BE49-F238E27FC236}">
                  <a16:creationId xmlns:a16="http://schemas.microsoft.com/office/drawing/2014/main" id="{69862914-8EFF-7F15-7E2F-90769E230EF5}"/>
                </a:ext>
              </a:extLst>
            </p:cNvPr>
            <p:cNvCxnSpPr/>
            <p:nvPr userDrawn="1"/>
          </p:nvCxnSpPr>
          <p:spPr bwMode="gray">
            <a:xfrm rot="16200000">
              <a:off x="9342907" y="352014"/>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3" name="Gerade Verbindung 36">
              <a:extLst>
                <a:ext uri="{FF2B5EF4-FFF2-40B4-BE49-F238E27FC236}">
                  <a16:creationId xmlns:a16="http://schemas.microsoft.com/office/drawing/2014/main" id="{1D29C515-5567-E137-C94B-EAC902A771A7}"/>
                </a:ext>
              </a:extLst>
            </p:cNvPr>
            <p:cNvCxnSpPr/>
            <p:nvPr userDrawn="1"/>
          </p:nvCxnSpPr>
          <p:spPr bwMode="gray">
            <a:xfrm rot="16200000">
              <a:off x="9342907" y="545705"/>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4" name="Gerade Verbindung 37">
              <a:extLst>
                <a:ext uri="{FF2B5EF4-FFF2-40B4-BE49-F238E27FC236}">
                  <a16:creationId xmlns:a16="http://schemas.microsoft.com/office/drawing/2014/main" id="{55936299-1940-8235-06EF-D550936693E0}"/>
                </a:ext>
              </a:extLst>
            </p:cNvPr>
            <p:cNvCxnSpPr/>
            <p:nvPr userDrawn="1"/>
          </p:nvCxnSpPr>
          <p:spPr bwMode="gray">
            <a:xfrm rot="16200000">
              <a:off x="9342907" y="4876752"/>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5" name="Gerade Verbindung 38">
              <a:extLst>
                <a:ext uri="{FF2B5EF4-FFF2-40B4-BE49-F238E27FC236}">
                  <a16:creationId xmlns:a16="http://schemas.microsoft.com/office/drawing/2014/main" id="{36FBB6CE-4834-80B8-D33C-3CC5EE629FC3}"/>
                </a:ext>
              </a:extLst>
            </p:cNvPr>
            <p:cNvCxnSpPr/>
            <p:nvPr userDrawn="1"/>
          </p:nvCxnSpPr>
          <p:spPr bwMode="gray">
            <a:xfrm rot="16200000">
              <a:off x="9342907" y="4684649"/>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6" name="Gerade Verbindung 39">
              <a:extLst>
                <a:ext uri="{FF2B5EF4-FFF2-40B4-BE49-F238E27FC236}">
                  <a16:creationId xmlns:a16="http://schemas.microsoft.com/office/drawing/2014/main" id="{6CA19867-B931-F01B-6C48-992F3CCE1C3A}"/>
                </a:ext>
              </a:extLst>
            </p:cNvPr>
            <p:cNvCxnSpPr/>
            <p:nvPr userDrawn="1"/>
          </p:nvCxnSpPr>
          <p:spPr bwMode="gray">
            <a:xfrm rot="16200000">
              <a:off x="-190967" y="1179167"/>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7" name="Gerade Verbindung 40">
              <a:extLst>
                <a:ext uri="{FF2B5EF4-FFF2-40B4-BE49-F238E27FC236}">
                  <a16:creationId xmlns:a16="http://schemas.microsoft.com/office/drawing/2014/main" id="{EA867F8F-B80F-7C1A-CFCE-AC61F4EE95F4}"/>
                </a:ext>
              </a:extLst>
            </p:cNvPr>
            <p:cNvCxnSpPr/>
            <p:nvPr userDrawn="1"/>
          </p:nvCxnSpPr>
          <p:spPr bwMode="gray">
            <a:xfrm rot="16200000">
              <a:off x="-190967" y="2347661"/>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8" name="Gerade Verbindung 41">
              <a:extLst>
                <a:ext uri="{FF2B5EF4-FFF2-40B4-BE49-F238E27FC236}">
                  <a16:creationId xmlns:a16="http://schemas.microsoft.com/office/drawing/2014/main" id="{37C8C1C3-A964-344F-C154-32B2BE3DB099}"/>
                </a:ext>
              </a:extLst>
            </p:cNvPr>
            <p:cNvCxnSpPr/>
            <p:nvPr userDrawn="1"/>
          </p:nvCxnSpPr>
          <p:spPr bwMode="gray">
            <a:xfrm rot="16200000">
              <a:off x="-190967" y="3516155"/>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9" name="Gerade Verbindung 42">
              <a:extLst>
                <a:ext uri="{FF2B5EF4-FFF2-40B4-BE49-F238E27FC236}">
                  <a16:creationId xmlns:a16="http://schemas.microsoft.com/office/drawing/2014/main" id="{D8723972-4507-DE6D-4659-8C834CA65DA0}"/>
                </a:ext>
              </a:extLst>
            </p:cNvPr>
            <p:cNvCxnSpPr/>
            <p:nvPr userDrawn="1"/>
          </p:nvCxnSpPr>
          <p:spPr bwMode="gray">
            <a:xfrm rot="16200000">
              <a:off x="9342907" y="1179167"/>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0" name="Gerade Verbindung 43">
              <a:extLst>
                <a:ext uri="{FF2B5EF4-FFF2-40B4-BE49-F238E27FC236}">
                  <a16:creationId xmlns:a16="http://schemas.microsoft.com/office/drawing/2014/main" id="{587B37E0-01FF-118D-C61C-3EACC2E6F29F}"/>
                </a:ext>
              </a:extLst>
            </p:cNvPr>
            <p:cNvCxnSpPr/>
            <p:nvPr userDrawn="1"/>
          </p:nvCxnSpPr>
          <p:spPr bwMode="gray">
            <a:xfrm rot="16200000">
              <a:off x="9342907" y="2347661"/>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1" name="Gerade Verbindung 44">
              <a:extLst>
                <a:ext uri="{FF2B5EF4-FFF2-40B4-BE49-F238E27FC236}">
                  <a16:creationId xmlns:a16="http://schemas.microsoft.com/office/drawing/2014/main" id="{059B858A-6D76-D6FB-242C-9FC197278D73}"/>
                </a:ext>
              </a:extLst>
            </p:cNvPr>
            <p:cNvCxnSpPr/>
            <p:nvPr userDrawn="1"/>
          </p:nvCxnSpPr>
          <p:spPr bwMode="gray">
            <a:xfrm rot="16200000">
              <a:off x="9342907" y="3516155"/>
              <a:ext cx="0" cy="168292"/>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1058" name="Gruppieren 143">
              <a:extLst>
                <a:ext uri="{FF2B5EF4-FFF2-40B4-BE49-F238E27FC236}">
                  <a16:creationId xmlns:a16="http://schemas.microsoft.com/office/drawing/2014/main" id="{009092C3-42AB-2D88-72F0-109E31052BC4}"/>
                </a:ext>
              </a:extLst>
            </p:cNvPr>
            <p:cNvGrpSpPr>
              <a:grpSpLocks/>
            </p:cNvGrpSpPr>
            <p:nvPr userDrawn="1"/>
          </p:nvGrpSpPr>
          <p:grpSpPr bwMode="auto">
            <a:xfrm>
              <a:off x="186532" y="-292561"/>
              <a:ext cx="8772525" cy="167640"/>
              <a:chOff x="186532" y="-281940"/>
              <a:chExt cx="8772525" cy="708660"/>
            </a:xfrm>
          </p:grpSpPr>
          <p:cxnSp>
            <p:nvCxnSpPr>
              <p:cNvPr id="145" name="Gerade Verbindung 45">
                <a:extLst>
                  <a:ext uri="{FF2B5EF4-FFF2-40B4-BE49-F238E27FC236}">
                    <a16:creationId xmlns:a16="http://schemas.microsoft.com/office/drawing/2014/main" id="{DDC66B09-0416-6D8B-DF2D-187858E1E59C}"/>
                  </a:ext>
                </a:extLst>
              </p:cNvPr>
              <p:cNvCxnSpPr/>
              <p:nvPr userDrawn="1"/>
            </p:nvCxnSpPr>
            <p:spPr bwMode="gray">
              <a:xfrm>
                <a:off x="979136"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6" name="Gerade Verbindung 46">
                <a:extLst>
                  <a:ext uri="{FF2B5EF4-FFF2-40B4-BE49-F238E27FC236}">
                    <a16:creationId xmlns:a16="http://schemas.microsoft.com/office/drawing/2014/main" id="{1283C72A-51E6-669C-CCB1-9A23EE31ABC8}"/>
                  </a:ext>
                </a:extLst>
              </p:cNvPr>
              <p:cNvCxnSpPr/>
              <p:nvPr userDrawn="1"/>
            </p:nvCxnSpPr>
            <p:spPr bwMode="gray">
              <a:xfrm>
                <a:off x="1777726"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7" name="Gerade Verbindung 47">
                <a:extLst>
                  <a:ext uri="{FF2B5EF4-FFF2-40B4-BE49-F238E27FC236}">
                    <a16:creationId xmlns:a16="http://schemas.microsoft.com/office/drawing/2014/main" id="{D30B7894-0E1E-2F07-7A37-1D8D5CA6A44C}"/>
                  </a:ext>
                </a:extLst>
              </p:cNvPr>
              <p:cNvCxnSpPr/>
              <p:nvPr userDrawn="1"/>
            </p:nvCxnSpPr>
            <p:spPr bwMode="gray">
              <a:xfrm>
                <a:off x="2576318"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8" name="Gerade Verbindung 48">
                <a:extLst>
                  <a:ext uri="{FF2B5EF4-FFF2-40B4-BE49-F238E27FC236}">
                    <a16:creationId xmlns:a16="http://schemas.microsoft.com/office/drawing/2014/main" id="{CF1E28E4-83A8-F8B8-CB10-2CF0109F76DA}"/>
                  </a:ext>
                </a:extLst>
              </p:cNvPr>
              <p:cNvCxnSpPr/>
              <p:nvPr userDrawn="1"/>
            </p:nvCxnSpPr>
            <p:spPr bwMode="gray">
              <a:xfrm>
                <a:off x="3374908"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9" name="Gerade Verbindung 49">
                <a:extLst>
                  <a:ext uri="{FF2B5EF4-FFF2-40B4-BE49-F238E27FC236}">
                    <a16:creationId xmlns:a16="http://schemas.microsoft.com/office/drawing/2014/main" id="{12E8279A-A6F9-59BB-0D47-F296D7F7FF07}"/>
                  </a:ext>
                </a:extLst>
              </p:cNvPr>
              <p:cNvCxnSpPr/>
              <p:nvPr userDrawn="1"/>
            </p:nvCxnSpPr>
            <p:spPr bwMode="gray">
              <a:xfrm>
                <a:off x="4173499"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0" name="Gerade Verbindung 50">
                <a:extLst>
                  <a:ext uri="{FF2B5EF4-FFF2-40B4-BE49-F238E27FC236}">
                    <a16:creationId xmlns:a16="http://schemas.microsoft.com/office/drawing/2014/main" id="{BA518904-55A1-3D44-EB4C-638529C18D92}"/>
                  </a:ext>
                </a:extLst>
              </p:cNvPr>
              <p:cNvCxnSpPr/>
              <p:nvPr userDrawn="1"/>
            </p:nvCxnSpPr>
            <p:spPr bwMode="gray">
              <a:xfrm>
                <a:off x="4972090"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1" name="Gerade Verbindung 51">
                <a:extLst>
                  <a:ext uri="{FF2B5EF4-FFF2-40B4-BE49-F238E27FC236}">
                    <a16:creationId xmlns:a16="http://schemas.microsoft.com/office/drawing/2014/main" id="{ACD96825-2358-16AA-DC70-430FA48E7801}"/>
                  </a:ext>
                </a:extLst>
              </p:cNvPr>
              <p:cNvCxnSpPr/>
              <p:nvPr userDrawn="1"/>
            </p:nvCxnSpPr>
            <p:spPr bwMode="gray">
              <a:xfrm>
                <a:off x="5770681"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2" name="Gerade Verbindung 52">
                <a:extLst>
                  <a:ext uri="{FF2B5EF4-FFF2-40B4-BE49-F238E27FC236}">
                    <a16:creationId xmlns:a16="http://schemas.microsoft.com/office/drawing/2014/main" id="{E36D64BA-2A3A-240F-5285-4B5E9DF86D0B}"/>
                  </a:ext>
                </a:extLst>
              </p:cNvPr>
              <p:cNvCxnSpPr/>
              <p:nvPr userDrawn="1"/>
            </p:nvCxnSpPr>
            <p:spPr bwMode="gray">
              <a:xfrm>
                <a:off x="6569271"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3" name="Gerade Verbindung 53">
                <a:extLst>
                  <a:ext uri="{FF2B5EF4-FFF2-40B4-BE49-F238E27FC236}">
                    <a16:creationId xmlns:a16="http://schemas.microsoft.com/office/drawing/2014/main" id="{4B6DB4F7-A4BC-C4D8-3573-3F243BACC5A6}"/>
                  </a:ext>
                </a:extLst>
              </p:cNvPr>
              <p:cNvCxnSpPr/>
              <p:nvPr userDrawn="1"/>
            </p:nvCxnSpPr>
            <p:spPr bwMode="gray">
              <a:xfrm>
                <a:off x="7367863"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4" name="Gerade Verbindung 54">
                <a:extLst>
                  <a:ext uri="{FF2B5EF4-FFF2-40B4-BE49-F238E27FC236}">
                    <a16:creationId xmlns:a16="http://schemas.microsoft.com/office/drawing/2014/main" id="{D0347061-5A6F-B60B-F938-CEDEF58CC074}"/>
                  </a:ext>
                </a:extLst>
              </p:cNvPr>
              <p:cNvCxnSpPr/>
              <p:nvPr userDrawn="1"/>
            </p:nvCxnSpPr>
            <p:spPr bwMode="gray">
              <a:xfrm>
                <a:off x="8166453"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5" name="Gerade Verbindung 55">
                <a:extLst>
                  <a:ext uri="{FF2B5EF4-FFF2-40B4-BE49-F238E27FC236}">
                    <a16:creationId xmlns:a16="http://schemas.microsoft.com/office/drawing/2014/main" id="{93224249-6617-34A7-41C1-3AFB81DAD3DF}"/>
                  </a:ext>
                </a:extLst>
              </p:cNvPr>
              <p:cNvCxnSpPr/>
              <p:nvPr userDrawn="1"/>
            </p:nvCxnSpPr>
            <p:spPr bwMode="gray">
              <a:xfrm>
                <a:off x="186895"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6" name="Gerade Verbindung 56">
                <a:extLst>
                  <a:ext uri="{FF2B5EF4-FFF2-40B4-BE49-F238E27FC236}">
                    <a16:creationId xmlns:a16="http://schemas.microsoft.com/office/drawing/2014/main" id="{4479E5EE-42C7-CD44-B50A-7369DF913580}"/>
                  </a:ext>
                </a:extLst>
              </p:cNvPr>
              <p:cNvCxnSpPr/>
              <p:nvPr userDrawn="1"/>
            </p:nvCxnSpPr>
            <p:spPr bwMode="gray">
              <a:xfrm>
                <a:off x="8958694" y="-281940"/>
                <a:ext cx="0" cy="711399"/>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grpSp>
      </p:grpSp>
      <p:sp>
        <p:nvSpPr>
          <p:cNvPr id="2" name="Fußzeilenplatzhalter 1">
            <a:extLst>
              <a:ext uri="{FF2B5EF4-FFF2-40B4-BE49-F238E27FC236}">
                <a16:creationId xmlns:a16="http://schemas.microsoft.com/office/drawing/2014/main" id="{BA7F8F4E-32A1-C7BD-CE9C-1260A03D4752}"/>
              </a:ext>
            </a:extLst>
          </p:cNvPr>
          <p:cNvSpPr>
            <a:spLocks noGrp="1"/>
          </p:cNvSpPr>
          <p:nvPr>
            <p:ph type="ftr" sz="quarter" idx="3"/>
          </p:nvPr>
        </p:nvSpPr>
        <p:spPr>
          <a:xfrm>
            <a:off x="2574925" y="85725"/>
            <a:ext cx="720725" cy="249238"/>
          </a:xfrm>
          <a:prstGeom prst="rect">
            <a:avLst/>
          </a:prstGeom>
        </p:spPr>
        <p:txBody>
          <a:bodyPr vert="horz" lIns="0" tIns="0" rIns="0" bIns="0" rtlCol="0" anchor="t" anchorCtr="0"/>
          <a:lstStyle>
            <a:lvl1pPr algn="l" rtl="0" eaLnBrk="1" fontAlgn="auto" hangingPunct="1">
              <a:lnSpc>
                <a:spcPct val="90000"/>
              </a:lnSpc>
              <a:spcBef>
                <a:spcPts val="0"/>
              </a:spcBef>
              <a:spcAft>
                <a:spcPts val="0"/>
              </a:spcAft>
              <a:defRPr sz="600" b="1">
                <a:solidFill>
                  <a:schemeClr val="bg1"/>
                </a:solidFill>
                <a:latin typeface="+mn-lt"/>
              </a:defRPr>
            </a:lvl1pPr>
          </a:lstStyle>
          <a:p>
            <a:pPr>
              <a:defRPr/>
            </a:pPr>
            <a:r>
              <a:rPr lang="en-GB"/>
              <a:t>Type here if </a:t>
            </a:r>
          </a:p>
          <a:p>
            <a:pPr>
              <a:defRPr/>
            </a:pPr>
            <a:r>
              <a:rPr lang="en-GB"/>
              <a:t>add info needed </a:t>
            </a:r>
          </a:p>
          <a:p>
            <a:pPr>
              <a:defRPr/>
            </a:pPr>
            <a:r>
              <a:rPr lang="en-GB"/>
              <a:t>for every slide</a:t>
            </a:r>
          </a:p>
        </p:txBody>
      </p:sp>
      <p:sp>
        <p:nvSpPr>
          <p:cNvPr id="73" name="Fußzeilenplatzhalter 2">
            <a:extLst>
              <a:ext uri="{FF2B5EF4-FFF2-40B4-BE49-F238E27FC236}">
                <a16:creationId xmlns:a16="http://schemas.microsoft.com/office/drawing/2014/main" id="{F3625116-D74A-0B73-0D42-4B25A87FE08D}"/>
              </a:ext>
            </a:extLst>
          </p:cNvPr>
          <p:cNvSpPr txBox="1">
            <a:spLocks/>
          </p:cNvSpPr>
          <p:nvPr userDrawn="1"/>
        </p:nvSpPr>
        <p:spPr>
          <a:xfrm flipH="1">
            <a:off x="1036638" y="5003800"/>
            <a:ext cx="1504950" cy="92075"/>
          </a:xfrm>
          <a:prstGeom prst="rect">
            <a:avLst/>
          </a:prstGeom>
          <a:noFill/>
          <a:ln w="9525">
            <a:noFill/>
            <a:miter lim="800000"/>
            <a:headEnd/>
            <a:tailEnd/>
          </a:ln>
        </p:spPr>
        <p:txBody>
          <a:bodyPr lIns="0" tIns="0" rIns="0" bIns="0" anchor="ctr">
            <a:spAutoFit/>
          </a:bodyPr>
          <a:lstStyle>
            <a:defPPr>
              <a:defRPr lang="de-DE"/>
            </a:defPPr>
            <a:lvl1pPr marL="0" algn="l" defTabSz="914400" rtl="0" eaLnBrk="1" latinLnBrk="0" hangingPunct="1">
              <a:defRPr lang="de-DE" sz="600" b="1" kern="1200" cap="all" baseline="0" dirty="0">
                <a:solidFill>
                  <a:srgbClr val="00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defRPr/>
            </a:pPr>
            <a:r>
              <a:rPr lang="en-GB" cap="none"/>
              <a:t>gft.com</a:t>
            </a:r>
          </a:p>
        </p:txBody>
      </p:sp>
      <p:sp>
        <p:nvSpPr>
          <p:cNvPr id="74" name="Rechteck 50">
            <a:extLst>
              <a:ext uri="{FF2B5EF4-FFF2-40B4-BE49-F238E27FC236}">
                <a16:creationId xmlns:a16="http://schemas.microsoft.com/office/drawing/2014/main" id="{22896FA0-AEC7-5E8E-BB6B-CD7152816C6E}"/>
              </a:ext>
            </a:extLst>
          </p:cNvPr>
          <p:cNvSpPr>
            <a:spLocks noChangeAspect="1"/>
          </p:cNvSpPr>
          <p:nvPr userDrawn="1"/>
        </p:nvSpPr>
        <p:spPr bwMode="gray">
          <a:xfrm rot="2700000">
            <a:off x="976313" y="5037138"/>
            <a:ext cx="31750" cy="31750"/>
          </a:xfrm>
          <a:custGeom>
            <a:avLst/>
            <a:gdLst/>
            <a:ahLst/>
            <a:cxnLst/>
            <a:rect l="l" t="t" r="r" b="b"/>
            <a:pathLst>
              <a:path w="379268" h="379268">
                <a:moveTo>
                  <a:pt x="0" y="0"/>
                </a:moveTo>
                <a:lnTo>
                  <a:pt x="379268" y="0"/>
                </a:lnTo>
                <a:lnTo>
                  <a:pt x="379268" y="379268"/>
                </a:lnTo>
                <a:lnTo>
                  <a:pt x="250681" y="379268"/>
                </a:lnTo>
                <a:lnTo>
                  <a:pt x="250681" y="128587"/>
                </a:lnTo>
                <a:lnTo>
                  <a:pt x="0" y="128587"/>
                </a:lnTo>
                <a:close/>
              </a:path>
            </a:pathLst>
          </a:cu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GB" sz="1200" dirty="0">
              <a:solidFill>
                <a:schemeClr val="tx1"/>
              </a:solidFill>
            </a:endParaRPr>
          </a:p>
        </p:txBody>
      </p:sp>
    </p:spTree>
    <p:custDataLst>
      <p:tags r:id="rId45"/>
    </p:custDataLst>
  </p:cSld>
  <p:clrMap bg1="lt1" tx1="dk1" bg2="lt2" tx2="dk2" accent1="accent1" accent2="accent2" accent3="accent3" accent4="accent4" accent5="accent5" accent6="accent6" hlink="hlink" folHlink="folHlink"/>
  <p:sldLayoutIdLst>
    <p:sldLayoutId id="2147484049" r:id="rId1"/>
    <p:sldLayoutId id="2147484050" r:id="rId2"/>
    <p:sldLayoutId id="2147484051" r:id="rId3"/>
    <p:sldLayoutId id="2147484052" r:id="rId4"/>
    <p:sldLayoutId id="2147484053" r:id="rId5"/>
    <p:sldLayoutId id="2147484054" r:id="rId6"/>
    <p:sldLayoutId id="2147484055" r:id="rId7"/>
    <p:sldLayoutId id="2147484056" r:id="rId8"/>
    <p:sldLayoutId id="2147484057" r:id="rId9"/>
    <p:sldLayoutId id="2147484058" r:id="rId10"/>
    <p:sldLayoutId id="2147484059" r:id="rId11"/>
    <p:sldLayoutId id="2147484060" r:id="rId12"/>
    <p:sldLayoutId id="2147484061" r:id="rId13"/>
    <p:sldLayoutId id="2147484062" r:id="rId14"/>
    <p:sldLayoutId id="2147484063" r:id="rId15"/>
    <p:sldLayoutId id="2147484064" r:id="rId16"/>
    <p:sldLayoutId id="2147484065" r:id="rId17"/>
    <p:sldLayoutId id="2147484066" r:id="rId18"/>
    <p:sldLayoutId id="2147484067" r:id="rId19"/>
    <p:sldLayoutId id="2147484068" r:id="rId20"/>
    <p:sldLayoutId id="2147484069" r:id="rId21"/>
    <p:sldLayoutId id="2147484070" r:id="rId22"/>
    <p:sldLayoutId id="2147484071" r:id="rId23"/>
    <p:sldLayoutId id="2147484072" r:id="rId24"/>
    <p:sldLayoutId id="2147484073" r:id="rId25"/>
    <p:sldLayoutId id="2147484074" r:id="rId26"/>
    <p:sldLayoutId id="2147484075" r:id="rId27"/>
    <p:sldLayoutId id="2147484076" r:id="rId28"/>
    <p:sldLayoutId id="2147484077" r:id="rId29"/>
    <p:sldLayoutId id="2147484078" r:id="rId30"/>
    <p:sldLayoutId id="2147484079" r:id="rId31"/>
    <p:sldLayoutId id="2147484080" r:id="rId32"/>
    <p:sldLayoutId id="2147484081" r:id="rId33"/>
    <p:sldLayoutId id="2147484082" r:id="rId34"/>
    <p:sldLayoutId id="2147484083" r:id="rId35"/>
    <p:sldLayoutId id="2147484084" r:id="rId36"/>
    <p:sldLayoutId id="2147484085" r:id="rId37"/>
    <p:sldLayoutId id="2147484086" r:id="rId38"/>
    <p:sldLayoutId id="2147484087" r:id="rId39"/>
    <p:sldLayoutId id="2147484088" r:id="rId40"/>
    <p:sldLayoutId id="2147484089" r:id="rId41"/>
    <p:sldLayoutId id="2147484090" r:id="rId42"/>
    <p:sldLayoutId id="2147484091" r:id="rId43"/>
  </p:sldLayoutIdLst>
  <p:hf sldNum="0" hdr="0"/>
  <p:txStyles>
    <p:titleStyle>
      <a:lvl1pPr algn="l" rtl="0" eaLnBrk="0" fontAlgn="base" hangingPunct="0">
        <a:lnSpc>
          <a:spcPct val="90000"/>
        </a:lnSpc>
        <a:spcBef>
          <a:spcPct val="0"/>
        </a:spcBef>
        <a:spcAft>
          <a:spcPct val="0"/>
        </a:spcAft>
        <a:defRPr lang="de-DE" sz="2000" b="1" kern="1200" dirty="0">
          <a:solidFill>
            <a:schemeClr val="tx1"/>
          </a:solidFill>
          <a:latin typeface="+mn-lt"/>
          <a:ea typeface="Geneva" pitchFamily="-128" charset="-128"/>
          <a:cs typeface="Geneva" panose="020B0503030404040204" pitchFamily="34" charset="0"/>
        </a:defRPr>
      </a:lvl1pPr>
      <a:lvl2pPr algn="l" rtl="0" eaLnBrk="0" fontAlgn="base" hangingPunct="0">
        <a:lnSpc>
          <a:spcPct val="90000"/>
        </a:lnSpc>
        <a:spcBef>
          <a:spcPct val="0"/>
        </a:spcBef>
        <a:spcAft>
          <a:spcPct val="0"/>
        </a:spcAft>
        <a:defRPr sz="2000" b="1">
          <a:solidFill>
            <a:schemeClr val="tx1"/>
          </a:solidFill>
          <a:latin typeface="Arial" panose="020B0604020202020204" pitchFamily="34" charset="0"/>
          <a:ea typeface="Geneva" panose="020B0503030404040204" pitchFamily="34" charset="0"/>
          <a:cs typeface="Geneva" panose="020B0503030404040204" pitchFamily="34" charset="0"/>
        </a:defRPr>
      </a:lvl2pPr>
      <a:lvl3pPr algn="l" rtl="0" eaLnBrk="0" fontAlgn="base" hangingPunct="0">
        <a:lnSpc>
          <a:spcPct val="90000"/>
        </a:lnSpc>
        <a:spcBef>
          <a:spcPct val="0"/>
        </a:spcBef>
        <a:spcAft>
          <a:spcPct val="0"/>
        </a:spcAft>
        <a:defRPr sz="2000" b="1">
          <a:solidFill>
            <a:schemeClr val="tx1"/>
          </a:solidFill>
          <a:latin typeface="Arial" panose="020B0604020202020204" pitchFamily="34" charset="0"/>
          <a:ea typeface="Geneva" panose="020B0503030404040204" pitchFamily="34" charset="0"/>
          <a:cs typeface="Geneva" panose="020B0503030404040204" pitchFamily="34" charset="0"/>
        </a:defRPr>
      </a:lvl3pPr>
      <a:lvl4pPr algn="l" rtl="0" eaLnBrk="0" fontAlgn="base" hangingPunct="0">
        <a:lnSpc>
          <a:spcPct val="90000"/>
        </a:lnSpc>
        <a:spcBef>
          <a:spcPct val="0"/>
        </a:spcBef>
        <a:spcAft>
          <a:spcPct val="0"/>
        </a:spcAft>
        <a:defRPr sz="2000" b="1">
          <a:solidFill>
            <a:schemeClr val="tx1"/>
          </a:solidFill>
          <a:latin typeface="Arial" panose="020B0604020202020204" pitchFamily="34" charset="0"/>
          <a:ea typeface="Geneva" panose="020B0503030404040204" pitchFamily="34" charset="0"/>
          <a:cs typeface="Geneva" panose="020B0503030404040204" pitchFamily="34" charset="0"/>
        </a:defRPr>
      </a:lvl4pPr>
      <a:lvl5pPr algn="l" rtl="0" eaLnBrk="0" fontAlgn="base" hangingPunct="0">
        <a:lnSpc>
          <a:spcPct val="90000"/>
        </a:lnSpc>
        <a:spcBef>
          <a:spcPct val="0"/>
        </a:spcBef>
        <a:spcAft>
          <a:spcPct val="0"/>
        </a:spcAft>
        <a:defRPr sz="2000" b="1">
          <a:solidFill>
            <a:schemeClr val="tx1"/>
          </a:solidFill>
          <a:latin typeface="Arial" panose="020B0604020202020204" pitchFamily="34" charset="0"/>
          <a:ea typeface="Geneva" panose="020B0503030404040204" pitchFamily="34" charset="0"/>
          <a:cs typeface="Geneva" panose="020B0503030404040204" pitchFamily="34" charset="0"/>
        </a:defRPr>
      </a:lvl5pPr>
      <a:lvl6pPr marL="457200" algn="l" rtl="0" fontAlgn="base">
        <a:lnSpc>
          <a:spcPct val="90000"/>
        </a:lnSpc>
        <a:spcBef>
          <a:spcPct val="0"/>
        </a:spcBef>
        <a:spcAft>
          <a:spcPct val="0"/>
        </a:spcAft>
        <a:defRPr sz="2000" b="1">
          <a:solidFill>
            <a:schemeClr val="tx1"/>
          </a:solidFill>
          <a:latin typeface="Arial" panose="020B0604020202020204" pitchFamily="34" charset="0"/>
          <a:ea typeface="Geneva" panose="020B0503030404040204" pitchFamily="34" charset="0"/>
          <a:cs typeface="Geneva" panose="020B0503030404040204" pitchFamily="34" charset="0"/>
        </a:defRPr>
      </a:lvl6pPr>
      <a:lvl7pPr marL="914400" algn="l" rtl="0" fontAlgn="base">
        <a:lnSpc>
          <a:spcPct val="90000"/>
        </a:lnSpc>
        <a:spcBef>
          <a:spcPct val="0"/>
        </a:spcBef>
        <a:spcAft>
          <a:spcPct val="0"/>
        </a:spcAft>
        <a:defRPr sz="2000" b="1">
          <a:solidFill>
            <a:schemeClr val="tx1"/>
          </a:solidFill>
          <a:latin typeface="Arial" panose="020B0604020202020204" pitchFamily="34" charset="0"/>
          <a:ea typeface="Geneva" panose="020B0503030404040204" pitchFamily="34" charset="0"/>
          <a:cs typeface="Geneva" panose="020B0503030404040204" pitchFamily="34" charset="0"/>
        </a:defRPr>
      </a:lvl7pPr>
      <a:lvl8pPr marL="1371600" algn="l" rtl="0" fontAlgn="base">
        <a:lnSpc>
          <a:spcPct val="90000"/>
        </a:lnSpc>
        <a:spcBef>
          <a:spcPct val="0"/>
        </a:spcBef>
        <a:spcAft>
          <a:spcPct val="0"/>
        </a:spcAft>
        <a:defRPr sz="2000" b="1">
          <a:solidFill>
            <a:schemeClr val="tx1"/>
          </a:solidFill>
          <a:latin typeface="Arial" panose="020B0604020202020204" pitchFamily="34" charset="0"/>
          <a:ea typeface="Geneva" panose="020B0503030404040204" pitchFamily="34" charset="0"/>
          <a:cs typeface="Geneva" panose="020B0503030404040204" pitchFamily="34" charset="0"/>
        </a:defRPr>
      </a:lvl8pPr>
      <a:lvl9pPr marL="1828800" algn="l" rtl="0" fontAlgn="base">
        <a:lnSpc>
          <a:spcPct val="90000"/>
        </a:lnSpc>
        <a:spcBef>
          <a:spcPct val="0"/>
        </a:spcBef>
        <a:spcAft>
          <a:spcPct val="0"/>
        </a:spcAft>
        <a:defRPr sz="2000" b="1">
          <a:solidFill>
            <a:schemeClr val="tx1"/>
          </a:solidFill>
          <a:latin typeface="Arial" panose="020B0604020202020204" pitchFamily="34" charset="0"/>
          <a:ea typeface="Geneva" panose="020B0503030404040204" pitchFamily="34" charset="0"/>
          <a:cs typeface="Geneva" panose="020B0503030404040204" pitchFamily="34" charset="0"/>
        </a:defRPr>
      </a:lvl9pPr>
    </p:titleStyle>
    <p:bodyStyle>
      <a:lvl1pPr marL="177800" indent="-177800" algn="l" defTabSz="685800" rtl="0" eaLnBrk="0" fontAlgn="base" hangingPunct="0">
        <a:lnSpc>
          <a:spcPct val="90000"/>
        </a:lnSpc>
        <a:spcBef>
          <a:spcPts val="600"/>
        </a:spcBef>
        <a:spcAft>
          <a:spcPct val="0"/>
        </a:spcAft>
        <a:buClr>
          <a:srgbClr val="000000"/>
        </a:buClr>
        <a:buFont typeface="Wingdings" pitchFamily="2" charset="2"/>
        <a:buChar char="§"/>
        <a:defRPr lang="de-DE" sz="1400" kern="1200">
          <a:solidFill>
            <a:schemeClr val="tx1"/>
          </a:solidFill>
          <a:latin typeface="+mn-lt"/>
          <a:ea typeface="Geneva" pitchFamily="-128" charset="-128"/>
          <a:cs typeface="Geneva" panose="020B0503030404040204" pitchFamily="34" charset="0"/>
        </a:defRPr>
      </a:lvl1pPr>
      <a:lvl2pPr marL="361950" indent="-184150" algn="l" defTabSz="685800" rtl="0" eaLnBrk="0" fontAlgn="base" hangingPunct="0">
        <a:lnSpc>
          <a:spcPct val="90000"/>
        </a:lnSpc>
        <a:spcBef>
          <a:spcPts val="600"/>
        </a:spcBef>
        <a:spcAft>
          <a:spcPct val="0"/>
        </a:spcAft>
        <a:buClr>
          <a:srgbClr val="000000"/>
        </a:buClr>
        <a:buFont typeface="Wingdings" pitchFamily="2" charset="2"/>
        <a:buChar char="§"/>
        <a:defRPr lang="de-DE" sz="1200" kern="1200">
          <a:solidFill>
            <a:schemeClr val="tx1"/>
          </a:solidFill>
          <a:latin typeface="+mn-lt"/>
          <a:ea typeface="Geneva" pitchFamily="-128" charset="-128"/>
          <a:cs typeface="Geneva" panose="020B0503030404040204" pitchFamily="34" charset="0"/>
        </a:defRPr>
      </a:lvl2pPr>
      <a:lvl3pPr marL="539750" indent="-177800" algn="l" defTabSz="685800" rtl="0" eaLnBrk="0" fontAlgn="base" hangingPunct="0">
        <a:lnSpc>
          <a:spcPct val="90000"/>
        </a:lnSpc>
        <a:spcBef>
          <a:spcPts val="600"/>
        </a:spcBef>
        <a:spcAft>
          <a:spcPct val="0"/>
        </a:spcAft>
        <a:buClr>
          <a:srgbClr val="000000"/>
        </a:buClr>
        <a:buFont typeface="Wingdings" pitchFamily="2" charset="2"/>
        <a:buChar char="§"/>
        <a:defRPr lang="de-DE" sz="1200" kern="1200">
          <a:solidFill>
            <a:schemeClr val="tx1"/>
          </a:solidFill>
          <a:latin typeface="+mn-lt"/>
          <a:ea typeface="Geneva" pitchFamily="-128" charset="-128"/>
          <a:cs typeface="Geneva" panose="020B0503030404040204" pitchFamily="34" charset="0"/>
        </a:defRPr>
      </a:lvl3pPr>
      <a:lvl4pPr marL="717550" indent="-177800" algn="l" defTabSz="685800" rtl="0" eaLnBrk="0" fontAlgn="base" hangingPunct="0">
        <a:lnSpc>
          <a:spcPct val="90000"/>
        </a:lnSpc>
        <a:spcBef>
          <a:spcPts val="600"/>
        </a:spcBef>
        <a:spcAft>
          <a:spcPct val="0"/>
        </a:spcAft>
        <a:buClr>
          <a:srgbClr val="000000"/>
        </a:buClr>
        <a:buFont typeface="Wingdings" pitchFamily="2" charset="2"/>
        <a:buChar char="§"/>
        <a:defRPr lang="de-DE" sz="1200" kern="1200">
          <a:solidFill>
            <a:schemeClr val="tx1"/>
          </a:solidFill>
          <a:latin typeface="+mn-lt"/>
          <a:ea typeface="Geneva" pitchFamily="-128" charset="-128"/>
          <a:cs typeface="Geneva" panose="020B0503030404040204" pitchFamily="34" charset="0"/>
        </a:defRPr>
      </a:lvl4pPr>
      <a:lvl5pPr marL="895350" indent="-177800" algn="l" defTabSz="685800" rtl="0" eaLnBrk="0" fontAlgn="base" hangingPunct="0">
        <a:lnSpc>
          <a:spcPct val="90000"/>
        </a:lnSpc>
        <a:spcBef>
          <a:spcPts val="600"/>
        </a:spcBef>
        <a:spcAft>
          <a:spcPct val="0"/>
        </a:spcAft>
        <a:buClr>
          <a:srgbClr val="000000"/>
        </a:buClr>
        <a:buFont typeface="Wingdings" pitchFamily="2" charset="2"/>
        <a:buChar char="§"/>
        <a:defRPr lang="de-DE" sz="1200" kern="1200">
          <a:solidFill>
            <a:schemeClr val="tx1"/>
          </a:solidFill>
          <a:latin typeface="+mn-lt"/>
          <a:ea typeface="Geneva" pitchFamily="-128" charset="-128"/>
          <a:cs typeface="Geneva" panose="020B05030304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tags" Target="../tags/tag50.xml"/><Relationship Id="rId7" Type="http://schemas.openxmlformats.org/officeDocument/2006/relationships/image" Target="../media/image6.emf"/><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oleObject" Target="../embeddings/oleObject45.bin"/><Relationship Id="rId5" Type="http://schemas.openxmlformats.org/officeDocument/2006/relationships/notesSlide" Target="../notesSlides/notesSlide1.xml"/><Relationship Id="rId4"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khaigft.github.io/web_html/login.htm" TargetMode="External"/><Relationship Id="rId1" Type="http://schemas.openxmlformats.org/officeDocument/2006/relationships/slideLayout" Target="../slideLayouts/slideLayout33.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mailto:autoQA@gft.com" TargetMode="External"/><Relationship Id="rId1" Type="http://schemas.openxmlformats.org/officeDocument/2006/relationships/slideLayout" Target="../slideLayouts/slideLayout33.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reqres.in/api/login" TargetMode="External"/><Relationship Id="rId1" Type="http://schemas.openxmlformats.org/officeDocument/2006/relationships/slideLayout" Target="../slideLayouts/slideLayout33.xml"/></Relationships>
</file>

<file path=ppt/slides/_rels/slide12.xml.rels><?xml version="1.0" encoding="UTF-8" standalone="yes"?>
<Relationships xmlns="http://schemas.openxmlformats.org/package/2006/relationships"><Relationship Id="rId2" Type="http://schemas.openxmlformats.org/officeDocument/2006/relationships/hyperlink" Target="https://reqres.in/api/user/2" TargetMode="External"/><Relationship Id="rId1" Type="http://schemas.openxmlformats.org/officeDocument/2006/relationships/slideLayout" Target="../slideLayouts/slideLayout3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2.xml"/><Relationship Id="rId1" Type="http://schemas.openxmlformats.org/officeDocument/2006/relationships/tags" Target="../tags/tag51.xml"/><Relationship Id="rId6" Type="http://schemas.openxmlformats.org/officeDocument/2006/relationships/image" Target="../media/image17.png"/><Relationship Id="rId5" Type="http://schemas.openxmlformats.org/officeDocument/2006/relationships/image" Target="../media/image2.emf"/><Relationship Id="rId4" Type="http://schemas.openxmlformats.org/officeDocument/2006/relationships/oleObject" Target="../embeddings/oleObject46.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129" name="Objekt 6" hidden="1">
            <a:extLst>
              <a:ext uri="{FF2B5EF4-FFF2-40B4-BE49-F238E27FC236}">
                <a16:creationId xmlns:a16="http://schemas.microsoft.com/office/drawing/2014/main" id="{A9041526-4B3A-40A2-EA3B-BC6527EB4803}"/>
              </a:ext>
            </a:extLst>
          </p:cNvPr>
          <p:cNvGraphicFramePr>
            <a:graphicFrameLocks noChangeAspect="1"/>
          </p:cNvGraphicFramePr>
          <p:nvPr>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6" imgW="38100" imgH="38100" progId="TCLayout.ActiveDocument.1">
                  <p:embed/>
                </p:oleObj>
              </mc:Choice>
              <mc:Fallback>
                <p:oleObj name="think-cell Folie" r:id="rId6" imgW="38100" imgH="38100" progId="TCLayout.ActiveDocument.1">
                  <p:embed/>
                  <p:pic>
                    <p:nvPicPr>
                      <p:cNvPr id="0" name="Objekt 6"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Rechteck 5" hidden="1">
            <a:extLst>
              <a:ext uri="{FF2B5EF4-FFF2-40B4-BE49-F238E27FC236}">
                <a16:creationId xmlns:a16="http://schemas.microsoft.com/office/drawing/2014/main" id="{2316A5AD-615F-DBE3-5F91-7137B932B132}"/>
              </a:ext>
            </a:extLst>
          </p:cNvPr>
          <p:cNvSpPr/>
          <p:nvPr>
            <p:custDataLst>
              <p:tags r:id="rId3"/>
            </p:custDataLst>
          </p:nvPr>
        </p:nvSpPr>
        <p:spPr bwMode="gray">
          <a:xfrm>
            <a:off x="0" y="0"/>
            <a:ext cx="158750" cy="158750"/>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lstStyle/>
          <a:p>
            <a:pPr algn="ctr" eaLnBrk="1" fontAlgn="auto" hangingPunct="1">
              <a:lnSpc>
                <a:spcPct val="80000"/>
              </a:lnSpc>
              <a:defRPr/>
            </a:pPr>
            <a:endParaRPr lang="en-GB" sz="4400" b="1" dirty="0">
              <a:solidFill>
                <a:schemeClr val="tx1"/>
              </a:solidFill>
              <a:ea typeface="Geneva"/>
              <a:cs typeface="+mj-cs"/>
              <a:sym typeface="Arial" panose="020B0604020202020204" pitchFamily="34" charset="0"/>
            </a:endParaRPr>
          </a:p>
        </p:txBody>
      </p:sp>
      <p:pic>
        <p:nvPicPr>
          <p:cNvPr id="8" name="Picture Placeholder 7">
            <a:extLst>
              <a:ext uri="{FF2B5EF4-FFF2-40B4-BE49-F238E27FC236}">
                <a16:creationId xmlns:a16="http://schemas.microsoft.com/office/drawing/2014/main" id="{8C9B7E64-EA59-B1C0-E632-CDF5D655BB00}"/>
              </a:ext>
            </a:extLst>
          </p:cNvPr>
          <p:cNvPicPr>
            <a:picLocks noGrp="1" noChangeAspect="1"/>
          </p:cNvPicPr>
          <p:nvPr>
            <p:ph type="pic" sz="quarter" idx="14"/>
          </p:nvPr>
        </p:nvPicPr>
        <p:blipFill>
          <a:blip r:embed="rId8"/>
          <a:srcRect l="5" r="5"/>
          <a:stretch>
            <a:fillRect/>
          </a:stretch>
        </p:blipFill>
        <p:spPr>
          <a:xfrm>
            <a:off x="188913" y="441325"/>
            <a:ext cx="8772525" cy="4519613"/>
          </a:xfrm>
        </p:spPr>
      </p:pic>
      <p:sp>
        <p:nvSpPr>
          <p:cNvPr id="48132" name="Titel 2">
            <a:extLst>
              <a:ext uri="{FF2B5EF4-FFF2-40B4-BE49-F238E27FC236}">
                <a16:creationId xmlns:a16="http://schemas.microsoft.com/office/drawing/2014/main" id="{18781A8A-E8A2-153F-4052-EC2F6EB53060}"/>
              </a:ext>
            </a:extLst>
          </p:cNvPr>
          <p:cNvSpPr>
            <a:spLocks noGrp="1" noChangeArrowheads="1"/>
          </p:cNvSpPr>
          <p:nvPr>
            <p:ph type="ctrTitle"/>
          </p:nvPr>
        </p:nvSpPr>
        <p:spPr bwMode="gray">
          <a:xfrm>
            <a:off x="977900" y="3486150"/>
            <a:ext cx="7191375" cy="542925"/>
          </a:xfrm>
        </p:spPr>
        <p:txBody>
          <a:bodyPr/>
          <a:lstStyle/>
          <a:p>
            <a:r>
              <a:rPr lang="en-US" dirty="0"/>
              <a:t>Automation Framework</a:t>
            </a:r>
          </a:p>
        </p:txBody>
      </p:sp>
      <p:sp>
        <p:nvSpPr>
          <p:cNvPr id="48133" name="Textplatzhalter 1">
            <a:extLst>
              <a:ext uri="{FF2B5EF4-FFF2-40B4-BE49-F238E27FC236}">
                <a16:creationId xmlns:a16="http://schemas.microsoft.com/office/drawing/2014/main" id="{BC30F90E-A009-1922-9B2C-EC7786181301}"/>
              </a:ext>
            </a:extLst>
          </p:cNvPr>
          <p:cNvSpPr>
            <a:spLocks noGrp="1" noChangeArrowheads="1"/>
          </p:cNvSpPr>
          <p:nvPr>
            <p:ph type="subTitle" idx="1"/>
          </p:nvPr>
        </p:nvSpPr>
        <p:spPr bwMode="gray">
          <a:xfrm>
            <a:off x="982663" y="4162425"/>
            <a:ext cx="7191375" cy="464743"/>
          </a:xfrm>
        </p:spPr>
        <p:txBody>
          <a:bodyPr/>
          <a:lstStyle/>
          <a:p>
            <a:pPr eaLnBrk="1" hangingPunct="1"/>
            <a:r>
              <a:rPr lang="en-GB" altLang="en-VN" dirty="0">
                <a:ea typeface="Geneva" panose="020B0503030404040204" pitchFamily="34" charset="0"/>
              </a:rPr>
              <a:t>Matthew Hoang</a:t>
            </a:r>
          </a:p>
          <a:p>
            <a:pPr eaLnBrk="1" hangingPunct="1"/>
            <a:r>
              <a:rPr lang="en-GB" altLang="en-VN" dirty="0">
                <a:ea typeface="Geneva" panose="020B0503030404040204" pitchFamily="34" charset="0"/>
              </a:rPr>
              <a:t>Khai Tran</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a:extLst>
              <a:ext uri="{FF2B5EF4-FFF2-40B4-BE49-F238E27FC236}">
                <a16:creationId xmlns:a16="http://schemas.microsoft.com/office/drawing/2014/main" id="{3F70E5CD-EECE-EC9F-9EB5-ADFF1D420B97}"/>
              </a:ext>
            </a:extLst>
          </p:cNvPr>
          <p:cNvSpPr>
            <a:spLocks noGrp="1" noChangeArrowheads="1"/>
          </p:cNvSpPr>
          <p:nvPr>
            <p:ph type="title"/>
          </p:nvPr>
        </p:nvSpPr>
        <p:spPr/>
        <p:txBody>
          <a:bodyPr/>
          <a:lstStyle/>
          <a:p>
            <a:r>
              <a:rPr lang="en-GB" altLang="en-VN">
                <a:ea typeface="Geneva" panose="020B0503030404040204" pitchFamily="34" charset="0"/>
              </a:rPr>
              <a:t>Agenda</a:t>
            </a:r>
            <a:endParaRPr lang="en-VN" altLang="en-VN">
              <a:ea typeface="Geneva" panose="020B0503030404040204" pitchFamily="34" charset="0"/>
            </a:endParaRPr>
          </a:p>
        </p:txBody>
      </p:sp>
      <p:sp>
        <p:nvSpPr>
          <p:cNvPr id="50178" name="Text Placeholder 2">
            <a:extLst>
              <a:ext uri="{FF2B5EF4-FFF2-40B4-BE49-F238E27FC236}">
                <a16:creationId xmlns:a16="http://schemas.microsoft.com/office/drawing/2014/main" id="{75A3FCF5-9E64-BDE4-9B13-5F8C589BDC0A}"/>
              </a:ext>
            </a:extLst>
          </p:cNvPr>
          <p:cNvSpPr>
            <a:spLocks noGrp="1" noChangeArrowheads="1"/>
          </p:cNvSpPr>
          <p:nvPr>
            <p:ph type="body" sz="quarter" idx="10"/>
          </p:nvPr>
        </p:nvSpPr>
        <p:spPr>
          <a:xfrm>
            <a:off x="977900" y="1263650"/>
            <a:ext cx="7191375" cy="3168650"/>
          </a:xfrm>
        </p:spPr>
        <p:txBody>
          <a:bodyPr/>
          <a:lstStyle/>
          <a:p>
            <a:pPr marL="0" indent="0" eaLnBrk="1" hangingPunct="1">
              <a:buNone/>
            </a:pPr>
            <a:r>
              <a:rPr lang="en-US" dirty="0"/>
              <a:t>1 – Project Overview</a:t>
            </a:r>
          </a:p>
          <a:p>
            <a:pPr marL="0" indent="0" eaLnBrk="1" hangingPunct="1">
              <a:buNone/>
            </a:pPr>
            <a:r>
              <a:rPr lang="en-US" dirty="0"/>
              <a:t>2 – Selected Solution: </a:t>
            </a:r>
            <a:r>
              <a:rPr lang="en-US" dirty="0" err="1"/>
              <a:t>WebdriverIO</a:t>
            </a:r>
            <a:endParaRPr lang="en-US" dirty="0"/>
          </a:p>
          <a:p>
            <a:pPr marL="0" indent="0" eaLnBrk="1" hangingPunct="1">
              <a:buNone/>
            </a:pPr>
            <a:r>
              <a:rPr lang="en-US" dirty="0"/>
              <a:t>3 – Why </a:t>
            </a:r>
            <a:r>
              <a:rPr lang="en-US" dirty="0" err="1"/>
              <a:t>WebdriverIO</a:t>
            </a:r>
            <a:endParaRPr lang="en-US" dirty="0"/>
          </a:p>
          <a:p>
            <a:pPr marL="0" indent="0" eaLnBrk="1" hangingPunct="1">
              <a:buNone/>
            </a:pPr>
            <a:r>
              <a:rPr lang="en-US" dirty="0"/>
              <a:t>4 – Project Structure</a:t>
            </a:r>
          </a:p>
          <a:p>
            <a:pPr marL="0" indent="0" eaLnBrk="1" hangingPunct="1">
              <a:buNone/>
            </a:pPr>
            <a:r>
              <a:rPr lang="en-US" dirty="0"/>
              <a:t>5 – Test Execution &amp; Commands</a:t>
            </a:r>
          </a:p>
          <a:p>
            <a:pPr marL="0" indent="0" eaLnBrk="1" hangingPunct="1">
              <a:buNone/>
            </a:pPr>
            <a:r>
              <a:rPr lang="en-US" dirty="0"/>
              <a:t>6 – Demo</a:t>
            </a:r>
          </a:p>
          <a:p>
            <a:pPr marL="0" indent="0" eaLnBrk="1" hangingPunct="1">
              <a:buNone/>
            </a:pPr>
            <a:r>
              <a:rPr lang="en-US" altLang="en-VN" dirty="0">
                <a:ea typeface="Geneva" panose="020B0503030404040204" pitchFamily="34" charset="0"/>
              </a:rPr>
              <a:t>7 – Q&amp;A</a:t>
            </a:r>
          </a:p>
          <a:p>
            <a:pPr lvl="1" eaLnBrk="1" hangingPunct="1"/>
            <a:endParaRPr lang="en-VN" altLang="en-VN" dirty="0">
              <a:ea typeface="Geneva" panose="020B0503030404040204" pitchFamily="34" charset="0"/>
            </a:endParaRPr>
          </a:p>
          <a:p>
            <a:pPr lvl="1" eaLnBrk="1" hangingPunct="1"/>
            <a:endParaRPr lang="en-VN" altLang="en-VN" dirty="0">
              <a:ea typeface="Geneva" panose="020B0503030404040204" pitchFamily="34" charset="0"/>
            </a:endParaRPr>
          </a:p>
          <a:p>
            <a:pPr lvl="1" eaLnBrk="1" hangingPunct="1"/>
            <a:endParaRPr lang="en-VN" altLang="en-VN" dirty="0">
              <a:ea typeface="Geneva" panose="020B0503030404040204" pitchFamily="34" charset="0"/>
            </a:endParaRPr>
          </a:p>
          <a:p>
            <a:pPr lvl="1" eaLnBrk="1" hangingPunct="1"/>
            <a:endParaRPr lang="en-VN" altLang="en-VN" dirty="0">
              <a:ea typeface="Geneva" panose="020B0503030404040204" pitchFamily="34" charset="0"/>
            </a:endParaRPr>
          </a:p>
          <a:p>
            <a:pPr lvl="1" eaLnBrk="1" hangingPunct="1"/>
            <a:endParaRPr lang="en-VN" altLang="en-VN" dirty="0">
              <a:ea typeface="Geneva" panose="020B0503030404040204" pitchFamily="34" charset="0"/>
            </a:endParaRPr>
          </a:p>
          <a:p>
            <a:pPr eaLnBrk="1" hangingPunct="1"/>
            <a:endParaRPr lang="en-VN" altLang="en-VN" dirty="0">
              <a:ea typeface="Geneva" panose="020B0503030404040204" pitchFamily="34" charset="0"/>
            </a:endParaRPr>
          </a:p>
          <a:p>
            <a:endParaRPr lang="en-VN" altLang="en-VN" dirty="0">
              <a:ea typeface="Geneva" panose="020B0503030404040204" pitchFamily="34" charset="0"/>
            </a:endParaRPr>
          </a:p>
          <a:p>
            <a:endParaRPr lang="en-VN" altLang="en-VN" dirty="0">
              <a:ea typeface="Geneva" panose="020B0503030404040204" pitchFamily="34" charset="0"/>
            </a:endParaRPr>
          </a:p>
          <a:p>
            <a:endParaRPr lang="en-VN" altLang="en-VN" dirty="0">
              <a:ea typeface="Geneva" panose="020B0503030404040204" pitchFamily="34" charset="0"/>
            </a:endParaRPr>
          </a:p>
        </p:txBody>
      </p:sp>
      <p:sp>
        <p:nvSpPr>
          <p:cNvPr id="50179" name="Text Placeholder 3">
            <a:extLst>
              <a:ext uri="{FF2B5EF4-FFF2-40B4-BE49-F238E27FC236}">
                <a16:creationId xmlns:a16="http://schemas.microsoft.com/office/drawing/2014/main" id="{E09B12B8-E2EE-FDCF-61D5-C1ADD484F83D}"/>
              </a:ext>
            </a:extLst>
          </p:cNvPr>
          <p:cNvSpPr>
            <a:spLocks noGrp="1" noChangeArrowheads="1"/>
          </p:cNvSpPr>
          <p:nvPr>
            <p:ph type="body" sz="quarter" idx="12"/>
          </p:nvPr>
        </p:nvSpPr>
        <p:spPr>
          <a:xfrm>
            <a:off x="3371850" y="85725"/>
            <a:ext cx="720725" cy="249238"/>
          </a:xfrm>
        </p:spPr>
        <p:txBody>
          <a:bodyPr/>
          <a:lstStyle/>
          <a:p>
            <a:pPr>
              <a:spcBef>
                <a:spcPct val="0"/>
              </a:spcBef>
            </a:pPr>
            <a:endParaRPr lang="en-VN" altLang="en-VN">
              <a:ea typeface="Geneva" panose="020B0503030404040204" pitchFamily="34" charset="0"/>
            </a:endParaRPr>
          </a:p>
        </p:txBody>
      </p:sp>
      <p:sp>
        <p:nvSpPr>
          <p:cNvPr id="5" name="Footer Placeholder 4">
            <a:extLst>
              <a:ext uri="{FF2B5EF4-FFF2-40B4-BE49-F238E27FC236}">
                <a16:creationId xmlns:a16="http://schemas.microsoft.com/office/drawing/2014/main" id="{A56626FD-4792-3D05-2D45-8A28D5B00B14}"/>
              </a:ext>
            </a:extLst>
          </p:cNvPr>
          <p:cNvSpPr>
            <a:spLocks noGrp="1"/>
          </p:cNvSpPr>
          <p:nvPr>
            <p:ph type="ftr" sz="quarter" idx="13"/>
          </p:nvPr>
        </p:nvSpPr>
        <p:spPr/>
        <p:txBody>
          <a:bodyPr/>
          <a:lstStyle/>
          <a:p>
            <a:pPr>
              <a:defRPr/>
            </a:pPr>
            <a:r>
              <a:rPr lang="en-GB"/>
              <a:t>Type here if  add info needed  for every slide</a:t>
            </a:r>
          </a:p>
        </p:txBody>
      </p:sp>
      <p:sp>
        <p:nvSpPr>
          <p:cNvPr id="6" name="Date Placeholder 5">
            <a:extLst>
              <a:ext uri="{FF2B5EF4-FFF2-40B4-BE49-F238E27FC236}">
                <a16:creationId xmlns:a16="http://schemas.microsoft.com/office/drawing/2014/main" id="{AD33083F-5456-0B12-C0CE-86DBBD8B4F68}"/>
              </a:ext>
            </a:extLst>
          </p:cNvPr>
          <p:cNvSpPr>
            <a:spLocks noGrp="1"/>
          </p:cNvSpPr>
          <p:nvPr>
            <p:ph type="dt" sz="quarter" idx="14"/>
          </p:nvPr>
        </p:nvSpPr>
        <p:spPr/>
        <p:txBody>
          <a:bodyPr/>
          <a:lstStyle/>
          <a:p>
            <a:pPr>
              <a:defRPr/>
            </a:pPr>
            <a:fld id="{5CA1536B-93B8-AE42-B480-83E07752318D}" type="datetime4">
              <a:rPr lang="en-GB" smtClean="0"/>
              <a:pPr>
                <a:defRPr/>
              </a:pPr>
              <a:t>25 November 2025</a:t>
            </a:fld>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Title 1">
            <a:extLst>
              <a:ext uri="{FF2B5EF4-FFF2-40B4-BE49-F238E27FC236}">
                <a16:creationId xmlns:a16="http://schemas.microsoft.com/office/drawing/2014/main" id="{62E498B2-9D90-76C0-0803-DE027B8DA52D}"/>
              </a:ext>
            </a:extLst>
          </p:cNvPr>
          <p:cNvSpPr>
            <a:spLocks noGrp="1" noChangeArrowheads="1"/>
          </p:cNvSpPr>
          <p:nvPr>
            <p:ph type="title"/>
          </p:nvPr>
        </p:nvSpPr>
        <p:spPr/>
        <p:txBody>
          <a:bodyPr/>
          <a:lstStyle/>
          <a:p>
            <a:pPr eaLnBrk="1" hangingPunct="1"/>
            <a:r>
              <a:rPr lang="en-US" dirty="0"/>
              <a:t>1 – Requirements</a:t>
            </a:r>
          </a:p>
        </p:txBody>
      </p:sp>
      <p:sp>
        <p:nvSpPr>
          <p:cNvPr id="105474" name="Text Placeholder 2">
            <a:extLst>
              <a:ext uri="{FF2B5EF4-FFF2-40B4-BE49-F238E27FC236}">
                <a16:creationId xmlns:a16="http://schemas.microsoft.com/office/drawing/2014/main" id="{F1DC917E-7A04-36C2-D101-F46C2F136C20}"/>
              </a:ext>
            </a:extLst>
          </p:cNvPr>
          <p:cNvSpPr>
            <a:spLocks noGrp="1" noChangeArrowheads="1"/>
          </p:cNvSpPr>
          <p:nvPr>
            <p:ph type="body" sz="quarter" idx="10"/>
          </p:nvPr>
        </p:nvSpPr>
        <p:spPr>
          <a:xfrm>
            <a:off x="973138" y="1055688"/>
            <a:ext cx="7191375" cy="3813678"/>
          </a:xfrm>
        </p:spPr>
        <p:txBody>
          <a:bodyPr/>
          <a:lstStyle/>
          <a:p>
            <a:pPr marL="0" indent="0">
              <a:buNone/>
            </a:pPr>
            <a:endParaRPr lang="en-US" b="1" dirty="0"/>
          </a:p>
          <a:p>
            <a:pPr marL="0" indent="0">
              <a:buNone/>
            </a:pPr>
            <a:r>
              <a:rPr lang="en-US" b="1" dirty="0"/>
              <a:t>Requirements: Design an automation test framework which</a:t>
            </a:r>
            <a:endParaRPr lang="en-US" dirty="0"/>
          </a:p>
          <a:p>
            <a:pPr lvl="1"/>
            <a:r>
              <a:rPr lang="en-US" dirty="0"/>
              <a:t>Can tested on</a:t>
            </a:r>
          </a:p>
          <a:p>
            <a:pPr lvl="2"/>
            <a:r>
              <a:rPr lang="en-US" dirty="0"/>
              <a:t>Multi-browsers (desktop &amp; mobile browsers)</a:t>
            </a:r>
          </a:p>
          <a:p>
            <a:pPr lvl="2"/>
            <a:r>
              <a:rPr lang="en-US" dirty="0"/>
              <a:t>Multi-devices (Android &amp; iOS devices)</a:t>
            </a:r>
          </a:p>
          <a:p>
            <a:pPr lvl="2"/>
            <a:r>
              <a:rPr lang="en-US" dirty="0"/>
              <a:t>APIs</a:t>
            </a:r>
          </a:p>
          <a:p>
            <a:pPr lvl="2"/>
            <a:r>
              <a:rPr lang="en-US" b="1" dirty="0">
                <a:solidFill>
                  <a:srgbClr val="339C3A"/>
                </a:solidFill>
              </a:rPr>
              <a:t>Combine Web &amp; Mobile &amp; API in a testcases</a:t>
            </a:r>
          </a:p>
          <a:p>
            <a:pPr lvl="1"/>
            <a:r>
              <a:rPr lang="en-US" dirty="0"/>
              <a:t>Have ability</a:t>
            </a:r>
          </a:p>
          <a:p>
            <a:pPr lvl="2"/>
            <a:r>
              <a:rPr lang="en-US" dirty="0"/>
              <a:t>Parallel execution</a:t>
            </a:r>
          </a:p>
          <a:p>
            <a:pPr lvl="1"/>
            <a:r>
              <a:rPr lang="en-US" dirty="0"/>
              <a:t>Can integrated to</a:t>
            </a:r>
          </a:p>
          <a:p>
            <a:pPr lvl="2"/>
            <a:r>
              <a:rPr lang="en-US" dirty="0"/>
              <a:t>Allure reports</a:t>
            </a:r>
          </a:p>
          <a:p>
            <a:pPr lvl="2"/>
            <a:r>
              <a:rPr lang="en-US" dirty="0"/>
              <a:t>CI/CD</a:t>
            </a:r>
          </a:p>
          <a:p>
            <a:pPr lvl="1"/>
            <a:r>
              <a:rPr lang="en-US" dirty="0"/>
              <a:t>Easy and quick development</a:t>
            </a:r>
          </a:p>
          <a:p>
            <a:pPr lvl="2"/>
            <a:endParaRPr lang="en-US" dirty="0"/>
          </a:p>
        </p:txBody>
      </p:sp>
      <p:sp>
        <p:nvSpPr>
          <p:cNvPr id="105475" name="Text Placeholder 3">
            <a:extLst>
              <a:ext uri="{FF2B5EF4-FFF2-40B4-BE49-F238E27FC236}">
                <a16:creationId xmlns:a16="http://schemas.microsoft.com/office/drawing/2014/main" id="{F83D1E0E-57C0-C257-2207-448B111AC250}"/>
              </a:ext>
            </a:extLst>
          </p:cNvPr>
          <p:cNvSpPr>
            <a:spLocks noGrp="1" noChangeArrowheads="1"/>
          </p:cNvSpPr>
          <p:nvPr>
            <p:ph type="body" sz="quarter" idx="12"/>
          </p:nvPr>
        </p:nvSpPr>
        <p:spPr>
          <a:xfrm>
            <a:off x="3371850" y="85725"/>
            <a:ext cx="720725" cy="249238"/>
          </a:xfrm>
        </p:spPr>
        <p:txBody>
          <a:bodyPr/>
          <a:lstStyle/>
          <a:p>
            <a:pPr>
              <a:spcBef>
                <a:spcPct val="0"/>
              </a:spcBef>
            </a:pPr>
            <a:endParaRPr lang="en-VN" altLang="en-VN">
              <a:ea typeface="Geneva" panose="020B0503030404040204" pitchFamily="34" charset="0"/>
            </a:endParaRPr>
          </a:p>
        </p:txBody>
      </p:sp>
      <p:sp>
        <p:nvSpPr>
          <p:cNvPr id="5" name="Footer Placeholder 4">
            <a:extLst>
              <a:ext uri="{FF2B5EF4-FFF2-40B4-BE49-F238E27FC236}">
                <a16:creationId xmlns:a16="http://schemas.microsoft.com/office/drawing/2014/main" id="{EF4A2351-37A2-75AA-AE3B-0404426344BB}"/>
              </a:ext>
            </a:extLst>
          </p:cNvPr>
          <p:cNvSpPr>
            <a:spLocks noGrp="1"/>
          </p:cNvSpPr>
          <p:nvPr>
            <p:ph type="ftr" sz="quarter" idx="13"/>
          </p:nvPr>
        </p:nvSpPr>
        <p:spPr/>
        <p:txBody>
          <a:bodyPr/>
          <a:lstStyle/>
          <a:p>
            <a:pPr>
              <a:defRPr/>
            </a:pPr>
            <a:r>
              <a:rPr lang="en-GB"/>
              <a:t>Type here if  add info needed  for every slide</a:t>
            </a:r>
          </a:p>
        </p:txBody>
      </p:sp>
      <p:sp>
        <p:nvSpPr>
          <p:cNvPr id="6" name="Date Placeholder 5">
            <a:extLst>
              <a:ext uri="{FF2B5EF4-FFF2-40B4-BE49-F238E27FC236}">
                <a16:creationId xmlns:a16="http://schemas.microsoft.com/office/drawing/2014/main" id="{DC02DEEB-DA78-49D9-C6F1-D88184A9EC59}"/>
              </a:ext>
            </a:extLst>
          </p:cNvPr>
          <p:cNvSpPr>
            <a:spLocks noGrp="1"/>
          </p:cNvSpPr>
          <p:nvPr>
            <p:ph type="dt" sz="quarter" idx="14"/>
          </p:nvPr>
        </p:nvSpPr>
        <p:spPr/>
        <p:txBody>
          <a:bodyPr/>
          <a:lstStyle/>
          <a:p>
            <a:pPr>
              <a:defRPr/>
            </a:pPr>
            <a:fld id="{4B5B1FFF-5B18-C443-BA38-A2B00367752F}" type="datetime4">
              <a:rPr lang="en-GB" smtClean="0"/>
              <a:pPr>
                <a:defRPr/>
              </a:pPr>
              <a:t>25 November 2025</a:t>
            </a:fld>
            <a:endParaRPr lang="en-GB"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0F59D-85C3-B78E-C491-08F13F8F5700}"/>
            </a:ext>
          </a:extLst>
        </p:cNvPr>
        <p:cNvGrpSpPr/>
        <p:nvPr/>
      </p:nvGrpSpPr>
      <p:grpSpPr>
        <a:xfrm>
          <a:off x="0" y="0"/>
          <a:ext cx="0" cy="0"/>
          <a:chOff x="0" y="0"/>
          <a:chExt cx="0" cy="0"/>
        </a:xfrm>
      </p:grpSpPr>
      <p:sp>
        <p:nvSpPr>
          <p:cNvPr id="105473" name="Title 1">
            <a:extLst>
              <a:ext uri="{FF2B5EF4-FFF2-40B4-BE49-F238E27FC236}">
                <a16:creationId xmlns:a16="http://schemas.microsoft.com/office/drawing/2014/main" id="{12FF7E06-46A6-4249-659E-5A2E7B540116}"/>
              </a:ext>
            </a:extLst>
          </p:cNvPr>
          <p:cNvSpPr>
            <a:spLocks noGrp="1" noChangeArrowheads="1"/>
          </p:cNvSpPr>
          <p:nvPr>
            <p:ph type="title"/>
          </p:nvPr>
        </p:nvSpPr>
        <p:spPr>
          <a:xfrm>
            <a:off x="863600" y="519112"/>
            <a:ext cx="7186613" cy="276225"/>
          </a:xfrm>
        </p:spPr>
        <p:txBody>
          <a:bodyPr/>
          <a:lstStyle/>
          <a:p>
            <a:pPr eaLnBrk="1" hangingPunct="1"/>
            <a:r>
              <a:rPr lang="en-US" dirty="0"/>
              <a:t>2 – Selected Solution: </a:t>
            </a:r>
            <a:r>
              <a:rPr lang="en-US" dirty="0" err="1"/>
              <a:t>WebdriverIO</a:t>
            </a:r>
            <a:r>
              <a:rPr lang="en-US" dirty="0"/>
              <a:t> framework</a:t>
            </a:r>
          </a:p>
        </p:txBody>
      </p:sp>
      <p:sp>
        <p:nvSpPr>
          <p:cNvPr id="105474" name="Text Placeholder 2">
            <a:extLst>
              <a:ext uri="{FF2B5EF4-FFF2-40B4-BE49-F238E27FC236}">
                <a16:creationId xmlns:a16="http://schemas.microsoft.com/office/drawing/2014/main" id="{75257087-F1F2-07B8-AE75-DC42656D3969}"/>
              </a:ext>
            </a:extLst>
          </p:cNvPr>
          <p:cNvSpPr>
            <a:spLocks noGrp="1" noChangeArrowheads="1"/>
          </p:cNvSpPr>
          <p:nvPr>
            <p:ph type="body" sz="quarter" idx="10"/>
          </p:nvPr>
        </p:nvSpPr>
        <p:spPr>
          <a:xfrm>
            <a:off x="1029939" y="1724277"/>
            <a:ext cx="7191375" cy="1694946"/>
          </a:xfrm>
        </p:spPr>
        <p:txBody>
          <a:bodyPr/>
          <a:lstStyle/>
          <a:p>
            <a:pPr marL="0" indent="0">
              <a:buNone/>
            </a:pPr>
            <a:endParaRPr lang="en-US" b="1" dirty="0"/>
          </a:p>
          <a:p>
            <a:pPr marL="0" indent="0">
              <a:buNone/>
            </a:pPr>
            <a:endParaRPr lang="en-US" sz="1200" dirty="0"/>
          </a:p>
          <a:p>
            <a:endParaRPr lang="en-VN" dirty="0"/>
          </a:p>
          <a:p>
            <a:pPr marL="0" indent="0">
              <a:buNone/>
            </a:pPr>
            <a:endParaRPr lang="en-US" b="1" dirty="0"/>
          </a:p>
          <a:p>
            <a:pPr marL="0" indent="0">
              <a:buNone/>
            </a:pPr>
            <a:br>
              <a:rPr lang="en-US" dirty="0"/>
            </a:br>
            <a:endParaRPr lang="en-VN" altLang="en-VN" dirty="0">
              <a:ea typeface="Geneva" panose="020B0503030404040204" pitchFamily="34" charset="0"/>
            </a:endParaRPr>
          </a:p>
        </p:txBody>
      </p:sp>
      <p:sp>
        <p:nvSpPr>
          <p:cNvPr id="105475" name="Text Placeholder 3">
            <a:extLst>
              <a:ext uri="{FF2B5EF4-FFF2-40B4-BE49-F238E27FC236}">
                <a16:creationId xmlns:a16="http://schemas.microsoft.com/office/drawing/2014/main" id="{E56D6511-469E-CEC9-22EB-B63BDCE618D5}"/>
              </a:ext>
            </a:extLst>
          </p:cNvPr>
          <p:cNvSpPr>
            <a:spLocks noGrp="1" noChangeArrowheads="1"/>
          </p:cNvSpPr>
          <p:nvPr>
            <p:ph type="body" sz="quarter" idx="12"/>
          </p:nvPr>
        </p:nvSpPr>
        <p:spPr>
          <a:xfrm>
            <a:off x="3371850" y="85725"/>
            <a:ext cx="720725" cy="249238"/>
          </a:xfrm>
        </p:spPr>
        <p:txBody>
          <a:bodyPr/>
          <a:lstStyle/>
          <a:p>
            <a:pPr>
              <a:spcBef>
                <a:spcPct val="0"/>
              </a:spcBef>
            </a:pPr>
            <a:endParaRPr lang="en-VN" altLang="en-VN">
              <a:ea typeface="Geneva" panose="020B0503030404040204" pitchFamily="34" charset="0"/>
            </a:endParaRPr>
          </a:p>
        </p:txBody>
      </p:sp>
      <p:sp>
        <p:nvSpPr>
          <p:cNvPr id="5" name="Footer Placeholder 4">
            <a:extLst>
              <a:ext uri="{FF2B5EF4-FFF2-40B4-BE49-F238E27FC236}">
                <a16:creationId xmlns:a16="http://schemas.microsoft.com/office/drawing/2014/main" id="{085251E3-69C8-0BEC-FA1E-C1AA50849800}"/>
              </a:ext>
            </a:extLst>
          </p:cNvPr>
          <p:cNvSpPr>
            <a:spLocks noGrp="1"/>
          </p:cNvSpPr>
          <p:nvPr>
            <p:ph type="ftr" sz="quarter" idx="13"/>
          </p:nvPr>
        </p:nvSpPr>
        <p:spPr/>
        <p:txBody>
          <a:bodyPr/>
          <a:lstStyle/>
          <a:p>
            <a:pPr>
              <a:defRPr/>
            </a:pPr>
            <a:r>
              <a:rPr lang="en-GB"/>
              <a:t>Type here if  add info needed  for every slide</a:t>
            </a:r>
          </a:p>
        </p:txBody>
      </p:sp>
      <p:sp>
        <p:nvSpPr>
          <p:cNvPr id="6" name="Date Placeholder 5">
            <a:extLst>
              <a:ext uri="{FF2B5EF4-FFF2-40B4-BE49-F238E27FC236}">
                <a16:creationId xmlns:a16="http://schemas.microsoft.com/office/drawing/2014/main" id="{76BCFF07-6516-AE57-E7D8-D2771BEF7E47}"/>
              </a:ext>
            </a:extLst>
          </p:cNvPr>
          <p:cNvSpPr>
            <a:spLocks noGrp="1"/>
          </p:cNvSpPr>
          <p:nvPr>
            <p:ph type="dt" sz="quarter" idx="14"/>
          </p:nvPr>
        </p:nvSpPr>
        <p:spPr/>
        <p:txBody>
          <a:bodyPr/>
          <a:lstStyle/>
          <a:p>
            <a:pPr>
              <a:defRPr/>
            </a:pPr>
            <a:fld id="{4B5B1FFF-5B18-C443-BA38-A2B00367752F}" type="datetime4">
              <a:rPr lang="en-GB" smtClean="0"/>
              <a:pPr>
                <a:defRPr/>
              </a:pPr>
              <a:t>25 November 2025</a:t>
            </a:fld>
            <a:endParaRPr lang="en-GB" dirty="0"/>
          </a:p>
        </p:txBody>
      </p:sp>
      <p:pic>
        <p:nvPicPr>
          <p:cNvPr id="13" name="Picture 12">
            <a:extLst>
              <a:ext uri="{FF2B5EF4-FFF2-40B4-BE49-F238E27FC236}">
                <a16:creationId xmlns:a16="http://schemas.microsoft.com/office/drawing/2014/main" id="{A638AA1B-ADF9-D02C-400F-9FDEEF0BA6E0}"/>
              </a:ext>
            </a:extLst>
          </p:cNvPr>
          <p:cNvPicPr>
            <a:picLocks noChangeAspect="1"/>
          </p:cNvPicPr>
          <p:nvPr/>
        </p:nvPicPr>
        <p:blipFill>
          <a:blip r:embed="rId2"/>
          <a:stretch>
            <a:fillRect/>
          </a:stretch>
        </p:blipFill>
        <p:spPr>
          <a:xfrm>
            <a:off x="1029939" y="846653"/>
            <a:ext cx="6201888" cy="4031778"/>
          </a:xfrm>
          <a:prstGeom prst="rect">
            <a:avLst/>
          </a:prstGeom>
        </p:spPr>
      </p:pic>
    </p:spTree>
    <p:extLst>
      <p:ext uri="{BB962C8B-B14F-4D97-AF65-F5344CB8AC3E}">
        <p14:creationId xmlns:p14="http://schemas.microsoft.com/office/powerpoint/2010/main" val="31015830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1F850-D5F3-498C-99ED-72095AC4EC53}"/>
            </a:ext>
          </a:extLst>
        </p:cNvPr>
        <p:cNvGrpSpPr/>
        <p:nvPr/>
      </p:nvGrpSpPr>
      <p:grpSpPr>
        <a:xfrm>
          <a:off x="0" y="0"/>
          <a:ext cx="0" cy="0"/>
          <a:chOff x="0" y="0"/>
          <a:chExt cx="0" cy="0"/>
        </a:xfrm>
      </p:grpSpPr>
      <p:sp>
        <p:nvSpPr>
          <p:cNvPr id="105473" name="Title 1">
            <a:extLst>
              <a:ext uri="{FF2B5EF4-FFF2-40B4-BE49-F238E27FC236}">
                <a16:creationId xmlns:a16="http://schemas.microsoft.com/office/drawing/2014/main" id="{C1D6325A-3AFD-3414-FFEF-2AD14218A12C}"/>
              </a:ext>
            </a:extLst>
          </p:cNvPr>
          <p:cNvSpPr>
            <a:spLocks noGrp="1" noChangeArrowheads="1"/>
          </p:cNvSpPr>
          <p:nvPr>
            <p:ph type="title"/>
          </p:nvPr>
        </p:nvSpPr>
        <p:spPr/>
        <p:txBody>
          <a:bodyPr/>
          <a:lstStyle/>
          <a:p>
            <a:pPr eaLnBrk="1" hangingPunct="1"/>
            <a:r>
              <a:rPr lang="en-US" dirty="0"/>
              <a:t>3 – Why </a:t>
            </a:r>
            <a:r>
              <a:rPr lang="en-US" dirty="0" err="1"/>
              <a:t>WebdriverIO</a:t>
            </a:r>
            <a:endParaRPr lang="en-US" dirty="0"/>
          </a:p>
        </p:txBody>
      </p:sp>
      <p:sp>
        <p:nvSpPr>
          <p:cNvPr id="105475" name="Text Placeholder 3">
            <a:extLst>
              <a:ext uri="{FF2B5EF4-FFF2-40B4-BE49-F238E27FC236}">
                <a16:creationId xmlns:a16="http://schemas.microsoft.com/office/drawing/2014/main" id="{CB737B66-F741-959D-A787-2C212F6607D8}"/>
              </a:ext>
            </a:extLst>
          </p:cNvPr>
          <p:cNvSpPr>
            <a:spLocks noGrp="1" noChangeArrowheads="1"/>
          </p:cNvSpPr>
          <p:nvPr>
            <p:ph type="body" sz="quarter" idx="12"/>
          </p:nvPr>
        </p:nvSpPr>
        <p:spPr>
          <a:xfrm>
            <a:off x="3371850" y="85725"/>
            <a:ext cx="720725" cy="249238"/>
          </a:xfrm>
        </p:spPr>
        <p:txBody>
          <a:bodyPr/>
          <a:lstStyle/>
          <a:p>
            <a:pPr>
              <a:spcBef>
                <a:spcPct val="0"/>
              </a:spcBef>
            </a:pPr>
            <a:endParaRPr lang="en-VN" altLang="en-VN">
              <a:ea typeface="Geneva" panose="020B0503030404040204" pitchFamily="34" charset="0"/>
            </a:endParaRPr>
          </a:p>
        </p:txBody>
      </p:sp>
      <p:sp>
        <p:nvSpPr>
          <p:cNvPr id="5" name="Footer Placeholder 4">
            <a:extLst>
              <a:ext uri="{FF2B5EF4-FFF2-40B4-BE49-F238E27FC236}">
                <a16:creationId xmlns:a16="http://schemas.microsoft.com/office/drawing/2014/main" id="{AF32A5C2-ABE2-FAFD-E880-C3FD89F0F160}"/>
              </a:ext>
            </a:extLst>
          </p:cNvPr>
          <p:cNvSpPr>
            <a:spLocks noGrp="1"/>
          </p:cNvSpPr>
          <p:nvPr>
            <p:ph type="ftr" sz="quarter" idx="13"/>
          </p:nvPr>
        </p:nvSpPr>
        <p:spPr/>
        <p:txBody>
          <a:bodyPr/>
          <a:lstStyle/>
          <a:p>
            <a:pPr>
              <a:defRPr/>
            </a:pPr>
            <a:r>
              <a:rPr lang="en-GB"/>
              <a:t>Type here if  add info needed  for every slide</a:t>
            </a:r>
          </a:p>
        </p:txBody>
      </p:sp>
      <p:sp>
        <p:nvSpPr>
          <p:cNvPr id="6" name="Date Placeholder 5">
            <a:extLst>
              <a:ext uri="{FF2B5EF4-FFF2-40B4-BE49-F238E27FC236}">
                <a16:creationId xmlns:a16="http://schemas.microsoft.com/office/drawing/2014/main" id="{9DB984BB-55CD-6FCF-F5C7-3AD9E2B12CFB}"/>
              </a:ext>
            </a:extLst>
          </p:cNvPr>
          <p:cNvSpPr>
            <a:spLocks noGrp="1"/>
          </p:cNvSpPr>
          <p:nvPr>
            <p:ph type="dt" sz="quarter" idx="14"/>
          </p:nvPr>
        </p:nvSpPr>
        <p:spPr/>
        <p:txBody>
          <a:bodyPr/>
          <a:lstStyle/>
          <a:p>
            <a:pPr>
              <a:defRPr/>
            </a:pPr>
            <a:fld id="{4B5B1FFF-5B18-C443-BA38-A2B00367752F}" type="datetime4">
              <a:rPr lang="en-GB" smtClean="0"/>
              <a:pPr>
                <a:defRPr/>
              </a:pPr>
              <a:t>25 November 2025</a:t>
            </a:fld>
            <a:endParaRPr lang="en-GB" dirty="0"/>
          </a:p>
        </p:txBody>
      </p:sp>
      <p:sp>
        <p:nvSpPr>
          <p:cNvPr id="2" name="TextBox 1">
            <a:extLst>
              <a:ext uri="{FF2B5EF4-FFF2-40B4-BE49-F238E27FC236}">
                <a16:creationId xmlns:a16="http://schemas.microsoft.com/office/drawing/2014/main" id="{B686E4F6-7581-A420-DE21-2D75CBEDFB1A}"/>
              </a:ext>
            </a:extLst>
          </p:cNvPr>
          <p:cNvSpPr txBox="1"/>
          <p:nvPr/>
        </p:nvSpPr>
        <p:spPr>
          <a:xfrm>
            <a:off x="-1306286" y="-896587"/>
            <a:ext cx="1410643" cy="215444"/>
          </a:xfrm>
          <a:prstGeom prst="rect">
            <a:avLst/>
          </a:prstGeom>
          <a:noFill/>
        </p:spPr>
        <p:txBody>
          <a:bodyPr wrap="none" lIns="0" tIns="0" rIns="0" bIns="0" rtlCol="0">
            <a:spAutoFit/>
          </a:bodyPr>
          <a:lstStyle/>
          <a:p>
            <a:r>
              <a:rPr lang="en-US" sz="1400" dirty="0"/>
              <a:t>Why </a:t>
            </a:r>
            <a:r>
              <a:rPr lang="en-US" sz="1400" dirty="0" err="1"/>
              <a:t>WebdriverIO</a:t>
            </a:r>
            <a:endParaRPr lang="en-VN" sz="1400" dirty="0" err="1"/>
          </a:p>
        </p:txBody>
      </p:sp>
      <p:graphicFrame>
        <p:nvGraphicFramePr>
          <p:cNvPr id="4" name="Table 3">
            <a:extLst>
              <a:ext uri="{FF2B5EF4-FFF2-40B4-BE49-F238E27FC236}">
                <a16:creationId xmlns:a16="http://schemas.microsoft.com/office/drawing/2014/main" id="{0EE75437-8C35-B4CA-9DAA-772900FB4034}"/>
              </a:ext>
            </a:extLst>
          </p:cNvPr>
          <p:cNvGraphicFramePr>
            <a:graphicFrameLocks noGrp="1"/>
          </p:cNvGraphicFramePr>
          <p:nvPr>
            <p:extLst>
              <p:ext uri="{D42A27DB-BD31-4B8C-83A1-F6EECF244321}">
                <p14:modId xmlns:p14="http://schemas.microsoft.com/office/powerpoint/2010/main" val="3990478988"/>
              </p:ext>
            </p:extLst>
          </p:nvPr>
        </p:nvGraphicFramePr>
        <p:xfrm>
          <a:off x="977900" y="1415759"/>
          <a:ext cx="7181232" cy="2969022"/>
        </p:xfrm>
        <a:graphic>
          <a:graphicData uri="http://schemas.openxmlformats.org/drawingml/2006/table">
            <a:tbl>
              <a:tblPr/>
              <a:tblGrid>
                <a:gridCol w="2133435">
                  <a:extLst>
                    <a:ext uri="{9D8B030D-6E8A-4147-A177-3AD203B41FA5}">
                      <a16:colId xmlns:a16="http://schemas.microsoft.com/office/drawing/2014/main" val="2607192638"/>
                    </a:ext>
                  </a:extLst>
                </a:gridCol>
                <a:gridCol w="5047797">
                  <a:extLst>
                    <a:ext uri="{9D8B030D-6E8A-4147-A177-3AD203B41FA5}">
                      <a16:colId xmlns:a16="http://schemas.microsoft.com/office/drawing/2014/main" val="2247347763"/>
                    </a:ext>
                  </a:extLst>
                </a:gridCol>
              </a:tblGrid>
              <a:tr h="330283">
                <a:tc>
                  <a:txBody>
                    <a:bodyPr/>
                    <a:lstStyle/>
                    <a:p>
                      <a:pPr>
                        <a:buNone/>
                      </a:pPr>
                      <a:r>
                        <a:rPr lang="en-US" sz="1200" b="1" dirty="0">
                          <a:latin typeface="Arial" panose="020B0604020202020204" pitchFamily="34" charset="0"/>
                          <a:cs typeface="Arial" panose="020B0604020202020204" pitchFamily="34" charset="0"/>
                        </a:rPr>
                        <a:t>Feature</a:t>
                      </a:r>
                    </a:p>
                  </a:txBody>
                  <a:tcPr marL="36463" marR="36463" marT="18231" marB="18231" anchor="ctr">
                    <a:lnL>
                      <a:noFill/>
                    </a:lnL>
                    <a:lnR>
                      <a:noFill/>
                    </a:lnR>
                    <a:lnT>
                      <a:noFill/>
                    </a:lnT>
                    <a:lnB>
                      <a:noFill/>
                    </a:lnB>
                    <a:noFill/>
                  </a:tcPr>
                </a:tc>
                <a:tc>
                  <a:txBody>
                    <a:bodyPr/>
                    <a:lstStyle/>
                    <a:p>
                      <a:pPr>
                        <a:buNone/>
                      </a:pPr>
                      <a:r>
                        <a:rPr lang="en-US" sz="1200" b="1" dirty="0">
                          <a:latin typeface="Arial" panose="020B0604020202020204" pitchFamily="34" charset="0"/>
                          <a:cs typeface="Arial" panose="020B0604020202020204" pitchFamily="34" charset="0"/>
                        </a:rPr>
                        <a:t>Benefit</a:t>
                      </a:r>
                    </a:p>
                  </a:txBody>
                  <a:tcPr marL="36463" marR="36463" marT="18231" marB="18231" anchor="ctr">
                    <a:lnL>
                      <a:noFill/>
                    </a:lnL>
                    <a:lnR>
                      <a:noFill/>
                    </a:lnR>
                    <a:lnT>
                      <a:noFill/>
                    </a:lnT>
                    <a:lnB>
                      <a:noFill/>
                    </a:lnB>
                    <a:noFill/>
                  </a:tcPr>
                </a:tc>
                <a:extLst>
                  <a:ext uri="{0D108BD9-81ED-4DB2-BD59-A6C34878D82A}">
                    <a16:rowId xmlns:a16="http://schemas.microsoft.com/office/drawing/2014/main" val="428745965"/>
                  </a:ext>
                </a:extLst>
              </a:tr>
              <a:tr h="330283">
                <a:tc>
                  <a:txBody>
                    <a:bodyPr/>
                    <a:lstStyle/>
                    <a:p>
                      <a:pPr>
                        <a:buNone/>
                      </a:pPr>
                      <a:r>
                        <a:rPr lang="en-VN" sz="1200" dirty="0">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rPr>
                        <a:t>Web + Mobile + API test</a:t>
                      </a:r>
                    </a:p>
                  </a:txBody>
                  <a:tcPr marL="36463" marR="36463" marT="18231" marB="18231" anchor="ctr">
                    <a:lnL>
                      <a:noFill/>
                    </a:lnL>
                    <a:lnR>
                      <a:noFill/>
                    </a:lnR>
                    <a:lnT>
                      <a:noFill/>
                    </a:lnT>
                    <a:lnB>
                      <a:noFill/>
                    </a:lnB>
                    <a:noFill/>
                  </a:tcPr>
                </a:tc>
                <a:tc>
                  <a:txBody>
                    <a:bodyPr/>
                    <a:lstStyle/>
                    <a:p>
                      <a:pPr>
                        <a:buNone/>
                      </a:pPr>
                      <a:r>
                        <a:rPr lang="en-US" sz="1200" dirty="0">
                          <a:latin typeface="Arial" panose="020B0604020202020204" pitchFamily="34" charset="0"/>
                          <a:cs typeface="Arial" panose="020B0604020202020204" pitchFamily="34" charset="0"/>
                        </a:rPr>
                        <a:t>One framework for all platforms: web, mobile, APIs and easy for extended usage</a:t>
                      </a:r>
                    </a:p>
                  </a:txBody>
                  <a:tcPr marL="36463" marR="36463" marT="18231" marB="18231" anchor="ctr">
                    <a:lnL>
                      <a:noFill/>
                    </a:lnL>
                    <a:lnR>
                      <a:noFill/>
                    </a:lnR>
                    <a:lnT>
                      <a:noFill/>
                    </a:lnT>
                    <a:lnB>
                      <a:noFill/>
                    </a:lnB>
                    <a:noFill/>
                  </a:tcPr>
                </a:tc>
                <a:extLst>
                  <a:ext uri="{0D108BD9-81ED-4DB2-BD59-A6C34878D82A}">
                    <a16:rowId xmlns:a16="http://schemas.microsoft.com/office/drawing/2014/main" val="1148130599"/>
                  </a:ext>
                </a:extLst>
              </a:tr>
              <a:tr h="330283">
                <a:tc>
                  <a:txBody>
                    <a:bodyPr/>
                    <a:lstStyle/>
                    <a:p>
                      <a:pPr>
                        <a:buNone/>
                      </a:pPr>
                      <a:r>
                        <a:rPr lang="en-US" sz="1200" dirty="0">
                          <a:latin typeface="Arial" panose="020B0604020202020204" pitchFamily="34" charset="0"/>
                          <a:cs typeface="Arial" panose="020B0604020202020204" pitchFamily="34" charset="0"/>
                        </a:rPr>
                        <a:t>⚙️ Easy to learn</a:t>
                      </a:r>
                    </a:p>
                  </a:txBody>
                  <a:tcPr marL="36463" marR="36463" marT="18231" marB="18231" anchor="ctr">
                    <a:lnL>
                      <a:noFill/>
                    </a:lnL>
                    <a:lnR>
                      <a:noFill/>
                    </a:lnR>
                    <a:lnT>
                      <a:noFill/>
                    </a:lnT>
                    <a:lnB>
                      <a:noFill/>
                    </a:lnB>
                    <a:noFill/>
                  </a:tcPr>
                </a:tc>
                <a:tc>
                  <a:txBody>
                    <a:bodyPr/>
                    <a:lstStyle/>
                    <a:p>
                      <a:pPr marL="171450" indent="-171450">
                        <a:buFont typeface="Arial" panose="020B0604020202020204" pitchFamily="34" charset="0"/>
                        <a:buChar char="•"/>
                      </a:pPr>
                      <a:r>
                        <a:rPr lang="en-US" sz="1200" dirty="0"/>
                        <a:t>Simple and Modern Syntax because native program language (JS, TS)</a:t>
                      </a:r>
                    </a:p>
                    <a:p>
                      <a:pPr marL="171450" indent="-171450">
                        <a:buFont typeface="Arial" panose="020B0604020202020204" pitchFamily="34" charset="0"/>
                        <a:buChar char="•"/>
                      </a:pPr>
                      <a:r>
                        <a:rPr lang="en-US" sz="1200" dirty="0"/>
                        <a:t>Good Documentation and Community Support</a:t>
                      </a:r>
                      <a:endParaRPr lang="en-US" sz="12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200" dirty="0"/>
                        <a:t>Fast Setup and Easy Maintenance</a:t>
                      </a:r>
                    </a:p>
                  </a:txBody>
                  <a:tcPr marL="36463" marR="36463" marT="18231" marB="18231" anchor="ctr">
                    <a:lnL>
                      <a:noFill/>
                    </a:lnL>
                    <a:lnR>
                      <a:noFill/>
                    </a:lnR>
                    <a:lnT>
                      <a:noFill/>
                    </a:lnT>
                    <a:lnB>
                      <a:noFill/>
                    </a:lnB>
                    <a:noFill/>
                  </a:tcPr>
                </a:tc>
                <a:extLst>
                  <a:ext uri="{0D108BD9-81ED-4DB2-BD59-A6C34878D82A}">
                    <a16:rowId xmlns:a16="http://schemas.microsoft.com/office/drawing/2014/main" val="264435725"/>
                  </a:ext>
                </a:extLst>
              </a:tr>
              <a:tr h="3302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VN" sz="1200" dirty="0"/>
                        <a:t>⚡</a:t>
                      </a:r>
                      <a:r>
                        <a:rPr lang="en-US" sz="1200" dirty="0">
                          <a:latin typeface="Arial" panose="020B0604020202020204" pitchFamily="34" charset="0"/>
                          <a:cs typeface="Arial" panose="020B0604020202020204" pitchFamily="34" charset="0"/>
                        </a:rPr>
                        <a:t> Live debug on execution</a:t>
                      </a:r>
                    </a:p>
                  </a:txBody>
                  <a:tcPr marL="36463" marR="36463" marT="18231" marB="18231" anchor="ctr">
                    <a:lnL>
                      <a:noFill/>
                    </a:lnL>
                    <a:lnR>
                      <a:noFill/>
                    </a:lnR>
                    <a:lnT>
                      <a:noFill/>
                    </a:lnT>
                    <a:lnB>
                      <a:noFill/>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latin typeface="Arial" panose="020B0604020202020204" pitchFamily="34" charset="0"/>
                          <a:cs typeface="Arial" panose="020B0604020202020204" pitchFamily="34" charset="0"/>
                        </a:rPr>
                        <a:t>Framework support pause and debug on test execution</a:t>
                      </a:r>
                    </a:p>
                  </a:txBody>
                  <a:tcPr marL="36463" marR="36463" marT="18231" marB="18231" anchor="ctr">
                    <a:lnL>
                      <a:noFill/>
                    </a:lnL>
                    <a:lnR>
                      <a:noFill/>
                    </a:lnR>
                    <a:lnT>
                      <a:noFill/>
                    </a:lnT>
                    <a:lnB>
                      <a:noFill/>
                    </a:lnB>
                    <a:noFill/>
                  </a:tcPr>
                </a:tc>
                <a:extLst>
                  <a:ext uri="{0D108BD9-81ED-4DB2-BD59-A6C34878D82A}">
                    <a16:rowId xmlns:a16="http://schemas.microsoft.com/office/drawing/2014/main" val="1741879932"/>
                  </a:ext>
                </a:extLst>
              </a:tr>
              <a:tr h="330283">
                <a:tc>
                  <a:txBody>
                    <a:bodyPr/>
                    <a:lstStyle/>
                    <a:p>
                      <a:pPr>
                        <a:buNone/>
                      </a:pPr>
                      <a:r>
                        <a:rPr lang="en-VN" sz="1200" dirty="0">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rPr>
                        <a:t>Parallel execution</a:t>
                      </a:r>
                    </a:p>
                  </a:txBody>
                  <a:tcPr marL="36463" marR="36463" marT="18231" marB="18231" anchor="ctr">
                    <a:lnL>
                      <a:noFill/>
                    </a:lnL>
                    <a:lnR>
                      <a:noFill/>
                    </a:lnR>
                    <a:lnT>
                      <a:noFill/>
                    </a:lnT>
                    <a:lnB>
                      <a:noFill/>
                    </a:lnB>
                    <a:noFill/>
                  </a:tcPr>
                </a:tc>
                <a:tc>
                  <a:txBody>
                    <a:bodyPr/>
                    <a:lstStyle/>
                    <a:p>
                      <a:pPr>
                        <a:buNone/>
                      </a:pPr>
                      <a:r>
                        <a:rPr lang="en-US" sz="1200" dirty="0">
                          <a:latin typeface="Arial" panose="020B0604020202020204" pitchFamily="34" charset="0"/>
                          <a:cs typeface="Arial" panose="020B0604020202020204" pitchFamily="34" charset="0"/>
                        </a:rPr>
                        <a:t>Framework configuration support</a:t>
                      </a:r>
                    </a:p>
                  </a:txBody>
                  <a:tcPr marL="36463" marR="36463" marT="18231" marB="18231" anchor="ctr">
                    <a:lnL>
                      <a:noFill/>
                    </a:lnL>
                    <a:lnR>
                      <a:noFill/>
                    </a:lnR>
                    <a:lnT>
                      <a:noFill/>
                    </a:lnT>
                    <a:lnB>
                      <a:noFill/>
                    </a:lnB>
                    <a:noFill/>
                  </a:tcPr>
                </a:tc>
                <a:extLst>
                  <a:ext uri="{0D108BD9-81ED-4DB2-BD59-A6C34878D82A}">
                    <a16:rowId xmlns:a16="http://schemas.microsoft.com/office/drawing/2014/main" val="3379392684"/>
                  </a:ext>
                </a:extLst>
              </a:tr>
              <a:tr h="330283">
                <a:tc>
                  <a:txBody>
                    <a:bodyPr/>
                    <a:lstStyle/>
                    <a:p>
                      <a:pPr>
                        <a:buNone/>
                      </a:pPr>
                      <a:r>
                        <a:rPr lang="en-VN" sz="1200">
                          <a:latin typeface="Arial" panose="020B0604020202020204" pitchFamily="34" charset="0"/>
                          <a:cs typeface="Arial" panose="020B0604020202020204" pitchFamily="34" charset="0"/>
                        </a:rPr>
                        <a:t>📊 </a:t>
                      </a:r>
                      <a:r>
                        <a:rPr lang="en-US" sz="1200">
                          <a:latin typeface="Arial" panose="020B0604020202020204" pitchFamily="34" charset="0"/>
                          <a:cs typeface="Arial" panose="020B0604020202020204" pitchFamily="34" charset="0"/>
                        </a:rPr>
                        <a:t>Allure reporting</a:t>
                      </a:r>
                    </a:p>
                  </a:txBody>
                  <a:tcPr marL="36463" marR="36463" marT="18231" marB="18231" anchor="ctr">
                    <a:lnL>
                      <a:noFill/>
                    </a:lnL>
                    <a:lnR>
                      <a:noFill/>
                    </a:lnR>
                    <a:lnT>
                      <a:noFill/>
                    </a:lnT>
                    <a:lnB>
                      <a:noFill/>
                    </a:lnB>
                    <a:noFill/>
                  </a:tcPr>
                </a:tc>
                <a:tc>
                  <a:txBody>
                    <a:bodyPr/>
                    <a:lstStyle/>
                    <a:p>
                      <a:pPr>
                        <a:buNone/>
                      </a:pPr>
                      <a:r>
                        <a:rPr lang="en-US" sz="1200" dirty="0">
                          <a:latin typeface="Arial" panose="020B0604020202020204" pitchFamily="34" charset="0"/>
                          <a:cs typeface="Arial" panose="020B0604020202020204" pitchFamily="34" charset="0"/>
                        </a:rPr>
                        <a:t>Clear html reports on various metric</a:t>
                      </a:r>
                    </a:p>
                  </a:txBody>
                  <a:tcPr marL="36463" marR="36463" marT="18231" marB="18231" anchor="ctr">
                    <a:lnL>
                      <a:noFill/>
                    </a:lnL>
                    <a:lnR>
                      <a:noFill/>
                    </a:lnR>
                    <a:lnT>
                      <a:noFill/>
                    </a:lnT>
                    <a:lnB>
                      <a:noFill/>
                    </a:lnB>
                    <a:noFill/>
                  </a:tcPr>
                </a:tc>
                <a:extLst>
                  <a:ext uri="{0D108BD9-81ED-4DB2-BD59-A6C34878D82A}">
                    <a16:rowId xmlns:a16="http://schemas.microsoft.com/office/drawing/2014/main" val="1778075290"/>
                  </a:ext>
                </a:extLst>
              </a:tr>
              <a:tr h="330283">
                <a:tc>
                  <a:txBody>
                    <a:bodyPr/>
                    <a:lstStyle/>
                    <a:p>
                      <a:pPr>
                        <a:buNone/>
                      </a:pPr>
                      <a:r>
                        <a:rPr lang="en-VN" sz="1200" dirty="0">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rPr>
                        <a:t>Strong open-source</a:t>
                      </a:r>
                    </a:p>
                  </a:txBody>
                  <a:tcPr marL="36463" marR="36463" marT="18231" marB="18231" anchor="ctr">
                    <a:lnL>
                      <a:noFill/>
                    </a:lnL>
                    <a:lnR>
                      <a:noFill/>
                    </a:lnR>
                    <a:lnT>
                      <a:noFill/>
                    </a:lnT>
                    <a:lnB>
                      <a:noFill/>
                    </a:lnB>
                    <a:noFill/>
                  </a:tcPr>
                </a:tc>
                <a:tc>
                  <a:txBody>
                    <a:bodyPr/>
                    <a:lstStyle/>
                    <a:p>
                      <a:pPr>
                        <a:buNone/>
                      </a:pPr>
                      <a:r>
                        <a:rPr lang="en-US" sz="1200">
                          <a:latin typeface="Arial" panose="020B0604020202020204" pitchFamily="34" charset="0"/>
                          <a:cs typeface="Arial" panose="020B0604020202020204" pitchFamily="34" charset="0"/>
                        </a:rPr>
                        <a:t>Reliable documentation</a:t>
                      </a:r>
                    </a:p>
                  </a:txBody>
                  <a:tcPr marL="36463" marR="36463" marT="18231" marB="18231" anchor="ctr">
                    <a:lnL>
                      <a:noFill/>
                    </a:lnL>
                    <a:lnR>
                      <a:noFill/>
                    </a:lnR>
                    <a:lnT>
                      <a:noFill/>
                    </a:lnT>
                    <a:lnB>
                      <a:noFill/>
                    </a:lnB>
                    <a:noFill/>
                  </a:tcPr>
                </a:tc>
                <a:extLst>
                  <a:ext uri="{0D108BD9-81ED-4DB2-BD59-A6C34878D82A}">
                    <a16:rowId xmlns:a16="http://schemas.microsoft.com/office/drawing/2014/main" val="2626819754"/>
                  </a:ext>
                </a:extLst>
              </a:tr>
              <a:tr h="330283">
                <a:tc>
                  <a:txBody>
                    <a:bodyPr/>
                    <a:lstStyle/>
                    <a:p>
                      <a:pPr>
                        <a:buNone/>
                      </a:pPr>
                      <a:r>
                        <a:rPr lang="en-VN" sz="1200">
                          <a:latin typeface="Arial" panose="020B0604020202020204" pitchFamily="34" charset="0"/>
                          <a:cs typeface="Arial" panose="020B0604020202020204" pitchFamily="34" charset="0"/>
                        </a:rPr>
                        <a:t>🔄 </a:t>
                      </a:r>
                      <a:r>
                        <a:rPr lang="en-US" sz="1200">
                          <a:latin typeface="Arial" panose="020B0604020202020204" pitchFamily="34" charset="0"/>
                          <a:cs typeface="Arial" panose="020B0604020202020204" pitchFamily="34" charset="0"/>
                        </a:rPr>
                        <a:t>CI/CD friendly</a:t>
                      </a:r>
                    </a:p>
                  </a:txBody>
                  <a:tcPr marL="36463" marR="36463" marT="18231" marB="18231" anchor="ctr">
                    <a:lnL>
                      <a:noFill/>
                    </a:lnL>
                    <a:lnR>
                      <a:noFill/>
                    </a:lnR>
                    <a:lnT>
                      <a:noFill/>
                    </a:lnT>
                    <a:lnB>
                      <a:noFill/>
                    </a:lnB>
                    <a:noFill/>
                  </a:tcPr>
                </a:tc>
                <a:tc>
                  <a:txBody>
                    <a:bodyPr/>
                    <a:lstStyle/>
                    <a:p>
                      <a:pPr>
                        <a:buNone/>
                      </a:pPr>
                      <a:r>
                        <a:rPr lang="en-US" sz="1200" dirty="0">
                          <a:latin typeface="Arial" panose="020B0604020202020204" pitchFamily="34" charset="0"/>
                          <a:cs typeface="Arial" panose="020B0604020202020204" pitchFamily="34" charset="0"/>
                        </a:rPr>
                        <a:t>Works with Jenkins/GitHub/…</a:t>
                      </a:r>
                    </a:p>
                  </a:txBody>
                  <a:tcPr marL="36463" marR="36463" marT="18231" marB="18231" anchor="ctr">
                    <a:lnL>
                      <a:noFill/>
                    </a:lnL>
                    <a:lnR>
                      <a:noFill/>
                    </a:lnR>
                    <a:lnT>
                      <a:noFill/>
                    </a:lnT>
                    <a:lnB>
                      <a:noFill/>
                    </a:lnB>
                    <a:noFill/>
                  </a:tcPr>
                </a:tc>
                <a:extLst>
                  <a:ext uri="{0D108BD9-81ED-4DB2-BD59-A6C34878D82A}">
                    <a16:rowId xmlns:a16="http://schemas.microsoft.com/office/drawing/2014/main" val="1448056771"/>
                  </a:ext>
                </a:extLst>
              </a:tr>
            </a:tbl>
          </a:graphicData>
        </a:graphic>
      </p:graphicFrame>
    </p:spTree>
    <p:extLst>
      <p:ext uri="{BB962C8B-B14F-4D97-AF65-F5344CB8AC3E}">
        <p14:creationId xmlns:p14="http://schemas.microsoft.com/office/powerpoint/2010/main" val="2622184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71BDC-EA66-C860-58AB-59CF7496F267}"/>
            </a:ext>
          </a:extLst>
        </p:cNvPr>
        <p:cNvGrpSpPr/>
        <p:nvPr/>
      </p:nvGrpSpPr>
      <p:grpSpPr>
        <a:xfrm>
          <a:off x="0" y="0"/>
          <a:ext cx="0" cy="0"/>
          <a:chOff x="0" y="0"/>
          <a:chExt cx="0" cy="0"/>
        </a:xfrm>
      </p:grpSpPr>
      <p:sp>
        <p:nvSpPr>
          <p:cNvPr id="105473" name="Title 1">
            <a:extLst>
              <a:ext uri="{FF2B5EF4-FFF2-40B4-BE49-F238E27FC236}">
                <a16:creationId xmlns:a16="http://schemas.microsoft.com/office/drawing/2014/main" id="{FA8FD5D7-C8A0-587D-795C-BE6752EDFDCA}"/>
              </a:ext>
            </a:extLst>
          </p:cNvPr>
          <p:cNvSpPr>
            <a:spLocks noGrp="1" noChangeArrowheads="1"/>
          </p:cNvSpPr>
          <p:nvPr>
            <p:ph type="title"/>
          </p:nvPr>
        </p:nvSpPr>
        <p:spPr/>
        <p:txBody>
          <a:bodyPr/>
          <a:lstStyle/>
          <a:p>
            <a:pPr eaLnBrk="1" hangingPunct="1"/>
            <a:r>
              <a:rPr lang="en-US" dirty="0"/>
              <a:t>4 – Project Structure</a:t>
            </a:r>
          </a:p>
        </p:txBody>
      </p:sp>
      <p:sp>
        <p:nvSpPr>
          <p:cNvPr id="105474" name="Text Placeholder 2">
            <a:extLst>
              <a:ext uri="{FF2B5EF4-FFF2-40B4-BE49-F238E27FC236}">
                <a16:creationId xmlns:a16="http://schemas.microsoft.com/office/drawing/2014/main" id="{6C1E910C-3C93-5045-4B9C-72B6FC3A5511}"/>
              </a:ext>
            </a:extLst>
          </p:cNvPr>
          <p:cNvSpPr>
            <a:spLocks noGrp="1" noChangeArrowheads="1"/>
          </p:cNvSpPr>
          <p:nvPr>
            <p:ph type="body" sz="quarter" idx="10"/>
          </p:nvPr>
        </p:nvSpPr>
        <p:spPr>
          <a:xfrm>
            <a:off x="973138" y="1055688"/>
            <a:ext cx="7191375" cy="3679825"/>
          </a:xfrm>
        </p:spPr>
        <p:txBody>
          <a:bodyPr/>
          <a:lstStyle/>
          <a:p>
            <a:pPr marL="0" indent="0">
              <a:buNone/>
            </a:pPr>
            <a:r>
              <a:rPr lang="en-US" altLang="en-VN" sz="1200" b="1" dirty="0">
                <a:ea typeface="Geneva" panose="020B0503030404040204" pitchFamily="34" charset="0"/>
              </a:rPr>
              <a:t>project-root/</a:t>
            </a:r>
          </a:p>
          <a:p>
            <a:pPr marL="0" indent="0">
              <a:buNone/>
            </a:pPr>
            <a:r>
              <a:rPr lang="en-US" altLang="en-VN" sz="1200" dirty="0">
                <a:ea typeface="Geneva" panose="020B0503030404040204" pitchFamily="34" charset="0"/>
              </a:rPr>
              <a:t> ├── config/</a:t>
            </a:r>
          </a:p>
          <a:p>
            <a:pPr marL="0" indent="0">
              <a:buNone/>
            </a:pPr>
            <a:r>
              <a:rPr lang="en-US" altLang="en-VN" sz="1200" dirty="0">
                <a:ea typeface="Geneva" panose="020B0503030404040204" pitchFamily="34" charset="0"/>
              </a:rPr>
              <a:t> │    ├── </a:t>
            </a:r>
            <a:r>
              <a:rPr lang="en-US" altLang="en-VN" sz="1200" dirty="0" err="1">
                <a:ea typeface="Geneva" panose="020B0503030404040204" pitchFamily="34" charset="0"/>
              </a:rPr>
              <a:t>wdio.shared.conf.ts</a:t>
            </a:r>
            <a:r>
              <a:rPr lang="en-US" altLang="en-VN" sz="1200" dirty="0">
                <a:ea typeface="Geneva" panose="020B0503030404040204" pitchFamily="34" charset="0"/>
              </a:rPr>
              <a:t>, </a:t>
            </a:r>
            <a:r>
              <a:rPr lang="en-US" altLang="en-VN" sz="1200" dirty="0" err="1">
                <a:ea typeface="Geneva" panose="020B0503030404040204" pitchFamily="34" charset="0"/>
              </a:rPr>
              <a:t>wdio.api.conf.ts</a:t>
            </a:r>
            <a:r>
              <a:rPr lang="en-US" altLang="en-VN" sz="1200" dirty="0">
                <a:ea typeface="Geneva" panose="020B0503030404040204" pitchFamily="34" charset="0"/>
              </a:rPr>
              <a:t>, </a:t>
            </a:r>
            <a:r>
              <a:rPr lang="en-US" altLang="en-VN" sz="1200" dirty="0" err="1">
                <a:ea typeface="Geneva" panose="020B0503030404040204" pitchFamily="34" charset="0"/>
              </a:rPr>
              <a:t>wdio.browser.conf.ts</a:t>
            </a:r>
            <a:r>
              <a:rPr lang="en-US" altLang="en-VN" sz="1200" dirty="0">
                <a:ea typeface="Geneva" panose="020B0503030404040204" pitchFamily="34" charset="0"/>
              </a:rPr>
              <a:t>, </a:t>
            </a:r>
            <a:r>
              <a:rPr lang="en-US" altLang="en-VN" sz="1200" dirty="0" err="1">
                <a:ea typeface="Geneva" panose="020B0503030404040204" pitchFamily="34" charset="0"/>
              </a:rPr>
              <a:t>wdio.ios.app.conf.ts</a:t>
            </a:r>
            <a:r>
              <a:rPr lang="en-US" altLang="en-VN" sz="1200" dirty="0">
                <a:ea typeface="Geneva" panose="020B0503030404040204" pitchFamily="34" charset="0"/>
              </a:rPr>
              <a:t>, …</a:t>
            </a:r>
          </a:p>
          <a:p>
            <a:pPr marL="0" indent="0">
              <a:buNone/>
            </a:pPr>
            <a:r>
              <a:rPr lang="en-US" altLang="en-VN" sz="1200" dirty="0">
                <a:ea typeface="Geneva" panose="020B0503030404040204" pitchFamily="34" charset="0"/>
              </a:rPr>
              <a:t>├── test/</a:t>
            </a:r>
          </a:p>
          <a:p>
            <a:pPr marL="0" indent="0">
              <a:buNone/>
            </a:pPr>
            <a:r>
              <a:rPr lang="en-US" altLang="en-VN" sz="1200" dirty="0">
                <a:ea typeface="Geneva" panose="020B0503030404040204" pitchFamily="34" charset="0"/>
              </a:rPr>
              <a:t> │    ├── </a:t>
            </a:r>
            <a:r>
              <a:rPr lang="en-US" altLang="en-VN" sz="1200" dirty="0" err="1">
                <a:ea typeface="Geneva" panose="020B0503030404040204" pitchFamily="34" charset="0"/>
              </a:rPr>
              <a:t>UI_test</a:t>
            </a:r>
            <a:endParaRPr lang="en-US" altLang="en-VN" sz="1200" dirty="0">
              <a:ea typeface="Geneva" panose="020B0503030404040204" pitchFamily="34" charset="0"/>
            </a:endParaRPr>
          </a:p>
          <a:p>
            <a:pPr marL="0" indent="0">
              <a:buNone/>
            </a:pPr>
            <a:r>
              <a:rPr lang="en-US" altLang="en-VN" sz="1200" dirty="0">
                <a:ea typeface="Geneva" panose="020B0503030404040204" pitchFamily="34" charset="0"/>
              </a:rPr>
              <a:t> │    │     ├── helpers</a:t>
            </a:r>
          </a:p>
          <a:p>
            <a:pPr marL="0" indent="0">
              <a:buNone/>
            </a:pPr>
            <a:r>
              <a:rPr lang="en-US" altLang="en-VN" sz="1200" dirty="0">
                <a:ea typeface="Geneva" panose="020B0503030404040204" pitchFamily="34" charset="0"/>
              </a:rPr>
              <a:t> │    │     ├── specs/ (web, </a:t>
            </a:r>
            <a:r>
              <a:rPr lang="en-US" altLang="en-VN" sz="1200" dirty="0" err="1">
                <a:ea typeface="Geneva" panose="020B0503030404040204" pitchFamily="34" charset="0"/>
              </a:rPr>
              <a:t>ios</a:t>
            </a:r>
            <a:r>
              <a:rPr lang="en-US" altLang="en-VN" sz="1200" dirty="0">
                <a:ea typeface="Geneva" panose="020B0503030404040204" pitchFamily="34" charset="0"/>
              </a:rPr>
              <a:t>, combine test)</a:t>
            </a:r>
          </a:p>
          <a:p>
            <a:pPr marL="0" indent="0">
              <a:buNone/>
            </a:pPr>
            <a:r>
              <a:rPr lang="en-US" altLang="en-VN" sz="1200" dirty="0">
                <a:ea typeface="Geneva" panose="020B0503030404040204" pitchFamily="34" charset="0"/>
              </a:rPr>
              <a:t> │    │     ├── </a:t>
            </a:r>
            <a:r>
              <a:rPr lang="en-US" altLang="en-VN" sz="1200" dirty="0" err="1">
                <a:ea typeface="Geneva" panose="020B0503030404040204" pitchFamily="34" charset="0"/>
              </a:rPr>
              <a:t>pageobjects</a:t>
            </a:r>
            <a:r>
              <a:rPr lang="en-US" altLang="en-VN" sz="1200" dirty="0">
                <a:ea typeface="Geneva" panose="020B0503030404040204" pitchFamily="34" charset="0"/>
              </a:rPr>
              <a:t>/</a:t>
            </a:r>
          </a:p>
          <a:p>
            <a:pPr marL="0" indent="0">
              <a:buNone/>
            </a:pPr>
            <a:r>
              <a:rPr lang="en-US" altLang="en-VN" sz="1200" dirty="0">
                <a:ea typeface="Geneva" panose="020B0503030404040204" pitchFamily="34" charset="0"/>
              </a:rPr>
              <a:t> │    │     └── </a:t>
            </a:r>
            <a:r>
              <a:rPr lang="en-US" altLang="en-VN" sz="1200" dirty="0" err="1">
                <a:ea typeface="Geneva" panose="020B0503030404040204" pitchFamily="34" charset="0"/>
              </a:rPr>
              <a:t>screenobjects</a:t>
            </a:r>
            <a:r>
              <a:rPr lang="en-US" altLang="en-VN" sz="1200" dirty="0">
                <a:ea typeface="Geneva" panose="020B0503030404040204" pitchFamily="34" charset="0"/>
              </a:rPr>
              <a:t>/</a:t>
            </a:r>
          </a:p>
          <a:p>
            <a:pPr marL="0" indent="0">
              <a:buNone/>
            </a:pPr>
            <a:r>
              <a:rPr lang="en-US" altLang="en-VN" sz="1200" dirty="0">
                <a:ea typeface="Geneva" panose="020B0503030404040204" pitchFamily="34" charset="0"/>
              </a:rPr>
              <a:t> │    ├── </a:t>
            </a:r>
            <a:r>
              <a:rPr lang="en-US" altLang="en-VN" sz="1200" dirty="0" err="1">
                <a:ea typeface="Geneva" panose="020B0503030404040204" pitchFamily="34" charset="0"/>
              </a:rPr>
              <a:t>API_test</a:t>
            </a:r>
            <a:endParaRPr lang="en-US" altLang="en-VN" sz="1200" dirty="0">
              <a:ea typeface="Geneva" panose="020B0503030404040204" pitchFamily="34" charset="0"/>
            </a:endParaRPr>
          </a:p>
          <a:p>
            <a:pPr marL="0" indent="0">
              <a:buNone/>
            </a:pPr>
            <a:r>
              <a:rPr lang="en-US" altLang="en-VN" sz="1200" dirty="0">
                <a:ea typeface="Geneva" panose="020B0503030404040204" pitchFamily="34" charset="0"/>
              </a:rPr>
              <a:t> │    │     ├── helpers</a:t>
            </a:r>
          </a:p>
          <a:p>
            <a:pPr marL="0" indent="0">
              <a:buNone/>
            </a:pPr>
            <a:r>
              <a:rPr lang="en-US" altLang="en-VN" sz="1200" dirty="0">
                <a:ea typeface="Geneva" panose="020B0503030404040204" pitchFamily="34" charset="0"/>
              </a:rPr>
              <a:t> │    │     ├── specs/ (APIs test)</a:t>
            </a:r>
          </a:p>
          <a:p>
            <a:pPr marL="0" indent="0">
              <a:buNone/>
            </a:pPr>
            <a:r>
              <a:rPr lang="en-US" altLang="en-VN" sz="1200" dirty="0">
                <a:ea typeface="Geneva" panose="020B0503030404040204" pitchFamily="34" charset="0"/>
              </a:rPr>
              <a:t> │    │     ├── services/</a:t>
            </a:r>
          </a:p>
          <a:p>
            <a:pPr marL="0" indent="0">
              <a:buNone/>
            </a:pPr>
            <a:r>
              <a:rPr lang="en-US" altLang="en-VN" sz="1200" dirty="0">
                <a:ea typeface="Geneva" panose="020B0503030404040204" pitchFamily="34" charset="0"/>
              </a:rPr>
              <a:t> │    │     └── </a:t>
            </a:r>
            <a:r>
              <a:rPr lang="en-US" altLang="en-VN" sz="1200" dirty="0" err="1">
                <a:ea typeface="Geneva" panose="020B0503030404040204" pitchFamily="34" charset="0"/>
              </a:rPr>
              <a:t>test_data</a:t>
            </a:r>
            <a:r>
              <a:rPr lang="en-US" altLang="en-VN" sz="1200" dirty="0">
                <a:ea typeface="Geneva" panose="020B0503030404040204" pitchFamily="34" charset="0"/>
              </a:rPr>
              <a:t>/</a:t>
            </a:r>
          </a:p>
          <a:p>
            <a:pPr marL="0" indent="0">
              <a:buNone/>
            </a:pPr>
            <a:r>
              <a:rPr lang="en-US" altLang="en-VN" sz="1200" dirty="0">
                <a:ea typeface="Geneva" panose="020B0503030404040204" pitchFamily="34" charset="0"/>
              </a:rPr>
              <a:t> └── allure-report/</a:t>
            </a:r>
          </a:p>
          <a:p>
            <a:pPr marL="0" indent="0">
              <a:buNone/>
            </a:pPr>
            <a:r>
              <a:rPr lang="en-US" altLang="en-VN" sz="1200" dirty="0">
                <a:ea typeface="Geneva" panose="020B0503030404040204" pitchFamily="34" charset="0"/>
              </a:rPr>
              <a:t> </a:t>
            </a:r>
            <a:endParaRPr lang="en-VN" altLang="en-VN" sz="1200" dirty="0">
              <a:ea typeface="Geneva" panose="020B0503030404040204" pitchFamily="34" charset="0"/>
            </a:endParaRPr>
          </a:p>
        </p:txBody>
      </p:sp>
      <p:sp>
        <p:nvSpPr>
          <p:cNvPr id="105475" name="Text Placeholder 3">
            <a:extLst>
              <a:ext uri="{FF2B5EF4-FFF2-40B4-BE49-F238E27FC236}">
                <a16:creationId xmlns:a16="http://schemas.microsoft.com/office/drawing/2014/main" id="{B54F095D-1CEB-D999-AA48-47074DC18F89}"/>
              </a:ext>
            </a:extLst>
          </p:cNvPr>
          <p:cNvSpPr>
            <a:spLocks noGrp="1" noChangeArrowheads="1"/>
          </p:cNvSpPr>
          <p:nvPr>
            <p:ph type="body" sz="quarter" idx="12"/>
          </p:nvPr>
        </p:nvSpPr>
        <p:spPr>
          <a:xfrm>
            <a:off x="3371850" y="85725"/>
            <a:ext cx="720725" cy="249238"/>
          </a:xfrm>
        </p:spPr>
        <p:txBody>
          <a:bodyPr/>
          <a:lstStyle/>
          <a:p>
            <a:pPr>
              <a:spcBef>
                <a:spcPct val="0"/>
              </a:spcBef>
            </a:pPr>
            <a:endParaRPr lang="en-VN" altLang="en-VN">
              <a:ea typeface="Geneva" panose="020B0503030404040204" pitchFamily="34" charset="0"/>
            </a:endParaRPr>
          </a:p>
        </p:txBody>
      </p:sp>
      <p:sp>
        <p:nvSpPr>
          <p:cNvPr id="5" name="Footer Placeholder 4">
            <a:extLst>
              <a:ext uri="{FF2B5EF4-FFF2-40B4-BE49-F238E27FC236}">
                <a16:creationId xmlns:a16="http://schemas.microsoft.com/office/drawing/2014/main" id="{9448029C-0C5A-2520-62B5-6274AB9E2091}"/>
              </a:ext>
            </a:extLst>
          </p:cNvPr>
          <p:cNvSpPr>
            <a:spLocks noGrp="1"/>
          </p:cNvSpPr>
          <p:nvPr>
            <p:ph type="ftr" sz="quarter" idx="13"/>
          </p:nvPr>
        </p:nvSpPr>
        <p:spPr/>
        <p:txBody>
          <a:bodyPr/>
          <a:lstStyle/>
          <a:p>
            <a:pPr>
              <a:defRPr/>
            </a:pPr>
            <a:r>
              <a:rPr lang="en-GB"/>
              <a:t>Type here if  add info needed  for every slide</a:t>
            </a:r>
          </a:p>
        </p:txBody>
      </p:sp>
      <p:sp>
        <p:nvSpPr>
          <p:cNvPr id="6" name="Date Placeholder 5">
            <a:extLst>
              <a:ext uri="{FF2B5EF4-FFF2-40B4-BE49-F238E27FC236}">
                <a16:creationId xmlns:a16="http://schemas.microsoft.com/office/drawing/2014/main" id="{AA23A5DD-4DB1-2B45-66BA-C6718970AAB6}"/>
              </a:ext>
            </a:extLst>
          </p:cNvPr>
          <p:cNvSpPr>
            <a:spLocks noGrp="1"/>
          </p:cNvSpPr>
          <p:nvPr>
            <p:ph type="dt" sz="quarter" idx="14"/>
          </p:nvPr>
        </p:nvSpPr>
        <p:spPr/>
        <p:txBody>
          <a:bodyPr/>
          <a:lstStyle/>
          <a:p>
            <a:pPr>
              <a:defRPr/>
            </a:pPr>
            <a:fld id="{4B5B1FFF-5B18-C443-BA38-A2B00367752F}" type="datetime4">
              <a:rPr lang="en-GB" smtClean="0"/>
              <a:pPr>
                <a:defRPr/>
              </a:pPr>
              <a:t>25 November 2025</a:t>
            </a:fld>
            <a:endParaRPr lang="en-GB" dirty="0"/>
          </a:p>
        </p:txBody>
      </p:sp>
    </p:spTree>
    <p:extLst>
      <p:ext uri="{BB962C8B-B14F-4D97-AF65-F5344CB8AC3E}">
        <p14:creationId xmlns:p14="http://schemas.microsoft.com/office/powerpoint/2010/main" val="1002607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40C60-D51B-310A-5188-6CA13B24BB1A}"/>
            </a:ext>
          </a:extLst>
        </p:cNvPr>
        <p:cNvGrpSpPr/>
        <p:nvPr/>
      </p:nvGrpSpPr>
      <p:grpSpPr>
        <a:xfrm>
          <a:off x="0" y="0"/>
          <a:ext cx="0" cy="0"/>
          <a:chOff x="0" y="0"/>
          <a:chExt cx="0" cy="0"/>
        </a:xfrm>
      </p:grpSpPr>
      <p:sp>
        <p:nvSpPr>
          <p:cNvPr id="105473" name="Title 1">
            <a:extLst>
              <a:ext uri="{FF2B5EF4-FFF2-40B4-BE49-F238E27FC236}">
                <a16:creationId xmlns:a16="http://schemas.microsoft.com/office/drawing/2014/main" id="{C5435071-6A19-776C-01F5-1E20775384A7}"/>
              </a:ext>
            </a:extLst>
          </p:cNvPr>
          <p:cNvSpPr>
            <a:spLocks noGrp="1" noChangeArrowheads="1"/>
          </p:cNvSpPr>
          <p:nvPr>
            <p:ph type="title"/>
          </p:nvPr>
        </p:nvSpPr>
        <p:spPr/>
        <p:txBody>
          <a:bodyPr/>
          <a:lstStyle/>
          <a:p>
            <a:pPr eaLnBrk="1" hangingPunct="1"/>
            <a:r>
              <a:rPr lang="en-US" dirty="0"/>
              <a:t>5 – Test Execution &amp; Commands</a:t>
            </a:r>
          </a:p>
        </p:txBody>
      </p:sp>
      <p:sp>
        <p:nvSpPr>
          <p:cNvPr id="105475" name="Text Placeholder 3">
            <a:extLst>
              <a:ext uri="{FF2B5EF4-FFF2-40B4-BE49-F238E27FC236}">
                <a16:creationId xmlns:a16="http://schemas.microsoft.com/office/drawing/2014/main" id="{BF78250E-2CAE-87A8-CB81-4E4D618747F1}"/>
              </a:ext>
            </a:extLst>
          </p:cNvPr>
          <p:cNvSpPr>
            <a:spLocks noGrp="1" noChangeArrowheads="1"/>
          </p:cNvSpPr>
          <p:nvPr>
            <p:ph type="body" sz="quarter" idx="12"/>
          </p:nvPr>
        </p:nvSpPr>
        <p:spPr>
          <a:xfrm>
            <a:off x="3371850" y="85725"/>
            <a:ext cx="720725" cy="249238"/>
          </a:xfrm>
        </p:spPr>
        <p:txBody>
          <a:bodyPr/>
          <a:lstStyle/>
          <a:p>
            <a:pPr>
              <a:spcBef>
                <a:spcPct val="0"/>
              </a:spcBef>
            </a:pPr>
            <a:endParaRPr lang="en-VN" altLang="en-VN">
              <a:ea typeface="Geneva" panose="020B0503030404040204" pitchFamily="34" charset="0"/>
            </a:endParaRPr>
          </a:p>
        </p:txBody>
      </p:sp>
      <p:sp>
        <p:nvSpPr>
          <p:cNvPr id="5" name="Footer Placeholder 4">
            <a:extLst>
              <a:ext uri="{FF2B5EF4-FFF2-40B4-BE49-F238E27FC236}">
                <a16:creationId xmlns:a16="http://schemas.microsoft.com/office/drawing/2014/main" id="{EC3ADC2D-9B84-3A24-DDE7-F4C72DC71A62}"/>
              </a:ext>
            </a:extLst>
          </p:cNvPr>
          <p:cNvSpPr>
            <a:spLocks noGrp="1"/>
          </p:cNvSpPr>
          <p:nvPr>
            <p:ph type="ftr" sz="quarter" idx="13"/>
          </p:nvPr>
        </p:nvSpPr>
        <p:spPr/>
        <p:txBody>
          <a:bodyPr/>
          <a:lstStyle/>
          <a:p>
            <a:pPr>
              <a:defRPr/>
            </a:pPr>
            <a:r>
              <a:rPr lang="en-GB"/>
              <a:t>Type here if  add info needed  for every slide</a:t>
            </a:r>
          </a:p>
        </p:txBody>
      </p:sp>
      <p:sp>
        <p:nvSpPr>
          <p:cNvPr id="6" name="Date Placeholder 5">
            <a:extLst>
              <a:ext uri="{FF2B5EF4-FFF2-40B4-BE49-F238E27FC236}">
                <a16:creationId xmlns:a16="http://schemas.microsoft.com/office/drawing/2014/main" id="{2032FDBE-AD12-2DC8-5C42-90E8FCC02D7C}"/>
              </a:ext>
            </a:extLst>
          </p:cNvPr>
          <p:cNvSpPr>
            <a:spLocks noGrp="1"/>
          </p:cNvSpPr>
          <p:nvPr>
            <p:ph type="dt" sz="quarter" idx="14"/>
          </p:nvPr>
        </p:nvSpPr>
        <p:spPr/>
        <p:txBody>
          <a:bodyPr/>
          <a:lstStyle/>
          <a:p>
            <a:pPr>
              <a:defRPr/>
            </a:pPr>
            <a:fld id="{4B5B1FFF-5B18-C443-BA38-A2B00367752F}" type="datetime4">
              <a:rPr lang="en-GB" smtClean="0"/>
              <a:pPr>
                <a:defRPr/>
              </a:pPr>
              <a:t>25 November 2025</a:t>
            </a:fld>
            <a:endParaRPr lang="en-GB" dirty="0"/>
          </a:p>
        </p:txBody>
      </p:sp>
      <p:graphicFrame>
        <p:nvGraphicFramePr>
          <p:cNvPr id="3" name="Table 2">
            <a:extLst>
              <a:ext uri="{FF2B5EF4-FFF2-40B4-BE49-F238E27FC236}">
                <a16:creationId xmlns:a16="http://schemas.microsoft.com/office/drawing/2014/main" id="{ED6A9645-49EC-6C0B-1BD5-64F11D316D93}"/>
              </a:ext>
            </a:extLst>
          </p:cNvPr>
          <p:cNvGraphicFramePr>
            <a:graphicFrameLocks noGrp="1"/>
          </p:cNvGraphicFramePr>
          <p:nvPr>
            <p:extLst>
              <p:ext uri="{D42A27DB-BD31-4B8C-83A1-F6EECF244321}">
                <p14:modId xmlns:p14="http://schemas.microsoft.com/office/powerpoint/2010/main" val="1329653989"/>
              </p:ext>
            </p:extLst>
          </p:nvPr>
        </p:nvGraphicFramePr>
        <p:xfrm>
          <a:off x="977900" y="1369500"/>
          <a:ext cx="7549067" cy="2750485"/>
        </p:xfrm>
        <a:graphic>
          <a:graphicData uri="http://schemas.openxmlformats.org/drawingml/2006/table">
            <a:tbl>
              <a:tblPr/>
              <a:tblGrid>
                <a:gridCol w="1932423">
                  <a:extLst>
                    <a:ext uri="{9D8B030D-6E8A-4147-A177-3AD203B41FA5}">
                      <a16:colId xmlns:a16="http://schemas.microsoft.com/office/drawing/2014/main" val="3706307103"/>
                    </a:ext>
                  </a:extLst>
                </a:gridCol>
                <a:gridCol w="5616644">
                  <a:extLst>
                    <a:ext uri="{9D8B030D-6E8A-4147-A177-3AD203B41FA5}">
                      <a16:colId xmlns:a16="http://schemas.microsoft.com/office/drawing/2014/main" val="2249506227"/>
                    </a:ext>
                  </a:extLst>
                </a:gridCol>
              </a:tblGrid>
              <a:tr h="174339">
                <a:tc>
                  <a:txBody>
                    <a:bodyPr/>
                    <a:lstStyle/>
                    <a:p>
                      <a:pPr>
                        <a:buNone/>
                      </a:pPr>
                      <a:r>
                        <a:rPr lang="en-US" sz="1200" b="1" dirty="0"/>
                        <a:t>Test type</a:t>
                      </a:r>
                    </a:p>
                  </a:txBody>
                  <a:tcPr marL="30706" marR="30706" marT="15353" marB="15353" anchor="ctr">
                    <a:lnL>
                      <a:noFill/>
                    </a:lnL>
                    <a:lnR>
                      <a:noFill/>
                    </a:lnR>
                    <a:lnT>
                      <a:noFill/>
                    </a:lnT>
                    <a:lnB>
                      <a:noFill/>
                    </a:lnB>
                    <a:noFill/>
                  </a:tcPr>
                </a:tc>
                <a:tc>
                  <a:txBody>
                    <a:bodyPr/>
                    <a:lstStyle/>
                    <a:p>
                      <a:pPr>
                        <a:buNone/>
                      </a:pPr>
                      <a:r>
                        <a:rPr lang="en-US" sz="1200" b="1" dirty="0"/>
                        <a:t>Command</a:t>
                      </a:r>
                    </a:p>
                  </a:txBody>
                  <a:tcPr marL="30706" marR="30706" marT="15353" marB="15353" anchor="ctr">
                    <a:lnL>
                      <a:noFill/>
                    </a:lnL>
                    <a:lnR>
                      <a:noFill/>
                    </a:lnR>
                    <a:lnT>
                      <a:noFill/>
                    </a:lnT>
                    <a:lnB>
                      <a:noFill/>
                    </a:lnB>
                    <a:noFill/>
                  </a:tcPr>
                </a:tc>
                <a:extLst>
                  <a:ext uri="{0D108BD9-81ED-4DB2-BD59-A6C34878D82A}">
                    <a16:rowId xmlns:a16="http://schemas.microsoft.com/office/drawing/2014/main" val="1967201224"/>
                  </a:ext>
                </a:extLst>
              </a:tr>
              <a:tr h="422375">
                <a:tc>
                  <a:txBody>
                    <a:bodyPr/>
                    <a:lstStyle/>
                    <a:p>
                      <a:pPr>
                        <a:buNone/>
                      </a:pPr>
                      <a:r>
                        <a:rPr lang="en-VN" sz="1200" dirty="0"/>
                        <a:t>🖥️ </a:t>
                      </a:r>
                      <a:r>
                        <a:rPr lang="en-US" sz="1200" dirty="0"/>
                        <a:t>Web Test</a:t>
                      </a:r>
                    </a:p>
                  </a:txBody>
                  <a:tcPr marL="30706" marR="30706" marT="15353" marB="15353" anchor="ctr">
                    <a:lnL>
                      <a:noFill/>
                    </a:lnL>
                    <a:lnR>
                      <a:noFill/>
                    </a:lnR>
                    <a:lnT>
                      <a:noFill/>
                    </a:lnT>
                    <a:lnB>
                      <a:noFill/>
                    </a:lnB>
                    <a:noFill/>
                  </a:tcPr>
                </a:tc>
                <a:tc>
                  <a:txBody>
                    <a:bodyPr/>
                    <a:lstStyle/>
                    <a:p>
                      <a:pPr>
                        <a:buNone/>
                      </a:pPr>
                      <a:r>
                        <a:rPr lang="en-US" sz="1200" dirty="0" err="1">
                          <a:latin typeface="Courier New" panose="02070309020205020404" pitchFamily="49" charset="0"/>
                        </a:rPr>
                        <a:t>npm</a:t>
                      </a:r>
                      <a:r>
                        <a:rPr lang="en-US" sz="1200" dirty="0">
                          <a:latin typeface="Courier New" panose="02070309020205020404" pitchFamily="49" charset="0"/>
                        </a:rPr>
                        <a:t> run browser -- --spec=test/specs/web.sample.e2e.ts</a:t>
                      </a:r>
                      <a:endParaRPr lang="en-US" sz="1200" dirty="0"/>
                    </a:p>
                  </a:txBody>
                  <a:tcPr marL="30706" marR="30706" marT="15353" marB="15353" anchor="ctr">
                    <a:lnL>
                      <a:noFill/>
                    </a:lnL>
                    <a:lnR>
                      <a:noFill/>
                    </a:lnR>
                    <a:lnT>
                      <a:noFill/>
                    </a:lnT>
                    <a:lnB>
                      <a:noFill/>
                    </a:lnB>
                    <a:noFill/>
                  </a:tcPr>
                </a:tc>
                <a:extLst>
                  <a:ext uri="{0D108BD9-81ED-4DB2-BD59-A6C34878D82A}">
                    <a16:rowId xmlns:a16="http://schemas.microsoft.com/office/drawing/2014/main" val="2727628104"/>
                  </a:ext>
                </a:extLst>
              </a:tr>
              <a:tr h="422375">
                <a:tc>
                  <a:txBody>
                    <a:bodyPr/>
                    <a:lstStyle/>
                    <a:p>
                      <a:pPr>
                        <a:buNone/>
                      </a:pPr>
                      <a:r>
                        <a:rPr lang="en-VN" sz="1200" dirty="0"/>
                        <a:t>📱 </a:t>
                      </a:r>
                      <a:r>
                        <a:rPr lang="en-US" sz="1200" dirty="0"/>
                        <a:t>iOS App Test</a:t>
                      </a:r>
                    </a:p>
                  </a:txBody>
                  <a:tcPr marL="30706" marR="30706" marT="15353" marB="15353" anchor="ctr">
                    <a:lnL>
                      <a:noFill/>
                    </a:lnL>
                    <a:lnR>
                      <a:noFill/>
                    </a:lnR>
                    <a:lnT>
                      <a:noFill/>
                    </a:lnT>
                    <a:lnB>
                      <a:noFill/>
                    </a:lnB>
                    <a:noFill/>
                  </a:tcPr>
                </a:tc>
                <a:tc>
                  <a:txBody>
                    <a:bodyPr/>
                    <a:lstStyle/>
                    <a:p>
                      <a:pPr>
                        <a:buNone/>
                      </a:pPr>
                      <a:r>
                        <a:rPr lang="en-US" sz="1200" dirty="0" err="1">
                          <a:latin typeface="Courier New" panose="02070309020205020404" pitchFamily="49" charset="0"/>
                        </a:rPr>
                        <a:t>npm</a:t>
                      </a:r>
                      <a:r>
                        <a:rPr lang="en-US" sz="1200" dirty="0">
                          <a:latin typeface="Courier New" panose="02070309020205020404" pitchFamily="49" charset="0"/>
                        </a:rPr>
                        <a:t> run </a:t>
                      </a:r>
                      <a:r>
                        <a:rPr lang="en-US" sz="1200" dirty="0" err="1">
                          <a:latin typeface="Courier New" panose="02070309020205020404" pitchFamily="49" charset="0"/>
                        </a:rPr>
                        <a:t>ios.app</a:t>
                      </a:r>
                      <a:r>
                        <a:rPr lang="en-US" sz="1200" dirty="0">
                          <a:latin typeface="Courier New" panose="02070309020205020404" pitchFamily="49" charset="0"/>
                        </a:rPr>
                        <a:t> -- --spec=test/specs/ios.sample.e2e.ts</a:t>
                      </a:r>
                      <a:endParaRPr lang="en-US" sz="1200" dirty="0"/>
                    </a:p>
                  </a:txBody>
                  <a:tcPr marL="30706" marR="30706" marT="15353" marB="15353" anchor="ctr">
                    <a:lnL>
                      <a:noFill/>
                    </a:lnL>
                    <a:lnR>
                      <a:noFill/>
                    </a:lnR>
                    <a:lnT>
                      <a:noFill/>
                    </a:lnT>
                    <a:lnB>
                      <a:noFill/>
                    </a:lnB>
                    <a:noFill/>
                  </a:tcPr>
                </a:tc>
                <a:extLst>
                  <a:ext uri="{0D108BD9-81ED-4DB2-BD59-A6C34878D82A}">
                    <a16:rowId xmlns:a16="http://schemas.microsoft.com/office/drawing/2014/main" val="2819158876"/>
                  </a:ext>
                </a:extLst>
              </a:tr>
              <a:tr h="422375">
                <a:tc>
                  <a:txBody>
                    <a:bodyPr/>
                    <a:lstStyle/>
                    <a:p>
                      <a:pPr>
                        <a:buNone/>
                      </a:pPr>
                      <a:r>
                        <a:rPr lang="en-VN" sz="1200" dirty="0"/>
                        <a:t>🔄 </a:t>
                      </a:r>
                      <a:r>
                        <a:rPr lang="en-US" sz="1200" dirty="0"/>
                        <a:t>Combined UI Test</a:t>
                      </a:r>
                    </a:p>
                  </a:txBody>
                  <a:tcPr marL="30706" marR="30706" marT="15353" marB="15353" anchor="ctr">
                    <a:lnL>
                      <a:noFill/>
                    </a:lnL>
                    <a:lnR>
                      <a:noFill/>
                    </a:lnR>
                    <a:lnT>
                      <a:noFill/>
                    </a:lnT>
                    <a:lnB>
                      <a:noFill/>
                    </a:lnB>
                    <a:noFill/>
                  </a:tcPr>
                </a:tc>
                <a:tc>
                  <a:txBody>
                    <a:bodyPr/>
                    <a:lstStyle/>
                    <a:p>
                      <a:pPr>
                        <a:buNone/>
                      </a:pPr>
                      <a:r>
                        <a:rPr lang="en-US" sz="1200" dirty="0" err="1">
                          <a:latin typeface="Courier New" panose="02070309020205020404" pitchFamily="49" charset="0"/>
                        </a:rPr>
                        <a:t>npm</a:t>
                      </a:r>
                      <a:r>
                        <a:rPr lang="en-US" sz="1200" dirty="0">
                          <a:latin typeface="Courier New" panose="02070309020205020404" pitchFamily="49" charset="0"/>
                        </a:rPr>
                        <a:t> run combine -- --spec=test/specs/combine.sample.e2e.ts</a:t>
                      </a:r>
                      <a:endParaRPr lang="en-US" sz="1200" dirty="0"/>
                    </a:p>
                  </a:txBody>
                  <a:tcPr marL="30706" marR="30706" marT="15353" marB="15353" anchor="ctr">
                    <a:lnL>
                      <a:noFill/>
                    </a:lnL>
                    <a:lnR>
                      <a:noFill/>
                    </a:lnR>
                    <a:lnT>
                      <a:noFill/>
                    </a:lnT>
                    <a:lnB>
                      <a:noFill/>
                    </a:lnB>
                    <a:noFill/>
                  </a:tcPr>
                </a:tc>
                <a:extLst>
                  <a:ext uri="{0D108BD9-81ED-4DB2-BD59-A6C34878D82A}">
                    <a16:rowId xmlns:a16="http://schemas.microsoft.com/office/drawing/2014/main" val="4131297518"/>
                  </a:ext>
                </a:extLst>
              </a:tr>
              <a:tr h="422375">
                <a:tc>
                  <a:txBody>
                    <a:bodyPr/>
                    <a:lstStyle/>
                    <a:p>
                      <a:pPr>
                        <a:buNone/>
                      </a:pPr>
                      <a:r>
                        <a:rPr lang="en-US" sz="1200" dirty="0">
                          <a:latin typeface="Arial" panose="020B0604020202020204" pitchFamily="34" charset="0"/>
                          <a:cs typeface="Arial" panose="020B0604020202020204" pitchFamily="34" charset="0"/>
                        </a:rPr>
                        <a:t>⚙️ API test</a:t>
                      </a:r>
                      <a:endParaRPr lang="en-US" sz="1200" dirty="0"/>
                    </a:p>
                  </a:txBody>
                  <a:tcPr marL="30706" marR="30706" marT="15353" marB="15353" anchor="ctr">
                    <a:lnL>
                      <a:noFill/>
                    </a:lnL>
                    <a:lnR>
                      <a:noFill/>
                    </a:lnR>
                    <a:lnT>
                      <a:noFill/>
                    </a:lnT>
                    <a:lnB>
                      <a:noFill/>
                    </a:lnB>
                    <a:noFill/>
                  </a:tcPr>
                </a:tc>
                <a:tc>
                  <a:txBody>
                    <a:bodyPr/>
                    <a:lstStyle/>
                    <a:p>
                      <a:pPr>
                        <a:buNone/>
                      </a:pPr>
                      <a:r>
                        <a:rPr lang="en-US" sz="1200" dirty="0" err="1">
                          <a:latin typeface="Courier New" panose="02070309020205020404" pitchFamily="49" charset="0"/>
                        </a:rPr>
                        <a:t>npm</a:t>
                      </a:r>
                      <a:r>
                        <a:rPr lang="en-US" sz="1200" dirty="0">
                          <a:latin typeface="Courier New" panose="02070309020205020404" pitchFamily="49" charset="0"/>
                        </a:rPr>
                        <a:t> run </a:t>
                      </a:r>
                      <a:r>
                        <a:rPr lang="en-US" sz="1200" dirty="0" err="1">
                          <a:latin typeface="Courier New" panose="02070309020205020404" pitchFamily="49" charset="0"/>
                        </a:rPr>
                        <a:t>api</a:t>
                      </a:r>
                      <a:endParaRPr lang="en-US" sz="1200" dirty="0"/>
                    </a:p>
                  </a:txBody>
                  <a:tcPr marL="30706" marR="30706" marT="15353" marB="15353" anchor="ctr">
                    <a:lnL>
                      <a:noFill/>
                    </a:lnL>
                    <a:lnR>
                      <a:noFill/>
                    </a:lnR>
                    <a:lnT>
                      <a:noFill/>
                    </a:lnT>
                    <a:lnB>
                      <a:noFill/>
                    </a:lnB>
                    <a:noFill/>
                  </a:tcPr>
                </a:tc>
                <a:extLst>
                  <a:ext uri="{0D108BD9-81ED-4DB2-BD59-A6C34878D82A}">
                    <a16:rowId xmlns:a16="http://schemas.microsoft.com/office/drawing/2014/main" val="1287302883"/>
                  </a:ext>
                </a:extLst>
              </a:tr>
              <a:tr h="4223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VN" sz="1200" dirty="0"/>
                        <a:t>🔄 </a:t>
                      </a:r>
                      <a:r>
                        <a:rPr lang="en-US" sz="1200" dirty="0"/>
                        <a:t>Combined UI + API Test</a:t>
                      </a:r>
                    </a:p>
                    <a:p>
                      <a:pPr>
                        <a:buNone/>
                      </a:pPr>
                      <a:endParaRPr lang="en-US" sz="1200" dirty="0"/>
                    </a:p>
                  </a:txBody>
                  <a:tcPr marL="30706" marR="30706" marT="15353" marB="15353" anchor="ctr">
                    <a:lnL>
                      <a:noFill/>
                    </a:lnL>
                    <a:lnR>
                      <a:noFill/>
                    </a:lnR>
                    <a:lnT>
                      <a:noFill/>
                    </a:lnT>
                    <a:lnB>
                      <a:no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latin typeface="Courier New" panose="02070309020205020404" pitchFamily="49" charset="0"/>
                        </a:rPr>
                        <a:t>npm</a:t>
                      </a:r>
                      <a:r>
                        <a:rPr lang="en-US" sz="1200" dirty="0">
                          <a:latin typeface="Courier New" panose="02070309020205020404" pitchFamily="49" charset="0"/>
                        </a:rPr>
                        <a:t> run combine -- --spec=test/specs/combine3.sample.e2e.ts</a:t>
                      </a:r>
                      <a:endParaRPr lang="en-US" sz="1200" dirty="0"/>
                    </a:p>
                    <a:p>
                      <a:pPr>
                        <a:buNone/>
                      </a:pPr>
                      <a:endParaRPr lang="en-US" sz="1200" dirty="0"/>
                    </a:p>
                  </a:txBody>
                  <a:tcPr marL="30706" marR="30706" marT="15353" marB="15353" anchor="ctr">
                    <a:lnL>
                      <a:noFill/>
                    </a:lnL>
                    <a:lnR>
                      <a:noFill/>
                    </a:lnR>
                    <a:lnT>
                      <a:noFill/>
                    </a:lnT>
                    <a:lnB>
                      <a:noFill/>
                    </a:lnB>
                    <a:noFill/>
                  </a:tcPr>
                </a:tc>
                <a:extLst>
                  <a:ext uri="{0D108BD9-81ED-4DB2-BD59-A6C34878D82A}">
                    <a16:rowId xmlns:a16="http://schemas.microsoft.com/office/drawing/2014/main" val="287908150"/>
                  </a:ext>
                </a:extLst>
              </a:tr>
              <a:tr h="425024">
                <a:tc>
                  <a:txBody>
                    <a:bodyPr/>
                    <a:lstStyle/>
                    <a:p>
                      <a:pPr>
                        <a:buNone/>
                      </a:pPr>
                      <a:r>
                        <a:rPr lang="en-VN" sz="1200" dirty="0"/>
                        <a:t>📊 </a:t>
                      </a:r>
                      <a:r>
                        <a:rPr lang="en-US" sz="1200" dirty="0"/>
                        <a:t>Generate Report</a:t>
                      </a:r>
                    </a:p>
                  </a:txBody>
                  <a:tcPr marL="30706" marR="30706" marT="15353" marB="15353" anchor="ctr">
                    <a:lnL>
                      <a:noFill/>
                    </a:lnL>
                    <a:lnR>
                      <a:noFill/>
                    </a:lnR>
                    <a:lnT>
                      <a:noFill/>
                    </a:lnT>
                    <a:lnB>
                      <a:noFill/>
                    </a:lnB>
                    <a:noFill/>
                  </a:tcPr>
                </a:tc>
                <a:tc>
                  <a:txBody>
                    <a:bodyPr/>
                    <a:lstStyle/>
                    <a:p>
                      <a:pPr>
                        <a:buNone/>
                      </a:pPr>
                      <a:r>
                        <a:rPr lang="en-US" sz="1200" dirty="0" err="1">
                          <a:latin typeface="Courier New" panose="02070309020205020404" pitchFamily="49" charset="0"/>
                        </a:rPr>
                        <a:t>npm</a:t>
                      </a:r>
                      <a:r>
                        <a:rPr lang="en-US" sz="1200" dirty="0">
                          <a:latin typeface="Courier New" panose="02070309020205020404" pitchFamily="49" charset="0"/>
                        </a:rPr>
                        <a:t> run allure-report</a:t>
                      </a:r>
                      <a:endParaRPr lang="en-US" sz="1200" dirty="0"/>
                    </a:p>
                  </a:txBody>
                  <a:tcPr marL="30706" marR="30706" marT="15353" marB="15353" anchor="ctr">
                    <a:lnL>
                      <a:noFill/>
                    </a:lnL>
                    <a:lnR>
                      <a:noFill/>
                    </a:lnR>
                    <a:lnT>
                      <a:noFill/>
                    </a:lnT>
                    <a:lnB>
                      <a:noFill/>
                    </a:lnB>
                    <a:noFill/>
                  </a:tcPr>
                </a:tc>
                <a:extLst>
                  <a:ext uri="{0D108BD9-81ED-4DB2-BD59-A6C34878D82A}">
                    <a16:rowId xmlns:a16="http://schemas.microsoft.com/office/drawing/2014/main" val="1927945261"/>
                  </a:ext>
                </a:extLst>
              </a:tr>
            </a:tbl>
          </a:graphicData>
        </a:graphic>
      </p:graphicFrame>
    </p:spTree>
    <p:extLst>
      <p:ext uri="{BB962C8B-B14F-4D97-AF65-F5344CB8AC3E}">
        <p14:creationId xmlns:p14="http://schemas.microsoft.com/office/powerpoint/2010/main" val="36414914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142A2-4A03-9312-874C-F5043792CD3B}"/>
              </a:ext>
            </a:extLst>
          </p:cNvPr>
          <p:cNvSpPr>
            <a:spLocks noGrp="1"/>
          </p:cNvSpPr>
          <p:nvPr>
            <p:ph type="title"/>
          </p:nvPr>
        </p:nvSpPr>
        <p:spPr/>
        <p:txBody>
          <a:bodyPr/>
          <a:lstStyle/>
          <a:p>
            <a:r>
              <a:rPr lang="en-VN" dirty="0"/>
              <a:t>6 – Demo – Web test</a:t>
            </a:r>
          </a:p>
        </p:txBody>
      </p:sp>
      <p:sp>
        <p:nvSpPr>
          <p:cNvPr id="3" name="Text Placeholder 2">
            <a:extLst>
              <a:ext uri="{FF2B5EF4-FFF2-40B4-BE49-F238E27FC236}">
                <a16:creationId xmlns:a16="http://schemas.microsoft.com/office/drawing/2014/main" id="{237D40B4-8827-E5EC-F24D-F9E61BB37032}"/>
              </a:ext>
            </a:extLst>
          </p:cNvPr>
          <p:cNvSpPr>
            <a:spLocks noGrp="1"/>
          </p:cNvSpPr>
          <p:nvPr>
            <p:ph type="body" sz="quarter" idx="10"/>
          </p:nvPr>
        </p:nvSpPr>
        <p:spPr>
          <a:xfrm>
            <a:off x="978102" y="1246910"/>
            <a:ext cx="7191375" cy="2493818"/>
          </a:xfrm>
        </p:spPr>
        <p:txBody>
          <a:bodyPr/>
          <a:lstStyle/>
          <a:p>
            <a:endParaRPr lang="en-VN" dirty="0"/>
          </a:p>
          <a:p>
            <a:r>
              <a:rPr lang="en-VN" dirty="0"/>
              <a:t>Scenario 1: </a:t>
            </a:r>
            <a:r>
              <a:rPr lang="en-VN" dirty="0">
                <a:solidFill>
                  <a:srgbClr val="EC628B"/>
                </a:solidFill>
              </a:rPr>
              <a:t>Login web successfully by correct username and password</a:t>
            </a:r>
          </a:p>
          <a:p>
            <a:pPr lvl="1"/>
            <a:r>
              <a:rPr lang="en-VN" dirty="0"/>
              <a:t>Steps for manual test:</a:t>
            </a:r>
          </a:p>
          <a:p>
            <a:pPr lvl="2"/>
            <a:r>
              <a:rPr lang="en-VN" dirty="0"/>
              <a:t>Access </a:t>
            </a:r>
            <a:r>
              <a:rPr lang="en-US" dirty="0">
                <a:hlinkClick r:id="rId2"/>
              </a:rPr>
              <a:t>https://khaigft.github.io/web_html/login.htm</a:t>
            </a:r>
            <a:endParaRPr lang="en-US" dirty="0"/>
          </a:p>
          <a:p>
            <a:pPr lvl="2"/>
            <a:r>
              <a:rPr lang="en-US" dirty="0"/>
              <a:t>Input username = </a:t>
            </a:r>
            <a:r>
              <a:rPr lang="en-US" dirty="0" err="1"/>
              <a:t>autoQAGFT</a:t>
            </a:r>
            <a:r>
              <a:rPr lang="en-US" dirty="0"/>
              <a:t> and password = admin, then click Login</a:t>
            </a:r>
          </a:p>
          <a:p>
            <a:pPr lvl="2"/>
            <a:r>
              <a:rPr lang="en-US" dirty="0"/>
              <a:t>Validate the home page after login successfully by “Welcome Admin” text.</a:t>
            </a:r>
          </a:p>
          <a:p>
            <a:pPr lvl="1"/>
            <a:endParaRPr lang="en-US" dirty="0"/>
          </a:p>
          <a:p>
            <a:pPr lvl="1"/>
            <a:r>
              <a:rPr lang="en-US" dirty="0"/>
              <a:t>Automation execution command:</a:t>
            </a:r>
          </a:p>
          <a:p>
            <a:pPr lvl="2"/>
            <a:r>
              <a:rPr lang="en-US" dirty="0" err="1">
                <a:latin typeface="Courier New" panose="02070309020205020404" pitchFamily="49" charset="0"/>
              </a:rPr>
              <a:t>npm</a:t>
            </a:r>
            <a:r>
              <a:rPr lang="en-US" dirty="0">
                <a:latin typeface="Courier New" panose="02070309020205020404" pitchFamily="49" charset="0"/>
              </a:rPr>
              <a:t> run browser -- --spec=test/specs/web.sample.e2e.ts</a:t>
            </a:r>
            <a:endParaRPr lang="en-US" dirty="0"/>
          </a:p>
          <a:p>
            <a:pPr lvl="1"/>
            <a:endParaRPr lang="en-US" dirty="0"/>
          </a:p>
          <a:p>
            <a:pPr lvl="1"/>
            <a:r>
              <a:rPr lang="en-US" dirty="0"/>
              <a:t>Generate allure report</a:t>
            </a:r>
          </a:p>
          <a:p>
            <a:pPr lvl="2"/>
            <a:r>
              <a:rPr lang="en-US" dirty="0" err="1">
                <a:latin typeface="Courier New" panose="02070309020205020404" pitchFamily="49" charset="0"/>
              </a:rPr>
              <a:t>npm</a:t>
            </a:r>
            <a:r>
              <a:rPr lang="en-US" dirty="0">
                <a:latin typeface="Courier New" panose="02070309020205020404" pitchFamily="49" charset="0"/>
              </a:rPr>
              <a:t> run allure-report</a:t>
            </a:r>
            <a:endParaRPr lang="en-US" dirty="0"/>
          </a:p>
          <a:p>
            <a:pPr marL="361950" lvl="2" indent="0">
              <a:buNone/>
            </a:pPr>
            <a:endParaRPr lang="en-US" dirty="0"/>
          </a:p>
          <a:p>
            <a:pPr lvl="2"/>
            <a:endParaRPr lang="en-US" dirty="0"/>
          </a:p>
          <a:p>
            <a:pPr lvl="2"/>
            <a:endParaRPr lang="en-US" dirty="0"/>
          </a:p>
          <a:p>
            <a:pPr lvl="1"/>
            <a:endParaRPr lang="en-US" dirty="0"/>
          </a:p>
          <a:p>
            <a:pPr marL="177800" lvl="1" indent="0">
              <a:buNone/>
            </a:pPr>
            <a:br>
              <a:rPr lang="en-US" dirty="0"/>
            </a:br>
            <a:endParaRPr lang="en-VN" dirty="0"/>
          </a:p>
          <a:p>
            <a:endParaRPr lang="en-VN" dirty="0"/>
          </a:p>
        </p:txBody>
      </p:sp>
      <p:sp>
        <p:nvSpPr>
          <p:cNvPr id="4" name="Text Placeholder 3">
            <a:extLst>
              <a:ext uri="{FF2B5EF4-FFF2-40B4-BE49-F238E27FC236}">
                <a16:creationId xmlns:a16="http://schemas.microsoft.com/office/drawing/2014/main" id="{DECFECFB-6DDF-46ED-6F1A-6328B4BD1A81}"/>
              </a:ext>
            </a:extLst>
          </p:cNvPr>
          <p:cNvSpPr>
            <a:spLocks noGrp="1"/>
          </p:cNvSpPr>
          <p:nvPr>
            <p:ph type="body" sz="quarter" idx="12"/>
          </p:nvPr>
        </p:nvSpPr>
        <p:spPr/>
        <p:txBody>
          <a:bodyPr/>
          <a:lstStyle/>
          <a:p>
            <a:endParaRPr lang="en-VN"/>
          </a:p>
        </p:txBody>
      </p:sp>
      <p:sp>
        <p:nvSpPr>
          <p:cNvPr id="5" name="Footer Placeholder 4">
            <a:extLst>
              <a:ext uri="{FF2B5EF4-FFF2-40B4-BE49-F238E27FC236}">
                <a16:creationId xmlns:a16="http://schemas.microsoft.com/office/drawing/2014/main" id="{A623DFEA-C3C3-B17B-32D2-4CC1457A8AA3}"/>
              </a:ext>
            </a:extLst>
          </p:cNvPr>
          <p:cNvSpPr>
            <a:spLocks noGrp="1"/>
          </p:cNvSpPr>
          <p:nvPr>
            <p:ph type="ftr" sz="quarter" idx="13"/>
          </p:nvPr>
        </p:nvSpPr>
        <p:spPr/>
        <p:txBody>
          <a:bodyPr/>
          <a:lstStyle/>
          <a:p>
            <a:pPr>
              <a:defRPr/>
            </a:pPr>
            <a:r>
              <a:rPr lang="en-GB"/>
              <a:t>Type here if  add info needed  for every slide</a:t>
            </a:r>
          </a:p>
        </p:txBody>
      </p:sp>
      <p:sp>
        <p:nvSpPr>
          <p:cNvPr id="6" name="Date Placeholder 5">
            <a:extLst>
              <a:ext uri="{FF2B5EF4-FFF2-40B4-BE49-F238E27FC236}">
                <a16:creationId xmlns:a16="http://schemas.microsoft.com/office/drawing/2014/main" id="{65FBC2FC-187C-B956-5F99-F567E37F7323}"/>
              </a:ext>
            </a:extLst>
          </p:cNvPr>
          <p:cNvSpPr>
            <a:spLocks noGrp="1"/>
          </p:cNvSpPr>
          <p:nvPr>
            <p:ph type="dt" sz="half" idx="14"/>
          </p:nvPr>
        </p:nvSpPr>
        <p:spPr/>
        <p:txBody>
          <a:bodyPr/>
          <a:lstStyle/>
          <a:p>
            <a:pPr>
              <a:defRPr/>
            </a:pPr>
            <a:fld id="{51513B7D-20CC-DD47-8015-1E2F6ADADA54}" type="datetime4">
              <a:rPr lang="en-GB" smtClean="0"/>
              <a:pPr>
                <a:defRPr/>
              </a:pPr>
              <a:t>25 November 2025</a:t>
            </a:fld>
            <a:endParaRPr lang="en-GB" dirty="0"/>
          </a:p>
        </p:txBody>
      </p:sp>
      <p:pic>
        <p:nvPicPr>
          <p:cNvPr id="8" name="Picture 7">
            <a:extLst>
              <a:ext uri="{FF2B5EF4-FFF2-40B4-BE49-F238E27FC236}">
                <a16:creationId xmlns:a16="http://schemas.microsoft.com/office/drawing/2014/main" id="{FA2A8B70-CE12-47BD-2FA2-96A1C9AFD2DB}"/>
              </a:ext>
            </a:extLst>
          </p:cNvPr>
          <p:cNvPicPr>
            <a:picLocks noChangeAspect="1"/>
          </p:cNvPicPr>
          <p:nvPr/>
        </p:nvPicPr>
        <p:blipFill>
          <a:blip r:embed="rId3"/>
          <a:stretch>
            <a:fillRect/>
          </a:stretch>
        </p:blipFill>
        <p:spPr>
          <a:xfrm>
            <a:off x="7077135" y="469215"/>
            <a:ext cx="1777835" cy="1423239"/>
          </a:xfrm>
          <a:prstGeom prst="rect">
            <a:avLst/>
          </a:prstGeom>
        </p:spPr>
      </p:pic>
      <p:pic>
        <p:nvPicPr>
          <p:cNvPr id="9" name="Picture 8">
            <a:extLst>
              <a:ext uri="{FF2B5EF4-FFF2-40B4-BE49-F238E27FC236}">
                <a16:creationId xmlns:a16="http://schemas.microsoft.com/office/drawing/2014/main" id="{80DA66F4-58E2-B6A2-3EFB-AFB5E304144D}"/>
              </a:ext>
            </a:extLst>
          </p:cNvPr>
          <p:cNvPicPr>
            <a:picLocks noChangeAspect="1"/>
          </p:cNvPicPr>
          <p:nvPr/>
        </p:nvPicPr>
        <p:blipFill>
          <a:blip r:embed="rId4"/>
          <a:stretch>
            <a:fillRect/>
          </a:stretch>
        </p:blipFill>
        <p:spPr>
          <a:xfrm>
            <a:off x="7077135" y="2053477"/>
            <a:ext cx="2688697" cy="857806"/>
          </a:xfrm>
          <a:prstGeom prst="rect">
            <a:avLst/>
          </a:prstGeom>
        </p:spPr>
      </p:pic>
    </p:spTree>
    <p:extLst>
      <p:ext uri="{BB962C8B-B14F-4D97-AF65-F5344CB8AC3E}">
        <p14:creationId xmlns:p14="http://schemas.microsoft.com/office/powerpoint/2010/main" val="2201705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2E2F2-E40D-65AC-F115-A4F520916E9D}"/>
              </a:ext>
            </a:extLst>
          </p:cNvPr>
          <p:cNvSpPr>
            <a:spLocks noGrp="1"/>
          </p:cNvSpPr>
          <p:nvPr>
            <p:ph type="title"/>
          </p:nvPr>
        </p:nvSpPr>
        <p:spPr/>
        <p:txBody>
          <a:bodyPr/>
          <a:lstStyle/>
          <a:p>
            <a:r>
              <a:rPr lang="en-VN" dirty="0"/>
              <a:t>6 – Demo – iOS test</a:t>
            </a:r>
          </a:p>
        </p:txBody>
      </p:sp>
      <p:sp>
        <p:nvSpPr>
          <p:cNvPr id="3" name="Text Placeholder 2">
            <a:extLst>
              <a:ext uri="{FF2B5EF4-FFF2-40B4-BE49-F238E27FC236}">
                <a16:creationId xmlns:a16="http://schemas.microsoft.com/office/drawing/2014/main" id="{78BA75D4-CEA9-4834-02BA-610EE6766B63}"/>
              </a:ext>
            </a:extLst>
          </p:cNvPr>
          <p:cNvSpPr>
            <a:spLocks noGrp="1"/>
          </p:cNvSpPr>
          <p:nvPr>
            <p:ph type="body" sz="quarter" idx="10"/>
          </p:nvPr>
        </p:nvSpPr>
        <p:spPr>
          <a:xfrm>
            <a:off x="978102" y="1263728"/>
            <a:ext cx="7191375" cy="2732319"/>
          </a:xfrm>
        </p:spPr>
        <p:txBody>
          <a:bodyPr/>
          <a:lstStyle/>
          <a:p>
            <a:r>
              <a:rPr lang="en-VN" dirty="0"/>
              <a:t>Scenario 2: </a:t>
            </a:r>
            <a:r>
              <a:rPr lang="en-VN" dirty="0">
                <a:solidFill>
                  <a:srgbClr val="EC628B"/>
                </a:solidFill>
              </a:rPr>
              <a:t>Login web successfully by correct username and password</a:t>
            </a:r>
          </a:p>
          <a:p>
            <a:pPr lvl="1"/>
            <a:r>
              <a:rPr lang="en-VN" dirty="0"/>
              <a:t>Steps for manual test:</a:t>
            </a:r>
          </a:p>
          <a:p>
            <a:pPr lvl="2"/>
            <a:r>
              <a:rPr lang="en-US" dirty="0"/>
              <a:t>Install &amp; Launch application on iOS device</a:t>
            </a:r>
          </a:p>
          <a:p>
            <a:pPr lvl="2"/>
            <a:r>
              <a:rPr lang="en-US" dirty="0"/>
              <a:t>On Home screen, navigate to Login screen by the Navigation menu</a:t>
            </a:r>
          </a:p>
          <a:p>
            <a:pPr lvl="2"/>
            <a:r>
              <a:rPr lang="en-US" dirty="0"/>
              <a:t>Input username = </a:t>
            </a:r>
            <a:r>
              <a:rPr lang="en-US" dirty="0">
                <a:hlinkClick r:id="rId2"/>
              </a:rPr>
              <a:t>autoQA@gft.com</a:t>
            </a:r>
            <a:r>
              <a:rPr lang="en-US" dirty="0"/>
              <a:t> &amp; password = Test1234!, then click Login button</a:t>
            </a:r>
          </a:p>
          <a:p>
            <a:pPr lvl="2"/>
            <a:r>
              <a:rPr lang="en-US" dirty="0"/>
              <a:t>Validate “Login successful” popup &amp; click OK to close this popup</a:t>
            </a:r>
          </a:p>
          <a:p>
            <a:pPr lvl="1"/>
            <a:endParaRPr lang="en-US" dirty="0"/>
          </a:p>
          <a:p>
            <a:pPr lvl="1"/>
            <a:r>
              <a:rPr lang="en-US" dirty="0"/>
              <a:t>Automation execution command:</a:t>
            </a:r>
          </a:p>
          <a:p>
            <a:pPr lvl="2"/>
            <a:r>
              <a:rPr lang="en-US" dirty="0" err="1">
                <a:latin typeface="Courier New" panose="02070309020205020404" pitchFamily="49" charset="0"/>
              </a:rPr>
              <a:t>npm</a:t>
            </a:r>
            <a:r>
              <a:rPr lang="en-US" dirty="0">
                <a:latin typeface="Courier New" panose="02070309020205020404" pitchFamily="49" charset="0"/>
              </a:rPr>
              <a:t> run </a:t>
            </a:r>
            <a:r>
              <a:rPr lang="en-US" dirty="0" err="1">
                <a:latin typeface="Courier New" panose="02070309020205020404" pitchFamily="49" charset="0"/>
              </a:rPr>
              <a:t>ios.app</a:t>
            </a:r>
            <a:r>
              <a:rPr lang="en-US" dirty="0">
                <a:latin typeface="Courier New" panose="02070309020205020404" pitchFamily="49" charset="0"/>
              </a:rPr>
              <a:t> -- --spec=test/specs/ios.sample.e2e.ts</a:t>
            </a:r>
            <a:endParaRPr lang="en-US" dirty="0"/>
          </a:p>
          <a:p>
            <a:pPr lvl="1"/>
            <a:endParaRPr lang="en-US" dirty="0"/>
          </a:p>
          <a:p>
            <a:pPr lvl="1"/>
            <a:r>
              <a:rPr lang="en-US" dirty="0"/>
              <a:t>Generate allure report</a:t>
            </a:r>
          </a:p>
          <a:p>
            <a:pPr lvl="2"/>
            <a:r>
              <a:rPr lang="en-US" dirty="0" err="1">
                <a:latin typeface="Courier New" panose="02070309020205020404" pitchFamily="49" charset="0"/>
              </a:rPr>
              <a:t>npm</a:t>
            </a:r>
            <a:r>
              <a:rPr lang="en-US" dirty="0">
                <a:latin typeface="Courier New" panose="02070309020205020404" pitchFamily="49" charset="0"/>
              </a:rPr>
              <a:t> run allure-report</a:t>
            </a:r>
            <a:endParaRPr lang="en-US" dirty="0"/>
          </a:p>
          <a:p>
            <a:pPr marL="0" indent="0">
              <a:buNone/>
            </a:pPr>
            <a:endParaRPr lang="en-VN" dirty="0"/>
          </a:p>
        </p:txBody>
      </p:sp>
      <p:sp>
        <p:nvSpPr>
          <p:cNvPr id="4" name="Text Placeholder 3">
            <a:extLst>
              <a:ext uri="{FF2B5EF4-FFF2-40B4-BE49-F238E27FC236}">
                <a16:creationId xmlns:a16="http://schemas.microsoft.com/office/drawing/2014/main" id="{5ED93910-08AA-1902-7729-5AFE8796CFD3}"/>
              </a:ext>
            </a:extLst>
          </p:cNvPr>
          <p:cNvSpPr>
            <a:spLocks noGrp="1"/>
          </p:cNvSpPr>
          <p:nvPr>
            <p:ph type="body" sz="quarter" idx="12"/>
          </p:nvPr>
        </p:nvSpPr>
        <p:spPr/>
        <p:txBody>
          <a:bodyPr/>
          <a:lstStyle/>
          <a:p>
            <a:endParaRPr lang="en-VN"/>
          </a:p>
        </p:txBody>
      </p:sp>
      <p:sp>
        <p:nvSpPr>
          <p:cNvPr id="5" name="Footer Placeholder 4">
            <a:extLst>
              <a:ext uri="{FF2B5EF4-FFF2-40B4-BE49-F238E27FC236}">
                <a16:creationId xmlns:a16="http://schemas.microsoft.com/office/drawing/2014/main" id="{F43724A4-5669-D778-22C7-48926A66169A}"/>
              </a:ext>
            </a:extLst>
          </p:cNvPr>
          <p:cNvSpPr>
            <a:spLocks noGrp="1"/>
          </p:cNvSpPr>
          <p:nvPr>
            <p:ph type="ftr" sz="quarter" idx="13"/>
          </p:nvPr>
        </p:nvSpPr>
        <p:spPr/>
        <p:txBody>
          <a:bodyPr/>
          <a:lstStyle/>
          <a:p>
            <a:pPr>
              <a:defRPr/>
            </a:pPr>
            <a:r>
              <a:rPr lang="en-GB"/>
              <a:t>Type here if  add info needed  for every slide</a:t>
            </a:r>
          </a:p>
        </p:txBody>
      </p:sp>
      <p:sp>
        <p:nvSpPr>
          <p:cNvPr id="6" name="Date Placeholder 5">
            <a:extLst>
              <a:ext uri="{FF2B5EF4-FFF2-40B4-BE49-F238E27FC236}">
                <a16:creationId xmlns:a16="http://schemas.microsoft.com/office/drawing/2014/main" id="{E386E26B-6204-DFB6-141B-7D131B93256D}"/>
              </a:ext>
            </a:extLst>
          </p:cNvPr>
          <p:cNvSpPr>
            <a:spLocks noGrp="1"/>
          </p:cNvSpPr>
          <p:nvPr>
            <p:ph type="dt" sz="half" idx="14"/>
          </p:nvPr>
        </p:nvSpPr>
        <p:spPr/>
        <p:txBody>
          <a:bodyPr/>
          <a:lstStyle/>
          <a:p>
            <a:pPr>
              <a:defRPr/>
            </a:pPr>
            <a:fld id="{51513B7D-20CC-DD47-8015-1E2F6ADADA54}" type="datetime4">
              <a:rPr lang="en-GB" smtClean="0"/>
              <a:pPr>
                <a:defRPr/>
              </a:pPr>
              <a:t>25 November 2025</a:t>
            </a:fld>
            <a:endParaRPr lang="en-GB" dirty="0"/>
          </a:p>
        </p:txBody>
      </p:sp>
      <p:pic>
        <p:nvPicPr>
          <p:cNvPr id="7" name="Picture 6">
            <a:extLst>
              <a:ext uri="{FF2B5EF4-FFF2-40B4-BE49-F238E27FC236}">
                <a16:creationId xmlns:a16="http://schemas.microsoft.com/office/drawing/2014/main" id="{38B21045-6E20-5DF1-9CED-AC842CB328E3}"/>
              </a:ext>
            </a:extLst>
          </p:cNvPr>
          <p:cNvPicPr>
            <a:picLocks noChangeAspect="1"/>
          </p:cNvPicPr>
          <p:nvPr/>
        </p:nvPicPr>
        <p:blipFill>
          <a:blip r:embed="rId3"/>
          <a:stretch>
            <a:fillRect/>
          </a:stretch>
        </p:blipFill>
        <p:spPr>
          <a:xfrm>
            <a:off x="7908968" y="477442"/>
            <a:ext cx="1015788" cy="2094308"/>
          </a:xfrm>
          <a:prstGeom prst="rect">
            <a:avLst/>
          </a:prstGeom>
        </p:spPr>
      </p:pic>
      <p:pic>
        <p:nvPicPr>
          <p:cNvPr id="8" name="Picture 7">
            <a:extLst>
              <a:ext uri="{FF2B5EF4-FFF2-40B4-BE49-F238E27FC236}">
                <a16:creationId xmlns:a16="http://schemas.microsoft.com/office/drawing/2014/main" id="{6098A678-B00B-DFF8-6586-843043EC971E}"/>
              </a:ext>
            </a:extLst>
          </p:cNvPr>
          <p:cNvPicPr>
            <a:picLocks noChangeAspect="1"/>
          </p:cNvPicPr>
          <p:nvPr/>
        </p:nvPicPr>
        <p:blipFill>
          <a:blip r:embed="rId4"/>
          <a:stretch>
            <a:fillRect/>
          </a:stretch>
        </p:blipFill>
        <p:spPr>
          <a:xfrm>
            <a:off x="7913190" y="2571750"/>
            <a:ext cx="1011566" cy="2085604"/>
          </a:xfrm>
          <a:prstGeom prst="rect">
            <a:avLst/>
          </a:prstGeom>
        </p:spPr>
      </p:pic>
      <p:pic>
        <p:nvPicPr>
          <p:cNvPr id="9" name="Picture 8">
            <a:extLst>
              <a:ext uri="{FF2B5EF4-FFF2-40B4-BE49-F238E27FC236}">
                <a16:creationId xmlns:a16="http://schemas.microsoft.com/office/drawing/2014/main" id="{F7751C13-7EF8-D8EE-919A-4BD2B1FE3A10}"/>
              </a:ext>
            </a:extLst>
          </p:cNvPr>
          <p:cNvPicPr>
            <a:picLocks noChangeAspect="1"/>
          </p:cNvPicPr>
          <p:nvPr/>
        </p:nvPicPr>
        <p:blipFill>
          <a:blip r:embed="rId5"/>
          <a:stretch>
            <a:fillRect/>
          </a:stretch>
        </p:blipFill>
        <p:spPr>
          <a:xfrm>
            <a:off x="6899513" y="2580454"/>
            <a:ext cx="1011566" cy="2085604"/>
          </a:xfrm>
          <a:prstGeom prst="rect">
            <a:avLst/>
          </a:prstGeom>
        </p:spPr>
      </p:pic>
    </p:spTree>
    <p:extLst>
      <p:ext uri="{BB962C8B-B14F-4D97-AF65-F5344CB8AC3E}">
        <p14:creationId xmlns:p14="http://schemas.microsoft.com/office/powerpoint/2010/main" val="4211037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2C5B3-6033-8A38-8A40-E851EE6ABB53}"/>
              </a:ext>
            </a:extLst>
          </p:cNvPr>
          <p:cNvSpPr>
            <a:spLocks noGrp="1"/>
          </p:cNvSpPr>
          <p:nvPr>
            <p:ph type="title"/>
          </p:nvPr>
        </p:nvSpPr>
        <p:spPr/>
        <p:txBody>
          <a:bodyPr/>
          <a:lstStyle/>
          <a:p>
            <a:r>
              <a:rPr lang="en-VN" dirty="0"/>
              <a:t>6 – Demo – combined web + mobile test</a:t>
            </a:r>
          </a:p>
        </p:txBody>
      </p:sp>
      <p:sp>
        <p:nvSpPr>
          <p:cNvPr id="3" name="Text Placeholder 2">
            <a:extLst>
              <a:ext uri="{FF2B5EF4-FFF2-40B4-BE49-F238E27FC236}">
                <a16:creationId xmlns:a16="http://schemas.microsoft.com/office/drawing/2014/main" id="{CA1A77A1-E313-6C23-6A35-EBECE7558078}"/>
              </a:ext>
            </a:extLst>
          </p:cNvPr>
          <p:cNvSpPr>
            <a:spLocks noGrp="1"/>
          </p:cNvSpPr>
          <p:nvPr>
            <p:ph type="body" sz="quarter" idx="10"/>
          </p:nvPr>
        </p:nvSpPr>
        <p:spPr>
          <a:xfrm>
            <a:off x="925470" y="1006950"/>
            <a:ext cx="7191375" cy="3444838"/>
          </a:xfrm>
        </p:spPr>
        <p:txBody>
          <a:bodyPr/>
          <a:lstStyle/>
          <a:p>
            <a:r>
              <a:rPr lang="en-VN" dirty="0"/>
              <a:t>Scenario 3: </a:t>
            </a:r>
            <a:r>
              <a:rPr lang="en-VN" dirty="0">
                <a:solidFill>
                  <a:srgbClr val="EC628B"/>
                </a:solidFill>
              </a:rPr>
              <a:t>Login test on web </a:t>
            </a:r>
            <a:r>
              <a:rPr lang="en-VN" dirty="0">
                <a:solidFill>
                  <a:srgbClr val="EC628B"/>
                </a:solidFill>
                <a:sym typeface="Wingdings" pitchFamily="2" charset="2"/>
              </a:rPr>
              <a:t> Login test on  app -&gt;  input field test on web -&gt; input field test on app</a:t>
            </a:r>
            <a:endParaRPr lang="en-VN" dirty="0">
              <a:solidFill>
                <a:srgbClr val="EC628B"/>
              </a:solidFill>
            </a:endParaRPr>
          </a:p>
          <a:p>
            <a:pPr lvl="1"/>
            <a:r>
              <a:rPr lang="en-VN" dirty="0"/>
              <a:t>Steps for manual test:</a:t>
            </a:r>
          </a:p>
          <a:p>
            <a:pPr lvl="2"/>
            <a:r>
              <a:rPr lang="en-US" dirty="0"/>
              <a:t>Scenario 1 - </a:t>
            </a:r>
            <a:r>
              <a:rPr lang="en-VN" dirty="0"/>
              <a:t>Login web successfully</a:t>
            </a:r>
            <a:endParaRPr lang="en-US" dirty="0"/>
          </a:p>
          <a:p>
            <a:pPr lvl="2"/>
            <a:r>
              <a:rPr lang="en-US" dirty="0"/>
              <a:t>Scenario 2 - </a:t>
            </a:r>
            <a:r>
              <a:rPr lang="en-VN" dirty="0">
                <a:sym typeface="Wingdings" pitchFamily="2" charset="2"/>
              </a:rPr>
              <a:t>Login iOS application successfully</a:t>
            </a:r>
          </a:p>
          <a:p>
            <a:pPr lvl="2"/>
            <a:r>
              <a:rPr lang="en-VN" dirty="0">
                <a:solidFill>
                  <a:srgbClr val="7030A0"/>
                </a:solidFill>
                <a:sym typeface="Wingdings" pitchFamily="2" charset="2"/>
              </a:rPr>
              <a:t>Scenario 1a – Input and validate inputted text on sample textbox of Home screen</a:t>
            </a:r>
            <a:endParaRPr lang="en-US" dirty="0">
              <a:solidFill>
                <a:srgbClr val="7030A0"/>
              </a:solidFill>
            </a:endParaRPr>
          </a:p>
          <a:p>
            <a:pPr lvl="3"/>
            <a:r>
              <a:rPr lang="en-US" dirty="0">
                <a:solidFill>
                  <a:srgbClr val="7030A0"/>
                </a:solidFill>
              </a:rPr>
              <a:t>On Web - Home screen, input text on sample textbox, then enter and validate it</a:t>
            </a:r>
          </a:p>
          <a:p>
            <a:pPr lvl="2"/>
            <a:r>
              <a:rPr lang="en-US" dirty="0">
                <a:solidFill>
                  <a:srgbClr val="7030A0"/>
                </a:solidFill>
              </a:rPr>
              <a:t>Scenario 2a – Validate input text on Form screen of iOS application</a:t>
            </a:r>
          </a:p>
          <a:p>
            <a:pPr lvl="3"/>
            <a:r>
              <a:rPr lang="en-US" dirty="0">
                <a:solidFill>
                  <a:srgbClr val="7030A0"/>
                </a:solidFill>
              </a:rPr>
              <a:t>On iOS device – Login screen, navigate to Form screen</a:t>
            </a:r>
          </a:p>
          <a:p>
            <a:pPr lvl="3"/>
            <a:r>
              <a:rPr lang="en-US" dirty="0">
                <a:solidFill>
                  <a:srgbClr val="7030A0"/>
                </a:solidFill>
              </a:rPr>
              <a:t>On iOS device – Form screen, input text on Input field of Form screen and validate it</a:t>
            </a:r>
          </a:p>
          <a:p>
            <a:pPr lvl="1"/>
            <a:endParaRPr lang="en-US" dirty="0"/>
          </a:p>
          <a:p>
            <a:pPr lvl="1"/>
            <a:r>
              <a:rPr lang="en-US" dirty="0"/>
              <a:t>Automation execution command:</a:t>
            </a:r>
          </a:p>
          <a:p>
            <a:pPr lvl="2"/>
            <a:r>
              <a:rPr lang="en-US" dirty="0" err="1">
                <a:latin typeface="Courier New" panose="02070309020205020404" pitchFamily="49" charset="0"/>
              </a:rPr>
              <a:t>npm</a:t>
            </a:r>
            <a:r>
              <a:rPr lang="en-US" dirty="0">
                <a:latin typeface="Courier New" panose="02070309020205020404" pitchFamily="49" charset="0"/>
              </a:rPr>
              <a:t> run combine -- --spec=test/specs/combine.sample.e2e.ts</a:t>
            </a:r>
            <a:endParaRPr lang="en-US" dirty="0"/>
          </a:p>
          <a:p>
            <a:pPr lvl="1"/>
            <a:endParaRPr lang="en-US" dirty="0"/>
          </a:p>
          <a:p>
            <a:pPr lvl="1"/>
            <a:r>
              <a:rPr lang="en-US" dirty="0"/>
              <a:t>Generate allure report</a:t>
            </a:r>
          </a:p>
          <a:p>
            <a:pPr lvl="2"/>
            <a:r>
              <a:rPr lang="en-US" dirty="0" err="1">
                <a:latin typeface="Courier New" panose="02070309020205020404" pitchFamily="49" charset="0"/>
              </a:rPr>
              <a:t>npm</a:t>
            </a:r>
            <a:r>
              <a:rPr lang="en-US" dirty="0">
                <a:latin typeface="Courier New" panose="02070309020205020404" pitchFamily="49" charset="0"/>
              </a:rPr>
              <a:t> run allure-report</a:t>
            </a:r>
            <a:endParaRPr lang="en-US" dirty="0"/>
          </a:p>
          <a:p>
            <a:endParaRPr lang="en-VN" dirty="0"/>
          </a:p>
        </p:txBody>
      </p:sp>
      <p:sp>
        <p:nvSpPr>
          <p:cNvPr id="4" name="Text Placeholder 3">
            <a:extLst>
              <a:ext uri="{FF2B5EF4-FFF2-40B4-BE49-F238E27FC236}">
                <a16:creationId xmlns:a16="http://schemas.microsoft.com/office/drawing/2014/main" id="{F797C55C-5E46-64FE-EC2B-EF0B215FFAF9}"/>
              </a:ext>
            </a:extLst>
          </p:cNvPr>
          <p:cNvSpPr>
            <a:spLocks noGrp="1"/>
          </p:cNvSpPr>
          <p:nvPr>
            <p:ph type="body" sz="quarter" idx="12"/>
          </p:nvPr>
        </p:nvSpPr>
        <p:spPr/>
        <p:txBody>
          <a:bodyPr/>
          <a:lstStyle/>
          <a:p>
            <a:endParaRPr lang="en-VN"/>
          </a:p>
        </p:txBody>
      </p:sp>
      <p:sp>
        <p:nvSpPr>
          <p:cNvPr id="5" name="Footer Placeholder 4">
            <a:extLst>
              <a:ext uri="{FF2B5EF4-FFF2-40B4-BE49-F238E27FC236}">
                <a16:creationId xmlns:a16="http://schemas.microsoft.com/office/drawing/2014/main" id="{6A5140D0-7CAE-632B-BEC8-FB144C5B83E1}"/>
              </a:ext>
            </a:extLst>
          </p:cNvPr>
          <p:cNvSpPr>
            <a:spLocks noGrp="1"/>
          </p:cNvSpPr>
          <p:nvPr>
            <p:ph type="ftr" sz="quarter" idx="13"/>
          </p:nvPr>
        </p:nvSpPr>
        <p:spPr/>
        <p:txBody>
          <a:bodyPr/>
          <a:lstStyle/>
          <a:p>
            <a:pPr>
              <a:defRPr/>
            </a:pPr>
            <a:r>
              <a:rPr lang="en-GB"/>
              <a:t>Type here if  add info needed  for every slide</a:t>
            </a:r>
          </a:p>
        </p:txBody>
      </p:sp>
      <p:sp>
        <p:nvSpPr>
          <p:cNvPr id="6" name="Date Placeholder 5">
            <a:extLst>
              <a:ext uri="{FF2B5EF4-FFF2-40B4-BE49-F238E27FC236}">
                <a16:creationId xmlns:a16="http://schemas.microsoft.com/office/drawing/2014/main" id="{6CF14853-0AE0-CF56-F217-CCD3701416A8}"/>
              </a:ext>
            </a:extLst>
          </p:cNvPr>
          <p:cNvSpPr>
            <a:spLocks noGrp="1"/>
          </p:cNvSpPr>
          <p:nvPr>
            <p:ph type="dt" sz="half" idx="14"/>
          </p:nvPr>
        </p:nvSpPr>
        <p:spPr/>
        <p:txBody>
          <a:bodyPr/>
          <a:lstStyle/>
          <a:p>
            <a:pPr>
              <a:defRPr/>
            </a:pPr>
            <a:fld id="{51513B7D-20CC-DD47-8015-1E2F6ADADA54}" type="datetime4">
              <a:rPr lang="en-GB" smtClean="0"/>
              <a:pPr>
                <a:defRPr/>
              </a:pPr>
              <a:t>25 November 2025</a:t>
            </a:fld>
            <a:endParaRPr lang="en-GB" dirty="0"/>
          </a:p>
        </p:txBody>
      </p:sp>
      <p:pic>
        <p:nvPicPr>
          <p:cNvPr id="7" name="Picture 6">
            <a:extLst>
              <a:ext uri="{FF2B5EF4-FFF2-40B4-BE49-F238E27FC236}">
                <a16:creationId xmlns:a16="http://schemas.microsoft.com/office/drawing/2014/main" id="{E73FAFF6-341B-AA7F-9EB5-F9DCC4D0FA88}"/>
              </a:ext>
            </a:extLst>
          </p:cNvPr>
          <p:cNvPicPr>
            <a:picLocks noChangeAspect="1"/>
          </p:cNvPicPr>
          <p:nvPr/>
        </p:nvPicPr>
        <p:blipFill>
          <a:blip r:embed="rId2"/>
          <a:stretch>
            <a:fillRect/>
          </a:stretch>
        </p:blipFill>
        <p:spPr>
          <a:xfrm>
            <a:off x="6216868" y="1201066"/>
            <a:ext cx="2705067" cy="1010494"/>
          </a:xfrm>
          <a:prstGeom prst="rect">
            <a:avLst/>
          </a:prstGeom>
        </p:spPr>
      </p:pic>
      <p:pic>
        <p:nvPicPr>
          <p:cNvPr id="8" name="Picture 7">
            <a:extLst>
              <a:ext uri="{FF2B5EF4-FFF2-40B4-BE49-F238E27FC236}">
                <a16:creationId xmlns:a16="http://schemas.microsoft.com/office/drawing/2014/main" id="{D368AE86-E106-FA87-924A-0BEE7979A311}"/>
              </a:ext>
            </a:extLst>
          </p:cNvPr>
          <p:cNvPicPr>
            <a:picLocks noChangeAspect="1"/>
          </p:cNvPicPr>
          <p:nvPr/>
        </p:nvPicPr>
        <p:blipFill>
          <a:blip r:embed="rId3"/>
          <a:stretch>
            <a:fillRect/>
          </a:stretch>
        </p:blipFill>
        <p:spPr>
          <a:xfrm>
            <a:off x="8028599" y="2312047"/>
            <a:ext cx="893336" cy="1880038"/>
          </a:xfrm>
          <a:prstGeom prst="rect">
            <a:avLst/>
          </a:prstGeom>
        </p:spPr>
      </p:pic>
    </p:spTree>
    <p:extLst>
      <p:ext uri="{BB962C8B-B14F-4D97-AF65-F5344CB8AC3E}">
        <p14:creationId xmlns:p14="http://schemas.microsoft.com/office/powerpoint/2010/main" val="844441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0978B-7731-A9FA-1A5D-820560D041ED}"/>
              </a:ext>
            </a:extLst>
          </p:cNvPr>
          <p:cNvSpPr>
            <a:spLocks noGrp="1"/>
          </p:cNvSpPr>
          <p:nvPr>
            <p:ph type="title"/>
          </p:nvPr>
        </p:nvSpPr>
        <p:spPr/>
        <p:txBody>
          <a:bodyPr/>
          <a:lstStyle/>
          <a:p>
            <a:r>
              <a:rPr lang="en-VN" dirty="0"/>
              <a:t>6 – Demo – API test</a:t>
            </a:r>
          </a:p>
        </p:txBody>
      </p:sp>
      <p:sp>
        <p:nvSpPr>
          <p:cNvPr id="3" name="Text Placeholder 2">
            <a:extLst>
              <a:ext uri="{FF2B5EF4-FFF2-40B4-BE49-F238E27FC236}">
                <a16:creationId xmlns:a16="http://schemas.microsoft.com/office/drawing/2014/main" id="{45B1854A-71A0-9182-20B8-37393DD9B4EC}"/>
              </a:ext>
            </a:extLst>
          </p:cNvPr>
          <p:cNvSpPr>
            <a:spLocks noGrp="1"/>
          </p:cNvSpPr>
          <p:nvPr>
            <p:ph type="body" sz="quarter" idx="10"/>
          </p:nvPr>
        </p:nvSpPr>
        <p:spPr>
          <a:xfrm>
            <a:off x="973138" y="1084094"/>
            <a:ext cx="7191375" cy="1166473"/>
          </a:xfrm>
        </p:spPr>
        <p:txBody>
          <a:bodyPr/>
          <a:lstStyle/>
          <a:p>
            <a:r>
              <a:rPr lang="en-VN" dirty="0"/>
              <a:t>Scenario 4: </a:t>
            </a:r>
            <a:r>
              <a:rPr lang="en-VN" dirty="0">
                <a:solidFill>
                  <a:srgbClr val="EC628B"/>
                </a:solidFill>
              </a:rPr>
              <a:t>Login successfully through Login API by correct email and correct password</a:t>
            </a:r>
          </a:p>
          <a:p>
            <a:pPr lvl="1"/>
            <a:r>
              <a:rPr lang="en-VN" dirty="0"/>
              <a:t>Steps for manual test:</a:t>
            </a:r>
          </a:p>
          <a:p>
            <a:pPr lvl="2"/>
            <a:r>
              <a:rPr lang="en-US" dirty="0"/>
              <a:t>Call POST </a:t>
            </a:r>
            <a:r>
              <a:rPr lang="en-US" dirty="0">
                <a:hlinkClick r:id="rId2"/>
              </a:rPr>
              <a:t>https://reqres.in/api/login</a:t>
            </a:r>
            <a:r>
              <a:rPr lang="en-US" dirty="0"/>
              <a:t> with correct username and correct password</a:t>
            </a:r>
          </a:p>
          <a:p>
            <a:pPr lvl="2"/>
            <a:r>
              <a:rPr lang="en-US" dirty="0"/>
              <a:t>Validate API response for successfully login (response code = 200, response body has token)</a:t>
            </a:r>
            <a:endParaRPr lang="en-VN" dirty="0"/>
          </a:p>
          <a:p>
            <a:pPr lvl="1"/>
            <a:endParaRPr lang="en-US" dirty="0"/>
          </a:p>
          <a:p>
            <a:pPr lvl="1"/>
            <a:r>
              <a:rPr lang="en-US" dirty="0"/>
              <a:t>Automation execution command:</a:t>
            </a:r>
          </a:p>
          <a:p>
            <a:pPr lvl="2"/>
            <a:r>
              <a:rPr lang="en-US" dirty="0" err="1">
                <a:latin typeface="Courier New" panose="02070309020205020404" pitchFamily="49" charset="0"/>
              </a:rPr>
              <a:t>npm</a:t>
            </a:r>
            <a:r>
              <a:rPr lang="en-US" dirty="0">
                <a:latin typeface="Courier New" panose="02070309020205020404" pitchFamily="49" charset="0"/>
              </a:rPr>
              <a:t> run </a:t>
            </a:r>
            <a:r>
              <a:rPr lang="en-US" dirty="0" err="1">
                <a:latin typeface="Courier New" panose="02070309020205020404" pitchFamily="49" charset="0"/>
              </a:rPr>
              <a:t>api</a:t>
            </a:r>
            <a:r>
              <a:rPr lang="en-US" dirty="0">
                <a:latin typeface="Courier New" panose="02070309020205020404" pitchFamily="49" charset="0"/>
              </a:rPr>
              <a:t> -- --</a:t>
            </a:r>
            <a:r>
              <a:rPr lang="en-US" dirty="0" err="1">
                <a:latin typeface="Courier New" panose="02070309020205020404" pitchFamily="49" charset="0"/>
              </a:rPr>
              <a:t>mochaOpts.grep</a:t>
            </a:r>
            <a:r>
              <a:rPr lang="en-US" dirty="0">
                <a:latin typeface="Courier New" panose="02070309020205020404" pitchFamily="49" charset="0"/>
              </a:rPr>
              <a:t> "@</a:t>
            </a:r>
            <a:r>
              <a:rPr lang="en-US" dirty="0" err="1">
                <a:latin typeface="Courier New" panose="02070309020205020404" pitchFamily="49" charset="0"/>
              </a:rPr>
              <a:t>loginSuccess</a:t>
            </a:r>
            <a:r>
              <a:rPr lang="en-US" dirty="0">
                <a:latin typeface="Courier New" panose="02070309020205020404" pitchFamily="49" charset="0"/>
              </a:rPr>
              <a:t>”</a:t>
            </a:r>
          </a:p>
          <a:p>
            <a:pPr lvl="1"/>
            <a:endParaRPr lang="en-US" dirty="0"/>
          </a:p>
          <a:p>
            <a:pPr lvl="1"/>
            <a:r>
              <a:rPr lang="en-US" dirty="0"/>
              <a:t>Generate allure report</a:t>
            </a:r>
          </a:p>
          <a:p>
            <a:pPr lvl="2"/>
            <a:r>
              <a:rPr lang="en-US" dirty="0" err="1">
                <a:latin typeface="Courier New" panose="02070309020205020404" pitchFamily="49" charset="0"/>
              </a:rPr>
              <a:t>npm</a:t>
            </a:r>
            <a:r>
              <a:rPr lang="en-US" dirty="0">
                <a:latin typeface="Courier New" panose="02070309020205020404" pitchFamily="49" charset="0"/>
              </a:rPr>
              <a:t> run allure-report</a:t>
            </a:r>
            <a:endParaRPr lang="en-US" dirty="0"/>
          </a:p>
          <a:p>
            <a:endParaRPr lang="en-VN" dirty="0"/>
          </a:p>
        </p:txBody>
      </p:sp>
      <p:sp>
        <p:nvSpPr>
          <p:cNvPr id="4" name="Text Placeholder 3">
            <a:extLst>
              <a:ext uri="{FF2B5EF4-FFF2-40B4-BE49-F238E27FC236}">
                <a16:creationId xmlns:a16="http://schemas.microsoft.com/office/drawing/2014/main" id="{A44CAF21-935E-6BE6-1F10-AF86C95C8A98}"/>
              </a:ext>
            </a:extLst>
          </p:cNvPr>
          <p:cNvSpPr>
            <a:spLocks noGrp="1"/>
          </p:cNvSpPr>
          <p:nvPr>
            <p:ph type="body" sz="quarter" idx="12"/>
          </p:nvPr>
        </p:nvSpPr>
        <p:spPr/>
        <p:txBody>
          <a:bodyPr/>
          <a:lstStyle/>
          <a:p>
            <a:endParaRPr lang="en-VN"/>
          </a:p>
        </p:txBody>
      </p:sp>
      <p:sp>
        <p:nvSpPr>
          <p:cNvPr id="5" name="Footer Placeholder 4">
            <a:extLst>
              <a:ext uri="{FF2B5EF4-FFF2-40B4-BE49-F238E27FC236}">
                <a16:creationId xmlns:a16="http://schemas.microsoft.com/office/drawing/2014/main" id="{FE84888F-2FD2-C86A-A197-2BE425DA063F}"/>
              </a:ext>
            </a:extLst>
          </p:cNvPr>
          <p:cNvSpPr>
            <a:spLocks noGrp="1"/>
          </p:cNvSpPr>
          <p:nvPr>
            <p:ph type="ftr" sz="quarter" idx="13"/>
          </p:nvPr>
        </p:nvSpPr>
        <p:spPr/>
        <p:txBody>
          <a:bodyPr/>
          <a:lstStyle/>
          <a:p>
            <a:pPr>
              <a:defRPr/>
            </a:pPr>
            <a:r>
              <a:rPr lang="en-GB"/>
              <a:t>Type here if  add info needed  for every slide</a:t>
            </a:r>
          </a:p>
        </p:txBody>
      </p:sp>
      <p:sp>
        <p:nvSpPr>
          <p:cNvPr id="6" name="Date Placeholder 5">
            <a:extLst>
              <a:ext uri="{FF2B5EF4-FFF2-40B4-BE49-F238E27FC236}">
                <a16:creationId xmlns:a16="http://schemas.microsoft.com/office/drawing/2014/main" id="{F4DA9FD3-EA88-45A3-A9DD-178C2A40A171}"/>
              </a:ext>
            </a:extLst>
          </p:cNvPr>
          <p:cNvSpPr>
            <a:spLocks noGrp="1"/>
          </p:cNvSpPr>
          <p:nvPr>
            <p:ph type="dt" sz="half" idx="14"/>
          </p:nvPr>
        </p:nvSpPr>
        <p:spPr/>
        <p:txBody>
          <a:bodyPr/>
          <a:lstStyle/>
          <a:p>
            <a:pPr>
              <a:defRPr/>
            </a:pPr>
            <a:fld id="{51513B7D-20CC-DD47-8015-1E2F6ADADA54}" type="datetime4">
              <a:rPr lang="en-GB" smtClean="0"/>
              <a:pPr>
                <a:defRPr/>
              </a:pPr>
              <a:t>25 November 2025</a:t>
            </a:fld>
            <a:endParaRPr lang="en-GB" dirty="0"/>
          </a:p>
        </p:txBody>
      </p:sp>
      <p:pic>
        <p:nvPicPr>
          <p:cNvPr id="7" name="Picture 6">
            <a:extLst>
              <a:ext uri="{FF2B5EF4-FFF2-40B4-BE49-F238E27FC236}">
                <a16:creationId xmlns:a16="http://schemas.microsoft.com/office/drawing/2014/main" id="{9B2E84CE-1A3F-7A4F-D83A-A9A50535E089}"/>
              </a:ext>
            </a:extLst>
          </p:cNvPr>
          <p:cNvPicPr>
            <a:picLocks noChangeAspect="1"/>
          </p:cNvPicPr>
          <p:nvPr/>
        </p:nvPicPr>
        <p:blipFill>
          <a:blip r:embed="rId3"/>
          <a:stretch>
            <a:fillRect/>
          </a:stretch>
        </p:blipFill>
        <p:spPr>
          <a:xfrm>
            <a:off x="5959363" y="2061381"/>
            <a:ext cx="2874581" cy="2614032"/>
          </a:xfrm>
          <a:prstGeom prst="rect">
            <a:avLst/>
          </a:prstGeom>
        </p:spPr>
      </p:pic>
    </p:spTree>
    <p:extLst>
      <p:ext uri="{BB962C8B-B14F-4D97-AF65-F5344CB8AC3E}">
        <p14:creationId xmlns:p14="http://schemas.microsoft.com/office/powerpoint/2010/main" val="11581317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3FCE8-BE19-C95B-0802-7FED76033284}"/>
              </a:ext>
            </a:extLst>
          </p:cNvPr>
          <p:cNvSpPr>
            <a:spLocks noGrp="1"/>
          </p:cNvSpPr>
          <p:nvPr>
            <p:ph type="title"/>
          </p:nvPr>
        </p:nvSpPr>
        <p:spPr/>
        <p:txBody>
          <a:bodyPr/>
          <a:lstStyle/>
          <a:p>
            <a:r>
              <a:rPr lang="en-VN" dirty="0"/>
              <a:t>6 – Demo – combined web + API + mobile test</a:t>
            </a:r>
          </a:p>
        </p:txBody>
      </p:sp>
      <p:sp>
        <p:nvSpPr>
          <p:cNvPr id="3" name="Text Placeholder 2">
            <a:extLst>
              <a:ext uri="{FF2B5EF4-FFF2-40B4-BE49-F238E27FC236}">
                <a16:creationId xmlns:a16="http://schemas.microsoft.com/office/drawing/2014/main" id="{5674D16C-A40E-A2F9-DE7B-BB59E7273AA8}"/>
              </a:ext>
            </a:extLst>
          </p:cNvPr>
          <p:cNvSpPr>
            <a:spLocks noGrp="1"/>
          </p:cNvSpPr>
          <p:nvPr>
            <p:ph type="body" sz="quarter" idx="10"/>
          </p:nvPr>
        </p:nvSpPr>
        <p:spPr>
          <a:xfrm>
            <a:off x="889036" y="990595"/>
            <a:ext cx="7191375" cy="1166473"/>
          </a:xfrm>
        </p:spPr>
        <p:txBody>
          <a:bodyPr/>
          <a:lstStyle/>
          <a:p>
            <a:r>
              <a:rPr lang="en-VN" dirty="0"/>
              <a:t>Scenario 5: </a:t>
            </a:r>
            <a:r>
              <a:rPr lang="en-VN" dirty="0">
                <a:solidFill>
                  <a:srgbClr val="EC628B"/>
                </a:solidFill>
              </a:rPr>
              <a:t>Login test on web </a:t>
            </a:r>
            <a:r>
              <a:rPr lang="en-VN" dirty="0">
                <a:solidFill>
                  <a:srgbClr val="EC628B"/>
                </a:solidFill>
                <a:sym typeface="Wingdings" pitchFamily="2" charset="2"/>
              </a:rPr>
              <a:t> get User API test-&gt; Login test on  app -&gt; update user API test  -&gt; input field test on web -&gt;  input field test on app</a:t>
            </a:r>
            <a:endParaRPr lang="en-VN" dirty="0">
              <a:solidFill>
                <a:srgbClr val="EC628B"/>
              </a:solidFill>
            </a:endParaRPr>
          </a:p>
          <a:p>
            <a:pPr lvl="1"/>
            <a:r>
              <a:rPr lang="en-VN" dirty="0"/>
              <a:t>Steps for manual test:</a:t>
            </a:r>
          </a:p>
          <a:p>
            <a:pPr lvl="2"/>
            <a:r>
              <a:rPr lang="en-US" dirty="0"/>
              <a:t>Scenario 1 - </a:t>
            </a:r>
            <a:r>
              <a:rPr lang="en-VN" dirty="0"/>
              <a:t>Login web successfully</a:t>
            </a:r>
          </a:p>
          <a:p>
            <a:pPr lvl="2"/>
            <a:r>
              <a:rPr lang="en-VN" dirty="0">
                <a:solidFill>
                  <a:srgbClr val="7030A0"/>
                </a:solidFill>
              </a:rPr>
              <a:t>Scenario 4a - Get user information and validate schema through get user API</a:t>
            </a:r>
          </a:p>
          <a:p>
            <a:pPr lvl="3"/>
            <a:r>
              <a:rPr lang="en-US" dirty="0">
                <a:solidFill>
                  <a:srgbClr val="7030A0"/>
                </a:solidFill>
                <a:sym typeface="Wingdings" pitchFamily="2" charset="2"/>
              </a:rPr>
              <a:t>C</a:t>
            </a:r>
            <a:r>
              <a:rPr lang="en-VN" dirty="0">
                <a:solidFill>
                  <a:srgbClr val="7030A0"/>
                </a:solidFill>
                <a:sym typeface="Wingdings" pitchFamily="2" charset="2"/>
              </a:rPr>
              <a:t>all GET </a:t>
            </a:r>
            <a:r>
              <a:rPr lang="en-US" dirty="0">
                <a:solidFill>
                  <a:srgbClr val="7030A0"/>
                </a:solidFill>
                <a:hlinkClick r:id="rId2">
                  <a:extLst>
                    <a:ext uri="{A12FA001-AC4F-418D-AE19-62706E023703}">
                      <ahyp:hlinkClr xmlns:ahyp="http://schemas.microsoft.com/office/drawing/2018/hyperlinkcolor" val="tx"/>
                    </a:ext>
                  </a:extLst>
                </a:hlinkClick>
              </a:rPr>
              <a:t>https://reqres.in/api/user/2</a:t>
            </a:r>
            <a:endParaRPr lang="en-US" dirty="0">
              <a:solidFill>
                <a:srgbClr val="7030A0"/>
              </a:solidFill>
            </a:endParaRPr>
          </a:p>
          <a:p>
            <a:pPr lvl="3"/>
            <a:r>
              <a:rPr lang="en-US" dirty="0">
                <a:solidFill>
                  <a:srgbClr val="7030A0"/>
                </a:solidFill>
                <a:sym typeface="Wingdings" pitchFamily="2" charset="2"/>
              </a:rPr>
              <a:t>Validate API response (response code = 200, response body has corrected schema)</a:t>
            </a:r>
            <a:endParaRPr lang="en-US" dirty="0">
              <a:solidFill>
                <a:srgbClr val="7030A0"/>
              </a:solidFill>
            </a:endParaRPr>
          </a:p>
          <a:p>
            <a:pPr lvl="2"/>
            <a:r>
              <a:rPr lang="en-US" dirty="0"/>
              <a:t>Scenario 2 - </a:t>
            </a:r>
            <a:r>
              <a:rPr lang="en-VN" dirty="0">
                <a:sym typeface="Wingdings" pitchFamily="2" charset="2"/>
              </a:rPr>
              <a:t>Login iOS application successfully</a:t>
            </a:r>
          </a:p>
          <a:p>
            <a:pPr lvl="2"/>
            <a:r>
              <a:rPr lang="en-VN" dirty="0">
                <a:solidFill>
                  <a:srgbClr val="7030A0"/>
                </a:solidFill>
              </a:rPr>
              <a:t>Scenario 4b – Update user information through update user API</a:t>
            </a:r>
          </a:p>
          <a:p>
            <a:pPr lvl="3"/>
            <a:r>
              <a:rPr lang="en-US" dirty="0">
                <a:solidFill>
                  <a:srgbClr val="7030A0"/>
                </a:solidFill>
                <a:sym typeface="Wingdings" pitchFamily="2" charset="2"/>
              </a:rPr>
              <a:t>C</a:t>
            </a:r>
            <a:r>
              <a:rPr lang="en-VN" dirty="0">
                <a:solidFill>
                  <a:srgbClr val="7030A0"/>
                </a:solidFill>
                <a:sym typeface="Wingdings" pitchFamily="2" charset="2"/>
              </a:rPr>
              <a:t>all PUT </a:t>
            </a:r>
            <a:r>
              <a:rPr lang="en-US" dirty="0">
                <a:solidFill>
                  <a:srgbClr val="7030A0"/>
                </a:solidFill>
                <a:hlinkClick r:id="rId2">
                  <a:extLst>
                    <a:ext uri="{A12FA001-AC4F-418D-AE19-62706E023703}">
                      <ahyp:hlinkClr xmlns:ahyp="http://schemas.microsoft.com/office/drawing/2018/hyperlinkcolor" val="tx"/>
                    </a:ext>
                  </a:extLst>
                </a:hlinkClick>
              </a:rPr>
              <a:t>https://reqres.in/api/user/2</a:t>
            </a:r>
            <a:endParaRPr lang="en-US" dirty="0">
              <a:solidFill>
                <a:srgbClr val="7030A0"/>
              </a:solidFill>
            </a:endParaRPr>
          </a:p>
          <a:p>
            <a:pPr lvl="3"/>
            <a:r>
              <a:rPr lang="en-US" dirty="0">
                <a:solidFill>
                  <a:srgbClr val="7030A0"/>
                </a:solidFill>
                <a:sym typeface="Wingdings" pitchFamily="2" charset="2"/>
              </a:rPr>
              <a:t>Validate API response (response code = 200, response body has updated information)</a:t>
            </a:r>
            <a:endParaRPr lang="en-VN" dirty="0">
              <a:solidFill>
                <a:srgbClr val="7030A0"/>
              </a:solidFill>
              <a:sym typeface="Wingdings" pitchFamily="2" charset="2"/>
            </a:endParaRPr>
          </a:p>
          <a:p>
            <a:pPr lvl="2"/>
            <a:r>
              <a:rPr lang="en-VN" dirty="0">
                <a:sym typeface="Wingdings" pitchFamily="2" charset="2"/>
              </a:rPr>
              <a:t>Scenario 1a – Input and validate inputted text on sample textbox of Home screen</a:t>
            </a:r>
            <a:endParaRPr lang="en-US" dirty="0"/>
          </a:p>
          <a:p>
            <a:pPr lvl="2"/>
            <a:r>
              <a:rPr lang="en-US" dirty="0"/>
              <a:t>Scenario 2a – Validate input text on Form screen of iOS application</a:t>
            </a:r>
          </a:p>
          <a:p>
            <a:pPr lvl="1"/>
            <a:r>
              <a:rPr lang="en-US" dirty="0"/>
              <a:t>Automation execution command:</a:t>
            </a:r>
          </a:p>
          <a:p>
            <a:pPr lvl="2"/>
            <a:r>
              <a:rPr lang="en-US" dirty="0" err="1">
                <a:latin typeface="Courier New" panose="02070309020205020404" pitchFamily="49" charset="0"/>
              </a:rPr>
              <a:t>npm</a:t>
            </a:r>
            <a:r>
              <a:rPr lang="en-US" dirty="0">
                <a:latin typeface="Courier New" panose="02070309020205020404" pitchFamily="49" charset="0"/>
              </a:rPr>
              <a:t> run combine -- --spec=test/specs/combine3.sample.e2e.ts</a:t>
            </a:r>
            <a:endParaRPr lang="en-US" dirty="0"/>
          </a:p>
          <a:p>
            <a:pPr lvl="1"/>
            <a:r>
              <a:rPr lang="en-US" dirty="0"/>
              <a:t>Generate allure report</a:t>
            </a:r>
          </a:p>
          <a:p>
            <a:pPr lvl="2"/>
            <a:r>
              <a:rPr lang="en-US" dirty="0" err="1">
                <a:latin typeface="Courier New" panose="02070309020205020404" pitchFamily="49" charset="0"/>
              </a:rPr>
              <a:t>npm</a:t>
            </a:r>
            <a:r>
              <a:rPr lang="en-US" dirty="0">
                <a:latin typeface="Courier New" panose="02070309020205020404" pitchFamily="49" charset="0"/>
              </a:rPr>
              <a:t> run allure-report</a:t>
            </a:r>
            <a:endParaRPr lang="en-US" dirty="0"/>
          </a:p>
          <a:p>
            <a:endParaRPr lang="en-VN" dirty="0"/>
          </a:p>
        </p:txBody>
      </p:sp>
      <p:sp>
        <p:nvSpPr>
          <p:cNvPr id="4" name="Text Placeholder 3">
            <a:extLst>
              <a:ext uri="{FF2B5EF4-FFF2-40B4-BE49-F238E27FC236}">
                <a16:creationId xmlns:a16="http://schemas.microsoft.com/office/drawing/2014/main" id="{0AAA1EE5-050F-EC2E-D38F-ED76C3678E1A}"/>
              </a:ext>
            </a:extLst>
          </p:cNvPr>
          <p:cNvSpPr>
            <a:spLocks noGrp="1"/>
          </p:cNvSpPr>
          <p:nvPr>
            <p:ph type="body" sz="quarter" idx="12"/>
          </p:nvPr>
        </p:nvSpPr>
        <p:spPr/>
        <p:txBody>
          <a:bodyPr/>
          <a:lstStyle/>
          <a:p>
            <a:endParaRPr lang="en-VN"/>
          </a:p>
        </p:txBody>
      </p:sp>
      <p:sp>
        <p:nvSpPr>
          <p:cNvPr id="5" name="Footer Placeholder 4">
            <a:extLst>
              <a:ext uri="{FF2B5EF4-FFF2-40B4-BE49-F238E27FC236}">
                <a16:creationId xmlns:a16="http://schemas.microsoft.com/office/drawing/2014/main" id="{E2A2BB72-EFC6-4028-2ABC-9BD82C06E8CD}"/>
              </a:ext>
            </a:extLst>
          </p:cNvPr>
          <p:cNvSpPr>
            <a:spLocks noGrp="1"/>
          </p:cNvSpPr>
          <p:nvPr>
            <p:ph type="ftr" sz="quarter" idx="13"/>
          </p:nvPr>
        </p:nvSpPr>
        <p:spPr/>
        <p:txBody>
          <a:bodyPr/>
          <a:lstStyle/>
          <a:p>
            <a:pPr>
              <a:defRPr/>
            </a:pPr>
            <a:r>
              <a:rPr lang="en-GB"/>
              <a:t>Type here if  add info needed  for every slide</a:t>
            </a:r>
          </a:p>
        </p:txBody>
      </p:sp>
      <p:sp>
        <p:nvSpPr>
          <p:cNvPr id="6" name="Date Placeholder 5">
            <a:extLst>
              <a:ext uri="{FF2B5EF4-FFF2-40B4-BE49-F238E27FC236}">
                <a16:creationId xmlns:a16="http://schemas.microsoft.com/office/drawing/2014/main" id="{856E76DB-B12B-4DFF-F2E6-18FBFB0D8E95}"/>
              </a:ext>
            </a:extLst>
          </p:cNvPr>
          <p:cNvSpPr>
            <a:spLocks noGrp="1"/>
          </p:cNvSpPr>
          <p:nvPr>
            <p:ph type="dt" sz="half" idx="14"/>
          </p:nvPr>
        </p:nvSpPr>
        <p:spPr/>
        <p:txBody>
          <a:bodyPr/>
          <a:lstStyle/>
          <a:p>
            <a:pPr>
              <a:defRPr/>
            </a:pPr>
            <a:fld id="{51513B7D-20CC-DD47-8015-1E2F6ADADA54}" type="datetime4">
              <a:rPr lang="en-GB" smtClean="0"/>
              <a:pPr>
                <a:defRPr/>
              </a:pPr>
              <a:t>25 November 2025</a:t>
            </a:fld>
            <a:endParaRPr lang="en-GB" dirty="0"/>
          </a:p>
        </p:txBody>
      </p:sp>
    </p:spTree>
    <p:extLst>
      <p:ext uri="{BB962C8B-B14F-4D97-AF65-F5344CB8AC3E}">
        <p14:creationId xmlns:p14="http://schemas.microsoft.com/office/powerpoint/2010/main" val="12124144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3249" name="Objekt 11" hidden="1">
            <a:extLst>
              <a:ext uri="{FF2B5EF4-FFF2-40B4-BE49-F238E27FC236}">
                <a16:creationId xmlns:a16="http://schemas.microsoft.com/office/drawing/2014/main" id="{85B4EF65-DE67-9C55-58B8-9D65F1C9AB97}"/>
              </a:ext>
            </a:extLst>
          </p:cNvPr>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4" imgW="38100" imgH="38100" progId="TCLayout.ActiveDocument.1">
                  <p:embed/>
                </p:oleObj>
              </mc:Choice>
              <mc:Fallback>
                <p:oleObj name="think-cell Folie" r:id="rId4" imgW="38100" imgH="38100" progId="TCLayout.ActiveDocument.1">
                  <p:embed/>
                  <p:pic>
                    <p:nvPicPr>
                      <p:cNvPr id="0" name="Objekt 11"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50" name="Textplatzhalter 8">
            <a:extLst>
              <a:ext uri="{FF2B5EF4-FFF2-40B4-BE49-F238E27FC236}">
                <a16:creationId xmlns:a16="http://schemas.microsoft.com/office/drawing/2014/main" id="{02C6C3EF-D868-92F3-097F-A113FA273CFF}"/>
              </a:ext>
            </a:extLst>
          </p:cNvPr>
          <p:cNvSpPr>
            <a:spLocks noGrp="1" noChangeArrowheads="1"/>
          </p:cNvSpPr>
          <p:nvPr>
            <p:ph type="body" sz="quarter" idx="12"/>
          </p:nvPr>
        </p:nvSpPr>
        <p:spPr>
          <a:xfrm>
            <a:off x="3371850" y="85725"/>
            <a:ext cx="720725" cy="249238"/>
          </a:xfrm>
        </p:spPr>
        <p:txBody>
          <a:bodyPr/>
          <a:lstStyle/>
          <a:p>
            <a:pPr eaLnBrk="1" hangingPunct="1">
              <a:spcBef>
                <a:spcPct val="0"/>
              </a:spcBef>
            </a:pPr>
            <a:endParaRPr lang="en-GB" altLang="en-VN">
              <a:ea typeface="Geneva" panose="020B0503030404040204" pitchFamily="34" charset="0"/>
            </a:endParaRPr>
          </a:p>
        </p:txBody>
      </p:sp>
      <p:sp>
        <p:nvSpPr>
          <p:cNvPr id="53251" name="Fußzeilenplatzhalter 5">
            <a:extLst>
              <a:ext uri="{FF2B5EF4-FFF2-40B4-BE49-F238E27FC236}">
                <a16:creationId xmlns:a16="http://schemas.microsoft.com/office/drawing/2014/main" id="{C7F7C59B-BC5A-CCA3-679E-8D3E639C0B2B}"/>
              </a:ext>
            </a:extLst>
          </p:cNvPr>
          <p:cNvSpPr>
            <a:spLocks noGrp="1" noChangeArrowheads="1"/>
          </p:cNvSpPr>
          <p:nvPr>
            <p:ph type="ftr"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GB" altLang="en-VN">
                <a:solidFill>
                  <a:schemeClr val="bg1"/>
                </a:solidFill>
              </a:rPr>
              <a:t>Type here if  add info needed  for every slide</a:t>
            </a:r>
          </a:p>
        </p:txBody>
      </p:sp>
      <p:sp>
        <p:nvSpPr>
          <p:cNvPr id="53252" name="Datumsplatzhalter 6">
            <a:extLst>
              <a:ext uri="{FF2B5EF4-FFF2-40B4-BE49-F238E27FC236}">
                <a16:creationId xmlns:a16="http://schemas.microsoft.com/office/drawing/2014/main" id="{6E3C4DEB-8BE3-C499-2B8E-83D67395BDB8}"/>
              </a:ext>
            </a:extLst>
          </p:cNvPr>
          <p:cNvSpPr>
            <a:spLocks noGrp="1" noChangeArrowheads="1"/>
          </p:cNvSpPr>
          <p:nvPr>
            <p:ph type="dt" sz="quarter" idx="17"/>
          </p:nvPr>
        </p:nvSpPr>
        <p:spPr bwMode="auto">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anchorCtr="0" compatLnSpc="1">
            <a:prstTxWarp prst="textNoShape">
              <a:avLst/>
            </a:prstTxWarp>
          </a:bodyPr>
          <a:lstStyle>
            <a:lvl1pPr defTabSz="685800">
              <a:lnSpc>
                <a:spcPct val="90000"/>
              </a:lnSpc>
              <a:spcBef>
                <a:spcPts val="600"/>
              </a:spcBef>
              <a:buClr>
                <a:srgbClr val="000000"/>
              </a:buClr>
              <a:buFont typeface="Wingdings" pitchFamily="2" charset="2"/>
              <a:buChar char="§"/>
              <a:defRPr sz="1400">
                <a:solidFill>
                  <a:schemeClr val="tx1"/>
                </a:solidFill>
                <a:latin typeface="Arial" panose="020B0604020202020204" pitchFamily="34" charset="0"/>
                <a:ea typeface="Geneva" panose="020B0503030404040204" pitchFamily="34" charset="0"/>
                <a:cs typeface="Geneva" panose="020B0503030404040204" pitchFamily="34" charset="0"/>
              </a:defRPr>
            </a:lvl1pPr>
            <a:lvl2pPr marL="742950" indent="-285750" defTabSz="685800">
              <a:lnSpc>
                <a:spcPct val="90000"/>
              </a:lnSpc>
              <a:spcBef>
                <a:spcPts val="600"/>
              </a:spcBef>
              <a:buClr>
                <a:srgbClr val="000000"/>
              </a:buClr>
              <a:buFont typeface="Wingdings" pitchFamily="2" charset="2"/>
              <a:buChar char="§"/>
              <a:defRPr sz="1200">
                <a:solidFill>
                  <a:schemeClr val="tx1"/>
                </a:solidFill>
                <a:latin typeface="Arial" panose="020B0604020202020204" pitchFamily="34" charset="0"/>
                <a:ea typeface="Geneva" panose="020B0503030404040204" pitchFamily="34" charset="0"/>
                <a:cs typeface="Geneva" panose="020B0503030404040204" pitchFamily="34" charset="0"/>
              </a:defRPr>
            </a:lvl2pPr>
            <a:lvl3pPr marL="1143000" indent="-228600" defTabSz="685800">
              <a:lnSpc>
                <a:spcPct val="90000"/>
              </a:lnSpc>
              <a:spcBef>
                <a:spcPts val="600"/>
              </a:spcBef>
              <a:buClr>
                <a:srgbClr val="000000"/>
              </a:buClr>
              <a:buFont typeface="Wingdings" pitchFamily="2" charset="2"/>
              <a:buChar char="§"/>
              <a:defRPr sz="1200">
                <a:solidFill>
                  <a:schemeClr val="tx1"/>
                </a:solidFill>
                <a:latin typeface="Arial" panose="020B0604020202020204" pitchFamily="34" charset="0"/>
                <a:ea typeface="Geneva" panose="020B0503030404040204" pitchFamily="34" charset="0"/>
                <a:cs typeface="Geneva" panose="020B0503030404040204" pitchFamily="34" charset="0"/>
              </a:defRPr>
            </a:lvl3pPr>
            <a:lvl4pPr marL="1600200" indent="-228600" defTabSz="685800">
              <a:lnSpc>
                <a:spcPct val="90000"/>
              </a:lnSpc>
              <a:spcBef>
                <a:spcPts val="600"/>
              </a:spcBef>
              <a:buClr>
                <a:srgbClr val="000000"/>
              </a:buClr>
              <a:buFont typeface="Wingdings" pitchFamily="2" charset="2"/>
              <a:buChar char="§"/>
              <a:defRPr sz="1200">
                <a:solidFill>
                  <a:schemeClr val="tx1"/>
                </a:solidFill>
                <a:latin typeface="Arial" panose="020B0604020202020204" pitchFamily="34" charset="0"/>
                <a:ea typeface="Geneva" panose="020B0503030404040204" pitchFamily="34" charset="0"/>
                <a:cs typeface="Geneva" panose="020B0503030404040204" pitchFamily="34" charset="0"/>
              </a:defRPr>
            </a:lvl4pPr>
            <a:lvl5pPr marL="2057400" indent="-228600" defTabSz="685800">
              <a:lnSpc>
                <a:spcPct val="90000"/>
              </a:lnSpc>
              <a:spcBef>
                <a:spcPts val="600"/>
              </a:spcBef>
              <a:buClr>
                <a:srgbClr val="000000"/>
              </a:buClr>
              <a:buFont typeface="Wingdings" pitchFamily="2" charset="2"/>
              <a:buChar char="§"/>
              <a:defRPr sz="1200">
                <a:solidFill>
                  <a:schemeClr val="tx1"/>
                </a:solidFill>
                <a:latin typeface="Arial" panose="020B0604020202020204" pitchFamily="34" charset="0"/>
                <a:ea typeface="Geneva" panose="020B0503030404040204" pitchFamily="34" charset="0"/>
                <a:cs typeface="Geneva" panose="020B0503030404040204" pitchFamily="34" charset="0"/>
              </a:defRPr>
            </a:lvl5pPr>
            <a:lvl6pPr marL="2514600" indent="-228600" defTabSz="685800" eaLnBrk="0" fontAlgn="base" hangingPunct="0">
              <a:lnSpc>
                <a:spcPct val="90000"/>
              </a:lnSpc>
              <a:spcBef>
                <a:spcPts val="600"/>
              </a:spcBef>
              <a:spcAft>
                <a:spcPct val="0"/>
              </a:spcAft>
              <a:buClr>
                <a:srgbClr val="000000"/>
              </a:buClr>
              <a:buFont typeface="Wingdings" pitchFamily="2" charset="2"/>
              <a:buChar char="§"/>
              <a:defRPr sz="1200">
                <a:solidFill>
                  <a:schemeClr val="tx1"/>
                </a:solidFill>
                <a:latin typeface="Arial" panose="020B0604020202020204" pitchFamily="34" charset="0"/>
                <a:ea typeface="Geneva" panose="020B0503030404040204" pitchFamily="34" charset="0"/>
                <a:cs typeface="Geneva" panose="020B0503030404040204" pitchFamily="34" charset="0"/>
              </a:defRPr>
            </a:lvl6pPr>
            <a:lvl7pPr marL="2971800" indent="-228600" defTabSz="685800" eaLnBrk="0" fontAlgn="base" hangingPunct="0">
              <a:lnSpc>
                <a:spcPct val="90000"/>
              </a:lnSpc>
              <a:spcBef>
                <a:spcPts val="600"/>
              </a:spcBef>
              <a:spcAft>
                <a:spcPct val="0"/>
              </a:spcAft>
              <a:buClr>
                <a:srgbClr val="000000"/>
              </a:buClr>
              <a:buFont typeface="Wingdings" pitchFamily="2" charset="2"/>
              <a:buChar char="§"/>
              <a:defRPr sz="1200">
                <a:solidFill>
                  <a:schemeClr val="tx1"/>
                </a:solidFill>
                <a:latin typeface="Arial" panose="020B0604020202020204" pitchFamily="34" charset="0"/>
                <a:ea typeface="Geneva" panose="020B0503030404040204" pitchFamily="34" charset="0"/>
                <a:cs typeface="Geneva" panose="020B0503030404040204" pitchFamily="34" charset="0"/>
              </a:defRPr>
            </a:lvl7pPr>
            <a:lvl8pPr marL="3429000" indent="-228600" defTabSz="685800" eaLnBrk="0" fontAlgn="base" hangingPunct="0">
              <a:lnSpc>
                <a:spcPct val="90000"/>
              </a:lnSpc>
              <a:spcBef>
                <a:spcPts val="600"/>
              </a:spcBef>
              <a:spcAft>
                <a:spcPct val="0"/>
              </a:spcAft>
              <a:buClr>
                <a:srgbClr val="000000"/>
              </a:buClr>
              <a:buFont typeface="Wingdings" pitchFamily="2" charset="2"/>
              <a:buChar char="§"/>
              <a:defRPr sz="1200">
                <a:solidFill>
                  <a:schemeClr val="tx1"/>
                </a:solidFill>
                <a:latin typeface="Arial" panose="020B0604020202020204" pitchFamily="34" charset="0"/>
                <a:ea typeface="Geneva" panose="020B0503030404040204" pitchFamily="34" charset="0"/>
                <a:cs typeface="Geneva" panose="020B0503030404040204" pitchFamily="34" charset="0"/>
              </a:defRPr>
            </a:lvl8pPr>
            <a:lvl9pPr marL="3886200" indent="-228600" defTabSz="685800" eaLnBrk="0" fontAlgn="base" hangingPunct="0">
              <a:lnSpc>
                <a:spcPct val="90000"/>
              </a:lnSpc>
              <a:spcBef>
                <a:spcPts val="600"/>
              </a:spcBef>
              <a:spcAft>
                <a:spcPct val="0"/>
              </a:spcAft>
              <a:buClr>
                <a:srgbClr val="000000"/>
              </a:buClr>
              <a:buFont typeface="Wingdings" pitchFamily="2" charset="2"/>
              <a:buChar char="§"/>
              <a:defRPr sz="1200">
                <a:solidFill>
                  <a:schemeClr val="tx1"/>
                </a:solidFill>
                <a:latin typeface="Arial" panose="020B0604020202020204" pitchFamily="34" charset="0"/>
                <a:ea typeface="Geneva" panose="020B0503030404040204" pitchFamily="34" charset="0"/>
                <a:cs typeface="Geneva" panose="020B0503030404040204" pitchFamily="34" charset="0"/>
              </a:defRPr>
            </a:lvl9pPr>
          </a:lstStyle>
          <a:p>
            <a:pPr fontAlgn="base">
              <a:lnSpc>
                <a:spcPct val="100000"/>
              </a:lnSpc>
              <a:spcBef>
                <a:spcPct val="0"/>
              </a:spcBef>
              <a:spcAft>
                <a:spcPct val="0"/>
              </a:spcAft>
              <a:buClrTx/>
              <a:buFontTx/>
              <a:buNone/>
            </a:pPr>
            <a:fld id="{8495E6DD-BD67-454D-8498-D0A3A70E4C54}" type="datetime4">
              <a:rPr lang="en-GB" altLang="en-VN" sz="600" smtClean="0">
                <a:solidFill>
                  <a:srgbClr val="000000"/>
                </a:solidFill>
              </a:rPr>
              <a:pPr fontAlgn="base">
                <a:lnSpc>
                  <a:spcPct val="100000"/>
                </a:lnSpc>
                <a:spcBef>
                  <a:spcPct val="0"/>
                </a:spcBef>
                <a:spcAft>
                  <a:spcPct val="0"/>
                </a:spcAft>
                <a:buClrTx/>
                <a:buFontTx/>
                <a:buNone/>
              </a:pPr>
              <a:t>25 November 2025</a:t>
            </a:fld>
            <a:endParaRPr lang="en-GB" altLang="en-VN" sz="600">
              <a:solidFill>
                <a:srgbClr val="000000"/>
              </a:solidFill>
            </a:endParaRPr>
          </a:p>
        </p:txBody>
      </p:sp>
      <p:sp>
        <p:nvSpPr>
          <p:cNvPr id="53253" name="Titel 7">
            <a:extLst>
              <a:ext uri="{FF2B5EF4-FFF2-40B4-BE49-F238E27FC236}">
                <a16:creationId xmlns:a16="http://schemas.microsoft.com/office/drawing/2014/main" id="{8D276167-5E20-A113-12C4-BCE7C8DBD9DA}"/>
              </a:ext>
            </a:extLst>
          </p:cNvPr>
          <p:cNvSpPr>
            <a:spLocks noGrp="1" noChangeArrowheads="1"/>
          </p:cNvSpPr>
          <p:nvPr>
            <p:ph type="title"/>
          </p:nvPr>
        </p:nvSpPr>
        <p:spPr>
          <a:xfrm>
            <a:off x="976313" y="2041525"/>
            <a:ext cx="3282950" cy="277813"/>
          </a:xfrm>
        </p:spPr>
        <p:txBody>
          <a:bodyPr/>
          <a:lstStyle/>
          <a:p>
            <a:pPr eaLnBrk="1" hangingPunct="1"/>
            <a:r>
              <a:rPr lang="en-GB" altLang="en-VN">
                <a:ea typeface="Geneva" panose="020B0503030404040204" pitchFamily="34" charset="0"/>
              </a:rPr>
              <a:t>Thank you!</a:t>
            </a:r>
          </a:p>
        </p:txBody>
      </p:sp>
      <p:pic>
        <p:nvPicPr>
          <p:cNvPr id="53254" name="Picture 2" descr="Q&amp;a - Free education icons">
            <a:extLst>
              <a:ext uri="{FF2B5EF4-FFF2-40B4-BE49-F238E27FC236}">
                <a16:creationId xmlns:a16="http://schemas.microsoft.com/office/drawing/2014/main" id="{E1C1921B-9111-49AD-649E-CB9A3D63A707}"/>
              </a:ext>
            </a:extLst>
          </p:cNvPr>
          <p:cNvPicPr>
            <a:picLocks noGrp="1" noChangeAspect="1" noChangeArrowheads="1"/>
          </p:cNvPicPr>
          <p:nvPr>
            <p:ph type="pic" sz="quarter" idx="14"/>
          </p:nvPr>
        </p:nvPicPr>
        <p:blipFill>
          <a:blip r:embed="rId6">
            <a:extLst>
              <a:ext uri="{28A0092B-C50C-407E-A947-70E740481C1C}">
                <a14:useLocalDpi xmlns:a14="http://schemas.microsoft.com/office/drawing/2010/main" val="0"/>
              </a:ext>
            </a:extLst>
          </a:blip>
          <a:srcRect t="14571" b="14571"/>
          <a:stretch>
            <a:fillRect/>
          </a:stretch>
        </p:blipFill>
        <p:spPr>
          <a:xfrm>
            <a:off x="3643313" y="1136650"/>
            <a:ext cx="4278312" cy="3033713"/>
          </a:xfr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SP_AGENDA" val="SectionNumber SlideNumber"/>
  <p:tag name="ARTICULATE_SLIDE_COUNT" val="18"/>
  <p:tag name="ARTICULATE_PROJECT_OPEN"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U4mHTXcS1uBQTMaLk1vXA"/>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GFT_PPT_Template_16_9">
  <a:themeElements>
    <a:clrScheme name="GFT_colors">
      <a:dk1>
        <a:srgbClr val="000000"/>
      </a:dk1>
      <a:lt1>
        <a:sysClr val="window" lastClr="FFFFFF"/>
      </a:lt1>
      <a:dk2>
        <a:srgbClr val="4D4D4D"/>
      </a:dk2>
      <a:lt2>
        <a:srgbClr val="EDEDED"/>
      </a:lt2>
      <a:accent1>
        <a:srgbClr val="213E7F"/>
      </a:accent1>
      <a:accent2>
        <a:srgbClr val="0097D9"/>
      </a:accent2>
      <a:accent3>
        <a:srgbClr val="5082BE"/>
      </a:accent3>
      <a:accent4>
        <a:srgbClr val="59BBE6"/>
      </a:accent4>
      <a:accent5>
        <a:srgbClr val="969696"/>
      </a:accent5>
      <a:accent6>
        <a:srgbClr val="B9B9B9"/>
      </a:accent6>
      <a:hlink>
        <a:srgbClr val="0097D9"/>
      </a:hlink>
      <a:folHlink>
        <a:srgbClr val="0097D9"/>
      </a:folHlink>
    </a:clrScheme>
    <a:fontScheme name="GFT">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12700">
          <a:noFill/>
        </a:ln>
      </a:spPr>
      <a:bodyPr lIns="108000" tIns="108000" rIns="108000" bIns="108000" rtlCol="0" anchor="ctr"/>
      <a:lstStyle>
        <a:defPPr algn="ctr">
          <a:defRPr sz="12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1400" dirty="0" err="1" smtClean="0"/>
        </a:defPPr>
      </a:lstStyle>
    </a:txDef>
  </a:objectDefaults>
  <a:extraClrSchemeLst/>
  <a:custClrLst>
    <a:custClr name="Orange">
      <a:srgbClr val="EC6601"/>
    </a:custClr>
    <a:custClr>
      <a:srgbClr val="FFFFFF"/>
    </a:custClr>
    <a:custClr>
      <a:srgbClr val="FFFFFF"/>
    </a:custClr>
    <a:custClr>
      <a:srgbClr val="FFFFFF"/>
    </a:custClr>
    <a:custClr name="Blue 40%">
      <a:srgbClr val="73ACE1"/>
    </a:custClr>
    <a:custClr name="Light Blue 40%">
      <a:srgbClr val="99D5F0"/>
    </a:custClr>
    <a:custClr>
      <a:srgbClr val="FFFFFF"/>
    </a:custClr>
    <a:custClr>
      <a:srgbClr val="FFFFFF"/>
    </a:custClr>
    <a:custClr>
      <a:srgbClr val="FFFFFF"/>
    </a:custClr>
    <a:custClr name="Red">
      <a:srgbClr val="CC1000"/>
    </a:custClr>
    <a:custClr name="Fresh Berry">
      <a:srgbClr val="B02A87"/>
    </a:custClr>
    <a:custClr>
      <a:srgbClr val="FFFFFF"/>
    </a:custClr>
    <a:custClr>
      <a:srgbClr val="FFFFFF"/>
    </a:custClr>
    <a:custClr>
      <a:srgbClr val="FFFFFF"/>
    </a:custClr>
    <a:custClr name="Blue 25%">
      <a:srgbClr val="AAC8E6"/>
    </a:custClr>
    <a:custClr name="Light Blue 25%">
      <a:srgbClr val="BAE3F5"/>
    </a:custClr>
    <a:custClr>
      <a:srgbClr val="FFFFFF"/>
    </a:custClr>
    <a:custClr>
      <a:srgbClr val="FFFFFF"/>
    </a:custClr>
    <a:custClr>
      <a:srgbClr val="FFFFFF"/>
    </a:custClr>
    <a:custClr name="Yellow">
      <a:srgbClr val="FDC800"/>
    </a:custClr>
    <a:custClr name="Raspberry">
      <a:srgbClr val="EC628B"/>
    </a:custClr>
    <a:custClr>
      <a:srgbClr val="FFFFFF"/>
    </a:custClr>
    <a:custClr>
      <a:srgbClr val="FFFFFF"/>
    </a:custClr>
    <a:custClr>
      <a:srgbClr val="FFFFFF"/>
    </a:custClr>
    <a:custClr name="Background Blue">
      <a:srgbClr val="E1EBF5"/>
    </a:custClr>
    <a:custClr name="Background Light Blue">
      <a:srgbClr val="E3F4FB"/>
    </a:custClr>
    <a:custClr>
      <a:srgbClr val="FFFFFF"/>
    </a:custClr>
    <a:custClr>
      <a:srgbClr val="FFFFFF"/>
    </a:custClr>
    <a:custClr name="ESG Green">
      <a:srgbClr val="A2C617"/>
    </a:custClr>
    <a:custClr name="Green">
      <a:srgbClr val="339C3A"/>
    </a:custClr>
    <a:custClr>
      <a:srgbClr val="FFFFFF"/>
    </a:custClr>
    <a:custClr>
      <a:srgbClr val="FFFFFF"/>
    </a:custClr>
    <a:custClr>
      <a:srgbClr val="FFFFFF"/>
    </a:custClr>
    <a:custClr>
      <a:srgbClr val="FFFFFF"/>
    </a:custClr>
    <a:custClr>
      <a:srgbClr val="FFFFFF"/>
    </a:custClr>
    <a:custClr>
      <a:srgbClr val="FFFFFF"/>
    </a:custClr>
    <a:custClr>
      <a:srgbClr val="FFFFFF"/>
    </a:custClr>
    <a:custClr>
      <a:srgbClr val="FFFFFF"/>
    </a:custClr>
    <a:custClr>
      <a:srgbClr val="FFFFFF"/>
    </a:custClr>
    <a:custClr>
      <a:srgbClr val="FFFFFF"/>
    </a:custClr>
  </a:custClrLst>
  <a:extLst>
    <a:ext uri="{05A4C25C-085E-4340-85A3-A5531E510DB2}">
      <thm15:themeFamily xmlns:thm15="http://schemas.microsoft.com/office/thememl/2012/main" name="GFT_PPT_template_16x9.potx" id="{F4D896FC-F236-4E8D-AB07-742089B01D13}" vid="{96521ED1-ED5A-4FD0-8ECD-27910A735BF6}"/>
    </a:ext>
  </a:extLst>
</a:theme>
</file>

<file path=ppt/theme/theme2.xml><?xml version="1.0" encoding="utf-8"?>
<a:theme xmlns:a="http://schemas.openxmlformats.org/drawingml/2006/main" name="Larissa">
  <a:themeElements>
    <a:clrScheme name="GFT_colors_new">
      <a:dk1>
        <a:srgbClr val="000000"/>
      </a:dk1>
      <a:lt1>
        <a:sysClr val="window" lastClr="FFFFFF"/>
      </a:lt1>
      <a:dk2>
        <a:srgbClr val="4D4D4D"/>
      </a:dk2>
      <a:lt2>
        <a:srgbClr val="EDEDED"/>
      </a:lt2>
      <a:accent1>
        <a:srgbClr val="213E7F"/>
      </a:accent1>
      <a:accent2>
        <a:srgbClr val="0097D9"/>
      </a:accent2>
      <a:accent3>
        <a:srgbClr val="0098B0"/>
      </a:accent3>
      <a:accent4>
        <a:srgbClr val="969696"/>
      </a:accent4>
      <a:accent5>
        <a:srgbClr val="B9B9B9"/>
      </a:accent5>
      <a:accent6>
        <a:srgbClr val="E6E6E6"/>
      </a:accent6>
      <a:hlink>
        <a:srgbClr val="213E7F"/>
      </a:hlink>
      <a:folHlink>
        <a:srgbClr val="0097D9"/>
      </a:folHlink>
    </a:clrScheme>
    <a:fontScheme name="GFT_font">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GFT_colors_new">
      <a:dk1>
        <a:srgbClr val="000000"/>
      </a:dk1>
      <a:lt1>
        <a:sysClr val="window" lastClr="FFFFFF"/>
      </a:lt1>
      <a:dk2>
        <a:srgbClr val="4D4D4D"/>
      </a:dk2>
      <a:lt2>
        <a:srgbClr val="EDEDED"/>
      </a:lt2>
      <a:accent1>
        <a:srgbClr val="213E7F"/>
      </a:accent1>
      <a:accent2>
        <a:srgbClr val="0097D9"/>
      </a:accent2>
      <a:accent3>
        <a:srgbClr val="0098B0"/>
      </a:accent3>
      <a:accent4>
        <a:srgbClr val="969696"/>
      </a:accent4>
      <a:accent5>
        <a:srgbClr val="B9B9B9"/>
      </a:accent5>
      <a:accent6>
        <a:srgbClr val="E6E6E6"/>
      </a:accent6>
      <a:hlink>
        <a:srgbClr val="213E7F"/>
      </a:hlink>
      <a:folHlink>
        <a:srgbClr val="0097D9"/>
      </a:folHlink>
    </a:clrScheme>
    <a:fontScheme name="GFT_font">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e930175-6877-432e-af3b-be5d40f1289f">
      <Terms xmlns="http://schemas.microsoft.com/office/infopath/2007/PartnerControls"/>
    </lcf76f155ced4ddcb4097134ff3c332f>
    <TaxCatchAll xmlns="eab1a015-43cb-460e-a6ce-fcfb47fb7ef3" xsi:nil="true"/>
    <Status xmlns="de930175-6877-432e-af3b-be5d40f1289f" xsi:nil="true"/>
    <w9ny xmlns="de930175-6877-432e-af3b-be5d40f1289f" xsi:nil="true"/>
    <Pic xmlns="de930175-6877-432e-af3b-be5d40f1289f">
      <Url xsi:nil="true"/>
      <Description xsi:nil="true"/>
    </Pic>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327DA180EF940498313B5104FD8EFE4" ma:contentTypeVersion="19" ma:contentTypeDescription="Create a new document." ma:contentTypeScope="" ma:versionID="b050d483593eb03663ae29a848289b6a">
  <xsd:schema xmlns:xsd="http://www.w3.org/2001/XMLSchema" xmlns:xs="http://www.w3.org/2001/XMLSchema" xmlns:p="http://schemas.microsoft.com/office/2006/metadata/properties" xmlns:ns2="de930175-6877-432e-af3b-be5d40f1289f" xmlns:ns3="eab1a015-43cb-460e-a6ce-fcfb47fb7ef3" targetNamespace="http://schemas.microsoft.com/office/2006/metadata/properties" ma:root="true" ma:fieldsID="8f1c220f478e78138a93ce24dba60140" ns2:_="" ns3:_="">
    <xsd:import namespace="de930175-6877-432e-af3b-be5d40f1289f"/>
    <xsd:import namespace="eab1a015-43cb-460e-a6ce-fcfb47fb7ef3"/>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w9ny"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2:Pic" minOccurs="0"/>
                <xsd:element ref="ns2:MediaServiceLocation" minOccurs="0"/>
                <xsd:element ref="ns2:Status"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e930175-6877-432e-af3b-be5d40f128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w9ny" ma:index="12" nillable="true" ma:displayName="Zahl" ma:internalName="w9ny">
      <xsd:simpleType>
        <xsd:restriction base="dms:Number"/>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Pic" ma:index="20" nillable="true" ma:displayName="Pic" ma:format="Image" ma:internalName="Pic">
      <xsd:complexType>
        <xsd:complexContent>
          <xsd:extension base="dms:URL">
            <xsd:sequence>
              <xsd:element name="Url" type="dms:ValidUrl" minOccurs="0" nillable="true"/>
              <xsd:element name="Description" type="xsd:string" nillable="true"/>
            </xsd:sequence>
          </xsd:extension>
        </xsd:complexContent>
      </xsd:complexType>
    </xsd:element>
    <xsd:element name="MediaServiceLocation" ma:index="21" nillable="true" ma:displayName="Location" ma:internalName="MediaServiceLocation" ma:readOnly="true">
      <xsd:simpleType>
        <xsd:restriction base="dms:Text"/>
      </xsd:simpleType>
    </xsd:element>
    <xsd:element name="Status" ma:index="22" nillable="true" ma:displayName="Status" ma:format="Dropdown" ma:internalName="Status">
      <xsd:simpleType>
        <xsd:restriction base="dms:Choice">
          <xsd:enumeration value="new"/>
          <xsd:enumeration value="in progress"/>
          <xsd:enumeration value="done"/>
        </xsd:restriction>
      </xsd:simpleType>
    </xsd:element>
    <xsd:element name="MediaLengthInSeconds" ma:index="23" nillable="true" ma:displayName="Length (seconds)" ma:internalName="MediaLengthInSeconds" ma:readOnly="true">
      <xsd:simpleType>
        <xsd:restriction base="dms:Unknown"/>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ec5108a4-8a36-43d3-9d3c-e88c5c8bdb3a"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eab1a015-43cb-460e-a6ce-fcfb47fb7ef3"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6" nillable="true" ma:displayName="Taxonomy Catch All Column" ma:hidden="true" ma:list="{87a82a27-093f-46b0-aee6-6dc65d6c5fb6}" ma:internalName="TaxCatchAll" ma:showField="CatchAllData" ma:web="eab1a015-43cb-460e-a6ce-fcfb47fb7ef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B0A51E4-2E05-4E81-BF25-95A2262F9B4A}">
  <ds:schemaRefs>
    <ds:schemaRef ds:uri="http://schemas.microsoft.com/sharepoint/v3/contenttype/forms"/>
  </ds:schemaRefs>
</ds:datastoreItem>
</file>

<file path=customXml/itemProps2.xml><?xml version="1.0" encoding="utf-8"?>
<ds:datastoreItem xmlns:ds="http://schemas.openxmlformats.org/officeDocument/2006/customXml" ds:itemID="{13CF358B-D261-4C11-8413-BEFE06920C04}">
  <ds:schemaRefs>
    <ds:schemaRef ds:uri="de930175-6877-432e-af3b-be5d40f1289f"/>
    <ds:schemaRef ds:uri="http://schemas.microsoft.com/office/2006/documentManagement/types"/>
    <ds:schemaRef ds:uri="http://schemas.openxmlformats.org/package/2006/metadata/core-properties"/>
    <ds:schemaRef ds:uri="http://schemas.microsoft.com/office/infopath/2007/PartnerControls"/>
    <ds:schemaRef ds:uri="eab1a015-43cb-460e-a6ce-fcfb47fb7ef3"/>
    <ds:schemaRef ds:uri="http://purl.org/dc/terms/"/>
    <ds:schemaRef ds:uri="http://schemas.microsoft.com/office/2006/metadata/properties"/>
    <ds:schemaRef ds:uri="http://www.w3.org/XML/1998/namespace"/>
    <ds:schemaRef ds:uri="http://purl.org/dc/dcmitype/"/>
    <ds:schemaRef ds:uri="http://purl.org/dc/elements/1.1/"/>
  </ds:schemaRefs>
</ds:datastoreItem>
</file>

<file path=customXml/itemProps3.xml><?xml version="1.0" encoding="utf-8"?>
<ds:datastoreItem xmlns:ds="http://schemas.openxmlformats.org/officeDocument/2006/customXml" ds:itemID="{87BE62EF-4970-4065-857A-ABC3368E5D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e930175-6877-432e-af3b-be5d40f1289f"/>
    <ds:schemaRef ds:uri="eab1a015-43cb-460e-a6ce-fcfb47fb7e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GFT_PPT_Template_16_9</Template>
  <TotalTime>7984</TotalTime>
  <Words>1191</Words>
  <Application>Microsoft Macintosh PowerPoint</Application>
  <PresentationFormat>On-screen Show (16:9)</PresentationFormat>
  <Paragraphs>192</Paragraphs>
  <Slides>13</Slides>
  <Notes>2</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19" baseType="lpstr">
      <vt:lpstr>Arial</vt:lpstr>
      <vt:lpstr>Courier New</vt:lpstr>
      <vt:lpstr>Geneva</vt:lpstr>
      <vt:lpstr>Wingdings</vt:lpstr>
      <vt:lpstr>GFT_PPT_Template_16_9</vt:lpstr>
      <vt:lpstr>think-cell Folie</vt:lpstr>
      <vt:lpstr>Automation Framework</vt:lpstr>
      <vt:lpstr>Agenda</vt:lpstr>
      <vt:lpstr>1 – Requirements</vt:lpstr>
      <vt:lpstr>2 – Selected Solution: WebdriverIO framework</vt:lpstr>
      <vt:lpstr>3 – Why WebdriverIO</vt:lpstr>
      <vt:lpstr>4 – Project Structure</vt:lpstr>
      <vt:lpstr>5 – Test Execution &amp; Commands</vt:lpstr>
      <vt:lpstr>6 – Demo – Web test</vt:lpstr>
      <vt:lpstr>6 – Demo – iOS test</vt:lpstr>
      <vt:lpstr>6 – Demo – combined web + mobile test</vt:lpstr>
      <vt:lpstr>6 – Demo – API test</vt:lpstr>
      <vt:lpstr>6 – Demo – combined web + API + mobile test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PPT template</dc:title>
  <dc:creator>Hoang, Hieu</dc:creator>
  <cp:lastModifiedBy>Hoang, Hieu</cp:lastModifiedBy>
  <cp:revision>48</cp:revision>
  <dcterms:created xsi:type="dcterms:W3CDTF">2023-12-01T13:41:36Z</dcterms:created>
  <dcterms:modified xsi:type="dcterms:W3CDTF">2025-11-25T08:40:29Z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10F26842-5C4B-49D6-9954-1FF7DA29193C</vt:lpwstr>
  </property>
  <property fmtid="{D5CDD505-2E9C-101B-9397-08002B2CF9AE}" pid="3" name="ArticulatePath">
    <vt:lpwstr>Präsentation3</vt:lpwstr>
  </property>
  <property fmtid="{D5CDD505-2E9C-101B-9397-08002B2CF9AE}" pid="4" name="ContentTypeId">
    <vt:lpwstr>0x010100D327DA180EF940498313B5104FD8EFE4</vt:lpwstr>
  </property>
  <property fmtid="{D5CDD505-2E9C-101B-9397-08002B2CF9AE}" pid="5" name="MediaServiceImageTags">
    <vt:lpwstr/>
  </property>
</Properties>
</file>